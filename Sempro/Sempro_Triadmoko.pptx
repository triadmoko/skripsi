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8" r:id="rId3"/>
    <p:sldId id="269" r:id="rId4"/>
    <p:sldId id="276" r:id="rId5"/>
    <p:sldId id="274" r:id="rId6"/>
    <p:sldId id="275" r:id="rId7"/>
    <p:sldId id="284" r:id="rId8"/>
    <p:sldId id="285" r:id="rId9"/>
    <p:sldId id="286" r:id="rId10"/>
    <p:sldId id="287" r:id="rId11"/>
    <p:sldId id="288"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F05463"/>
    <a:srgbClr val="5D7373"/>
    <a:srgbClr val="52CDC0"/>
    <a:srgbClr val="FF5969"/>
    <a:srgbClr val="00A0A8"/>
    <a:srgbClr val="FFC730"/>
    <a:srgbClr val="F0EEF0"/>
    <a:srgbClr val="FEC630"/>
    <a:srgbClr val="52CB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91" autoAdjust="0"/>
    <p:restoredTop sz="94660"/>
  </p:normalViewPr>
  <p:slideViewPr>
    <p:cSldViewPr snapToGrid="0">
      <p:cViewPr varScale="1">
        <p:scale>
          <a:sx n="67" d="100"/>
          <a:sy n="67" d="100"/>
        </p:scale>
        <p:origin x="16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1" i="0" u="none" strike="noStrike" kern="1200" cap="all" baseline="0">
                <a:solidFill>
                  <a:schemeClr val="tx1">
                    <a:lumMod val="65000"/>
                    <a:lumOff val="35000"/>
                  </a:schemeClr>
                </a:solidFill>
                <a:latin typeface="+mn-lt"/>
                <a:ea typeface="+mn-ea"/>
                <a:cs typeface="+mn-cs"/>
              </a:defRPr>
            </a:pPr>
            <a:r>
              <a:rPr lang="en-US" sz="1200" dirty="0">
                <a:solidFill>
                  <a:schemeClr val="tx1">
                    <a:lumMod val="75000"/>
                    <a:lumOff val="25000"/>
                  </a:schemeClr>
                </a:solidFill>
                <a:latin typeface="Times New Roman" panose="02020603050405020304" charset="0"/>
                <a:cs typeface="Times New Roman" panose="02020603050405020304" charset="0"/>
              </a:rPr>
              <a:t>FASILITAS PEMBELAJARAN JARAK JAUH</a:t>
            </a:r>
          </a:p>
        </c:rich>
      </c:tx>
      <c:layout>
        <c:manualLayout>
          <c:xMode val="edge"/>
          <c:yMode val="edge"/>
          <c:x val="0.12464555052790301"/>
          <c:y val="5.1291874230007001E-2"/>
        </c:manualLayout>
      </c:layout>
      <c:overlay val="0"/>
      <c:spPr>
        <a:noFill/>
        <a:ln>
          <a:noFill/>
        </a:ln>
        <a:effectLst/>
      </c:spPr>
      <c:txPr>
        <a:bodyPr rot="0" spcFirstLastPara="1" vertOverflow="ellipsis" vert="horz" wrap="square" anchor="ctr" anchorCtr="1"/>
        <a:lstStyle/>
        <a:p>
          <a:pPr>
            <a:defRPr lang="en-US"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Fasilitas Pembelajaran Jarak jauh</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CB2-4E1E-92BE-53D42D662E09}"/>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CB2-4E1E-92BE-53D42D662E09}"/>
              </c:ext>
            </c:extLst>
          </c:dPt>
          <c:dLbls>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ECB2-4E1E-92BE-53D42D662E09}"/>
                </c:ext>
              </c:extLst>
            </c:dLbl>
            <c:dLbl>
              <c:idx val="1"/>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3-ECB2-4E1E-92BE-53D42D662E09}"/>
                </c:ext>
              </c:extLst>
            </c:dLbl>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Memadai</c:v>
                </c:pt>
                <c:pt idx="1">
                  <c:v>Tidak Memadai</c:v>
                </c:pt>
              </c:strCache>
            </c:strRef>
          </c:cat>
          <c:val>
            <c:numRef>
              <c:f>Sheet1!$B$2:$B$3</c:f>
              <c:numCache>
                <c:formatCode>0.00%</c:formatCode>
                <c:ptCount val="2"/>
                <c:pt idx="0">
                  <c:v>0.62529999999999997</c:v>
                </c:pt>
                <c:pt idx="1">
                  <c:v>0.37469999999999998</c:v>
                </c:pt>
              </c:numCache>
            </c:numRef>
          </c:val>
          <c:extLst>
            <c:ext xmlns:c16="http://schemas.microsoft.com/office/drawing/2014/chart" uri="{C3380CC4-5D6E-409C-BE32-E72D297353CC}">
              <c16:uniqueId val="{00000004-ECB2-4E1E-92BE-53D42D662E09}"/>
            </c:ext>
          </c:extLst>
        </c:ser>
        <c:dLbls>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3FDFAF59-80FD-42F8-B77B-6179688B7234}" type="datetimeFigureOut">
              <a:rPr lang="de-DE" smtClean="0"/>
              <a:t>11.03.2021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460364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11.03.2021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874677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3FDFAF59-80FD-42F8-B77B-6179688B7234}" type="datetimeFigureOut">
              <a:rPr lang="de-DE" smtClean="0"/>
              <a:t>11.03.2021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62536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3FDFAF59-80FD-42F8-B77B-6179688B7234}" type="datetimeFigureOut">
              <a:rPr lang="de-DE" smtClean="0"/>
              <a:t>11.03.2021</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79403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3FDFAF59-80FD-42F8-B77B-6179688B7234}" type="datetimeFigureOut">
              <a:rPr lang="de-DE" smtClean="0"/>
              <a:t>11.03.2021</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41377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3FDFAF59-80FD-42F8-B77B-6179688B7234}" type="datetimeFigureOut">
              <a:rPr lang="de-DE" smtClean="0"/>
              <a:t>11.03.2021</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440331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FDFAF59-80FD-42F8-B77B-6179688B7234}" type="datetimeFigureOut">
              <a:rPr lang="de-DE" smtClean="0"/>
              <a:t>11.03.2021</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061956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FDFAF59-80FD-42F8-B77B-6179688B7234}" type="datetimeFigureOut">
              <a:rPr lang="de-DE" smtClean="0"/>
              <a:t>11.03.2021</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61600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FDFAF59-80FD-42F8-B77B-6179688B7234}" type="datetimeFigureOut">
              <a:rPr lang="de-DE" smtClean="0"/>
              <a:t>11.03.2021</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112689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11.03.2021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646635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11.03.2021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947111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EF0"/>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FAF59-80FD-42F8-B77B-6179688B7234}" type="datetimeFigureOut">
              <a:rPr lang="de-DE" smtClean="0"/>
              <a:t>11.03.2021</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489FD0-501B-4C6F-9CB2-8996B7BF4EFE}" type="slidenum">
              <a:rPr lang="de-DE" smtClean="0"/>
              <a:t>‹#›</a:t>
            </a:fld>
            <a:endParaRPr lang="de-DE"/>
          </a:p>
        </p:txBody>
      </p:sp>
    </p:spTree>
    <p:extLst>
      <p:ext uri="{BB962C8B-B14F-4D97-AF65-F5344CB8AC3E}">
        <p14:creationId xmlns:p14="http://schemas.microsoft.com/office/powerpoint/2010/main" val="3731875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5.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3.sv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svg"/><Relationship Id="rId9"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4.png"/><Relationship Id="rId10"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19.sv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3.svg"/></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2440348" y="1324437"/>
            <a:ext cx="7278915" cy="1323439"/>
          </a:xfrm>
          <a:prstGeom prst="rect">
            <a:avLst/>
          </a:prstGeom>
          <a:noFill/>
        </p:spPr>
        <p:txBody>
          <a:bodyPr wrap="square" rtlCol="0">
            <a:spAutoFit/>
          </a:bodyPr>
          <a:lstStyle/>
          <a:p>
            <a:pPr algn="ctr"/>
            <a:r>
              <a:rPr lang="en-US" sz="8000" dirty="0" err="1">
                <a:solidFill>
                  <a:srgbClr val="FF5969"/>
                </a:solidFill>
                <a:latin typeface="Tw Cen MT" panose="020B0602020104020603" pitchFamily="34" charset="0"/>
              </a:rPr>
              <a:t>Selamat</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Datang</a:t>
            </a:r>
            <a:endParaRPr lang="en-US" sz="8000" dirty="0">
              <a:solidFill>
                <a:srgbClr val="FF5969"/>
              </a:solidFill>
              <a:latin typeface="Tw Cen MT" panose="020B0602020104020603" pitchFamily="34" charset="0"/>
            </a:endParaRPr>
          </a:p>
        </p:txBody>
      </p:sp>
      <p:grpSp>
        <p:nvGrpSpPr>
          <p:cNvPr id="51" name="Group 50">
            <a:extLst>
              <a:ext uri="{FF2B5EF4-FFF2-40B4-BE49-F238E27FC236}">
                <a16:creationId xmlns:a16="http://schemas.microsoft.com/office/drawing/2014/main" id="{312CB825-EAFB-4901-8C7E-D5477E0D31C8}"/>
              </a:ext>
            </a:extLst>
          </p:cNvPr>
          <p:cNvGrpSpPr/>
          <p:nvPr/>
        </p:nvGrpSpPr>
        <p:grpSpPr>
          <a:xfrm>
            <a:off x="4009528" y="3904109"/>
            <a:ext cx="4140553" cy="451824"/>
            <a:chOff x="4679586" y="878988"/>
            <a:chExt cx="1745757" cy="190500"/>
          </a:xfrm>
        </p:grpSpPr>
        <p:sp>
          <p:nvSpPr>
            <p:cNvPr id="52" name="Oval 51">
              <a:extLst>
                <a:ext uri="{FF2B5EF4-FFF2-40B4-BE49-F238E27FC236}">
                  <a16:creationId xmlns:a16="http://schemas.microsoft.com/office/drawing/2014/main" id="{A88C5CD2-8D88-4E1A-968C-C3E256B4316C}"/>
                </a:ext>
              </a:extLst>
            </p:cNvPr>
            <p:cNvSpPr/>
            <p:nvPr/>
          </p:nvSpPr>
          <p:spPr>
            <a:xfrm>
              <a:off x="4679586" y="878988"/>
              <a:ext cx="190500" cy="190500"/>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9CA212B-3524-454E-9129-17FD0E8983F0}"/>
                </a:ext>
              </a:extLst>
            </p:cNvPr>
            <p:cNvSpPr/>
            <p:nvPr/>
          </p:nvSpPr>
          <p:spPr>
            <a:xfrm>
              <a:off x="4990736" y="878988"/>
              <a:ext cx="190500" cy="190500"/>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487D07D-4424-43AA-9CF5-4A04A38B6C2D}"/>
                </a:ext>
              </a:extLst>
            </p:cNvPr>
            <p:cNvSpPr/>
            <p:nvPr/>
          </p:nvSpPr>
          <p:spPr>
            <a:xfrm>
              <a:off x="5301522" y="878988"/>
              <a:ext cx="190500" cy="190500"/>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1E021E3-C26E-4AB9-81EB-239E3D1BBAB2}"/>
                </a:ext>
              </a:extLst>
            </p:cNvPr>
            <p:cNvSpPr/>
            <p:nvPr/>
          </p:nvSpPr>
          <p:spPr>
            <a:xfrm>
              <a:off x="5612308" y="878988"/>
              <a:ext cx="190500" cy="190500"/>
            </a:xfrm>
            <a:prstGeom prst="ellipse">
              <a:avLst/>
            </a:pr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5AD4D6E-2D38-486B-8F61-738D1E4773C2}"/>
                </a:ext>
              </a:extLst>
            </p:cNvPr>
            <p:cNvSpPr/>
            <p:nvPr/>
          </p:nvSpPr>
          <p:spPr>
            <a:xfrm>
              <a:off x="5923575" y="878988"/>
              <a:ext cx="190500" cy="1905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88F111D-10A0-4CCB-B20B-B33508AA6193}"/>
                </a:ext>
              </a:extLst>
            </p:cNvPr>
            <p:cNvSpPr/>
            <p:nvPr/>
          </p:nvSpPr>
          <p:spPr>
            <a:xfrm>
              <a:off x="6234843" y="878988"/>
              <a:ext cx="190500" cy="190500"/>
            </a:xfrm>
            <a:prstGeom prst="ellipse">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7" name="TextBox 56">
            <a:extLst>
              <a:ext uri="{FF2B5EF4-FFF2-40B4-BE49-F238E27FC236}">
                <a16:creationId xmlns:a16="http://schemas.microsoft.com/office/drawing/2014/main" id="{4F202974-31A3-4642-B671-F0DBBB7B4663}"/>
              </a:ext>
            </a:extLst>
          </p:cNvPr>
          <p:cNvSpPr txBox="1"/>
          <p:nvPr/>
        </p:nvSpPr>
        <p:spPr>
          <a:xfrm>
            <a:off x="2456542" y="2600991"/>
            <a:ext cx="7278915" cy="723275"/>
          </a:xfrm>
          <a:prstGeom prst="rect">
            <a:avLst/>
          </a:prstGeom>
          <a:noFill/>
        </p:spPr>
        <p:txBody>
          <a:bodyPr wrap="square" rtlCol="0">
            <a:spAutoFit/>
          </a:bodyPr>
          <a:lstStyle/>
          <a:p>
            <a:pPr algn="ctr"/>
            <a:r>
              <a:rPr lang="en-US" sz="4100" dirty="0">
                <a:solidFill>
                  <a:srgbClr val="52CBBE"/>
                </a:solidFill>
                <a:latin typeface="Tw Cen MT" panose="020B0602020104020603" pitchFamily="34" charset="0"/>
              </a:rPr>
              <a:t>Seminar Proposal</a:t>
            </a:r>
          </a:p>
        </p:txBody>
      </p:sp>
      <p:sp>
        <p:nvSpPr>
          <p:cNvPr id="58" name="TextBox 57">
            <a:extLst>
              <a:ext uri="{FF2B5EF4-FFF2-40B4-BE49-F238E27FC236}">
                <a16:creationId xmlns:a16="http://schemas.microsoft.com/office/drawing/2014/main" id="{0C55D155-9CD5-4A33-BBDF-46ED14D9B8A7}"/>
              </a:ext>
            </a:extLst>
          </p:cNvPr>
          <p:cNvSpPr txBox="1"/>
          <p:nvPr/>
        </p:nvSpPr>
        <p:spPr>
          <a:xfrm>
            <a:off x="2456542" y="2592253"/>
            <a:ext cx="7278915" cy="723275"/>
          </a:xfrm>
          <a:prstGeom prst="rect">
            <a:avLst/>
          </a:prstGeom>
          <a:noFill/>
        </p:spPr>
        <p:txBody>
          <a:bodyPr wrap="square" rtlCol="0">
            <a:spAutoFit/>
          </a:bodyPr>
          <a:lstStyle/>
          <a:p>
            <a:pPr algn="ctr"/>
            <a:r>
              <a:rPr lang="en-US" sz="4100" dirty="0">
                <a:solidFill>
                  <a:srgbClr val="52CBBE"/>
                </a:solidFill>
                <a:latin typeface="Tw Cen MT" panose="020B0602020104020603" pitchFamily="34" charset="0"/>
              </a:rPr>
              <a:t>Seminar Proposal</a:t>
            </a:r>
          </a:p>
        </p:txBody>
      </p:sp>
    </p:spTree>
    <p:extLst>
      <p:ext uri="{BB962C8B-B14F-4D97-AF65-F5344CB8AC3E}">
        <p14:creationId xmlns:p14="http://schemas.microsoft.com/office/powerpoint/2010/main" val="75866100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A14E1B91-C212-4889-8705-49BCDB383225}"/>
              </a:ext>
            </a:extLst>
          </p:cNvPr>
          <p:cNvGrpSpPr/>
          <p:nvPr/>
        </p:nvGrpSpPr>
        <p:grpSpPr>
          <a:xfrm>
            <a:off x="2173236" y="1841973"/>
            <a:ext cx="7845528" cy="4693687"/>
            <a:chOff x="2265963" y="2342679"/>
            <a:chExt cx="7845528" cy="3407129"/>
          </a:xfrm>
        </p:grpSpPr>
        <p:sp>
          <p:nvSpPr>
            <p:cNvPr id="83" name="TextBox 82">
              <a:extLst>
                <a:ext uri="{FF2B5EF4-FFF2-40B4-BE49-F238E27FC236}">
                  <a16:creationId xmlns:a16="http://schemas.microsoft.com/office/drawing/2014/main" id="{A94C4F95-2EDE-46B0-8B26-C72D6D3C8DB3}"/>
                </a:ext>
              </a:extLst>
            </p:cNvPr>
            <p:cNvSpPr txBox="1"/>
            <p:nvPr/>
          </p:nvSpPr>
          <p:spPr>
            <a:xfrm>
              <a:off x="2265963" y="2342679"/>
              <a:ext cx="7845528" cy="1569660"/>
            </a:xfrm>
            <a:prstGeom prst="rect">
              <a:avLst/>
            </a:prstGeom>
            <a:noFill/>
          </p:spPr>
          <p:txBody>
            <a:bodyPr wrap="square" rtlCol="0">
              <a:spAutoFit/>
            </a:bodyPr>
            <a:lstStyle/>
            <a:p>
              <a:pPr algn="ctr"/>
              <a:r>
                <a:rPr lang="en-US" sz="3200" dirty="0" err="1">
                  <a:solidFill>
                    <a:srgbClr val="03A1A4"/>
                  </a:solidFill>
                  <a:latin typeface="Tw Cen MT" panose="020B0602020104020603" pitchFamily="34" charset="0"/>
                </a:rPr>
                <a:t>Implentasi</a:t>
              </a:r>
              <a:r>
                <a:rPr lang="en-US" sz="3200" dirty="0">
                  <a:solidFill>
                    <a:srgbClr val="03A1A4"/>
                  </a:solidFill>
                  <a:latin typeface="Tw Cen MT" panose="020B0602020104020603" pitchFamily="34" charset="0"/>
                </a:rPr>
                <a:t> Web Conference </a:t>
              </a:r>
              <a:r>
                <a:rPr lang="en-US" sz="3200" dirty="0" err="1">
                  <a:solidFill>
                    <a:srgbClr val="03A1A4"/>
                  </a:solidFill>
                  <a:latin typeface="Tw Cen MT" panose="020B0602020104020603" pitchFamily="34" charset="0"/>
                </a:rPr>
                <a:t>Menggunakan</a:t>
              </a:r>
              <a:r>
                <a:rPr lang="en-US" sz="3200" dirty="0">
                  <a:solidFill>
                    <a:srgbClr val="03A1A4"/>
                  </a:solidFill>
                  <a:latin typeface="Tw Cen MT" panose="020B0602020104020603" pitchFamily="34" charset="0"/>
                </a:rPr>
                <a:t> </a:t>
              </a:r>
              <a:r>
                <a:rPr lang="en-US" sz="3200" dirty="0" err="1">
                  <a:solidFill>
                    <a:srgbClr val="03A1A4"/>
                  </a:solidFill>
                  <a:latin typeface="Tw Cen MT" panose="020B0602020104020603" pitchFamily="34" charset="0"/>
                </a:rPr>
                <a:t>Jitsi</a:t>
              </a:r>
              <a:r>
                <a:rPr lang="en-US" sz="3200" dirty="0">
                  <a:solidFill>
                    <a:srgbClr val="03A1A4"/>
                  </a:solidFill>
                  <a:latin typeface="Tw Cen MT" panose="020B0602020104020603" pitchFamily="34" charset="0"/>
                </a:rPr>
                <a:t> Integrasi </a:t>
              </a:r>
              <a:r>
                <a:rPr lang="en-US" sz="3200" dirty="0" err="1">
                  <a:solidFill>
                    <a:srgbClr val="03A1A4"/>
                  </a:solidFill>
                  <a:latin typeface="Tw Cen MT" panose="020B0602020104020603" pitchFamily="34" charset="0"/>
                </a:rPr>
                <a:t>dengan</a:t>
              </a:r>
              <a:r>
                <a:rPr lang="en-US" sz="3200" dirty="0">
                  <a:solidFill>
                    <a:srgbClr val="03A1A4"/>
                  </a:solidFill>
                  <a:latin typeface="Tw Cen MT" panose="020B0602020104020603" pitchFamily="34" charset="0"/>
                </a:rPr>
                <a:t> Matrix </a:t>
              </a:r>
              <a:r>
                <a:rPr lang="en-US" sz="3200" dirty="0" err="1">
                  <a:solidFill>
                    <a:srgbClr val="03A1A4"/>
                  </a:solidFill>
                  <a:latin typeface="Tw Cen MT" panose="020B0602020104020603" pitchFamily="34" charset="0"/>
                </a:rPr>
                <a:t>untuk</a:t>
              </a:r>
              <a:r>
                <a:rPr lang="en-US" sz="3200" dirty="0">
                  <a:solidFill>
                    <a:srgbClr val="03A1A4"/>
                  </a:solidFill>
                  <a:latin typeface="Tw Cen MT" panose="020B0602020104020603" pitchFamily="34" charset="0"/>
                </a:rPr>
                <a:t> Pendidikan Jarak </a:t>
              </a:r>
              <a:r>
                <a:rPr lang="en-US" sz="3200" dirty="0" err="1">
                  <a:solidFill>
                    <a:srgbClr val="03A1A4"/>
                  </a:solidFill>
                  <a:latin typeface="Tw Cen MT" panose="020B0602020104020603" pitchFamily="34" charset="0"/>
                </a:rPr>
                <a:t>Jauh</a:t>
              </a:r>
              <a:endParaRPr lang="en-US" sz="3200" dirty="0">
                <a:solidFill>
                  <a:srgbClr val="03A1A4"/>
                </a:solidFill>
                <a:latin typeface="Tw Cen MT" panose="020B0602020104020603" pitchFamily="34" charset="0"/>
              </a:endParaRPr>
            </a:p>
          </p:txBody>
        </p:sp>
        <p:sp>
          <p:nvSpPr>
            <p:cNvPr id="84" name="TextBox 83">
              <a:extLst>
                <a:ext uri="{FF2B5EF4-FFF2-40B4-BE49-F238E27FC236}">
                  <a16:creationId xmlns:a16="http://schemas.microsoft.com/office/drawing/2014/main" id="{7DC9F996-36A0-4A1D-8C4B-F6DAF0FDA7C8}"/>
                </a:ext>
              </a:extLst>
            </p:cNvPr>
            <p:cNvSpPr txBox="1"/>
            <p:nvPr/>
          </p:nvSpPr>
          <p:spPr>
            <a:xfrm>
              <a:off x="3931519" y="4163518"/>
              <a:ext cx="4683578" cy="335121"/>
            </a:xfrm>
            <a:prstGeom prst="rect">
              <a:avLst/>
            </a:prstGeom>
            <a:noFill/>
          </p:spPr>
          <p:txBody>
            <a:bodyPr wrap="square" rtlCol="0">
              <a:spAutoFit/>
            </a:bodyPr>
            <a:lstStyle/>
            <a:p>
              <a:pPr algn="ctr"/>
              <a:r>
                <a:rPr lang="en-US" sz="2400" dirty="0">
                  <a:solidFill>
                    <a:schemeClr val="bg1">
                      <a:lumMod val="65000"/>
                    </a:schemeClr>
                  </a:solidFill>
                  <a:latin typeface="Tw Cen MT" panose="020B0602020104020603" pitchFamily="34" charset="0"/>
                </a:rPr>
                <a:t>Triadmoko Denny </a:t>
              </a:r>
              <a:r>
                <a:rPr lang="en-US" sz="2400" dirty="0" err="1">
                  <a:solidFill>
                    <a:schemeClr val="bg1">
                      <a:lumMod val="65000"/>
                    </a:schemeClr>
                  </a:solidFill>
                  <a:latin typeface="Tw Cen MT" panose="020B0602020104020603" pitchFamily="34" charset="0"/>
                </a:rPr>
                <a:t>Fatrosa</a:t>
              </a:r>
              <a:endParaRPr lang="en-US" sz="2400" dirty="0">
                <a:solidFill>
                  <a:schemeClr val="bg1">
                    <a:lumMod val="65000"/>
                  </a:schemeClr>
                </a:solidFill>
                <a:latin typeface="Tw Cen MT" panose="020B0602020104020603" pitchFamily="34" charset="0"/>
              </a:endParaRPr>
            </a:p>
          </p:txBody>
        </p:sp>
        <p:sp>
          <p:nvSpPr>
            <p:cNvPr id="85" name="TextBox 84">
              <a:extLst>
                <a:ext uri="{FF2B5EF4-FFF2-40B4-BE49-F238E27FC236}">
                  <a16:creationId xmlns:a16="http://schemas.microsoft.com/office/drawing/2014/main" id="{9EDE56FF-3E69-4484-9673-AC7FA14D3D89}"/>
                </a:ext>
              </a:extLst>
            </p:cNvPr>
            <p:cNvSpPr txBox="1"/>
            <p:nvPr/>
          </p:nvSpPr>
          <p:spPr>
            <a:xfrm>
              <a:off x="4866339" y="4420469"/>
              <a:ext cx="2644771" cy="268097"/>
            </a:xfrm>
            <a:prstGeom prst="rect">
              <a:avLst/>
            </a:prstGeom>
            <a:noFill/>
          </p:spPr>
          <p:txBody>
            <a:bodyPr wrap="square" rtlCol="0">
              <a:spAutoFit/>
            </a:bodyPr>
            <a:lstStyle/>
            <a:p>
              <a:pPr algn="ctr"/>
              <a:r>
                <a:rPr lang="en-US" b="1" dirty="0">
                  <a:solidFill>
                    <a:schemeClr val="bg1">
                      <a:lumMod val="65000"/>
                    </a:schemeClr>
                  </a:solidFill>
                  <a:latin typeface="Tw Cen MT" panose="020B0602020104020603" pitchFamily="34" charset="0"/>
                </a:rPr>
                <a:t>1710013231010</a:t>
              </a:r>
            </a:p>
          </p:txBody>
        </p:sp>
        <p:sp>
          <p:nvSpPr>
            <p:cNvPr id="86" name="TextBox 85">
              <a:extLst>
                <a:ext uri="{FF2B5EF4-FFF2-40B4-BE49-F238E27FC236}">
                  <a16:creationId xmlns:a16="http://schemas.microsoft.com/office/drawing/2014/main" id="{944799B2-E7B9-4C01-A37D-BB60C6C75D12}"/>
                </a:ext>
              </a:extLst>
            </p:cNvPr>
            <p:cNvSpPr txBox="1"/>
            <p:nvPr/>
          </p:nvSpPr>
          <p:spPr>
            <a:xfrm>
              <a:off x="2792925" y="4878494"/>
              <a:ext cx="6791601" cy="871314"/>
            </a:xfrm>
            <a:prstGeom prst="rect">
              <a:avLst/>
            </a:prstGeom>
            <a:noFill/>
          </p:spPr>
          <p:txBody>
            <a:bodyPr wrap="square" rtlCol="0">
              <a:spAutoFit/>
            </a:bodyPr>
            <a:lstStyle/>
            <a:p>
              <a:pPr algn="ctr"/>
              <a:r>
                <a:rPr lang="en-US" sz="2400" dirty="0">
                  <a:solidFill>
                    <a:schemeClr val="bg1">
                      <a:lumMod val="65000"/>
                    </a:schemeClr>
                  </a:solidFill>
                  <a:latin typeface="Tw Cen MT" panose="020B0602020104020603" pitchFamily="34" charset="0"/>
                </a:rPr>
                <a:t>Pendidikan Teknik </a:t>
              </a:r>
              <a:r>
                <a:rPr lang="en-US" sz="2400" dirty="0" err="1">
                  <a:solidFill>
                    <a:schemeClr val="bg1">
                      <a:lumMod val="65000"/>
                    </a:schemeClr>
                  </a:solidFill>
                  <a:latin typeface="Tw Cen MT" panose="020B0602020104020603" pitchFamily="34" charset="0"/>
                </a:rPr>
                <a:t>Informatika</a:t>
              </a:r>
              <a:r>
                <a:rPr lang="en-US" sz="2400" dirty="0">
                  <a:solidFill>
                    <a:schemeClr val="bg1">
                      <a:lumMod val="65000"/>
                    </a:schemeClr>
                  </a:solidFill>
                  <a:latin typeface="Tw Cen MT" panose="020B0602020104020603" pitchFamily="34" charset="0"/>
                </a:rPr>
                <a:t> dan </a:t>
              </a:r>
              <a:r>
                <a:rPr lang="en-US" sz="2400" dirty="0" err="1">
                  <a:solidFill>
                    <a:schemeClr val="bg1">
                      <a:lumMod val="65000"/>
                    </a:schemeClr>
                  </a:solidFill>
                  <a:latin typeface="Tw Cen MT" panose="020B0602020104020603" pitchFamily="34" charset="0"/>
                </a:rPr>
                <a:t>Komputer</a:t>
              </a:r>
              <a:endParaRPr lang="en-US" sz="2400" dirty="0">
                <a:solidFill>
                  <a:schemeClr val="bg1">
                    <a:lumMod val="65000"/>
                  </a:schemeClr>
                </a:solidFill>
                <a:latin typeface="Tw Cen MT" panose="020B0602020104020603" pitchFamily="34" charset="0"/>
              </a:endParaRPr>
            </a:p>
            <a:p>
              <a:pPr algn="ctr"/>
              <a:r>
                <a:rPr lang="en-US" sz="2400" dirty="0" err="1">
                  <a:solidFill>
                    <a:schemeClr val="bg1">
                      <a:lumMod val="65000"/>
                    </a:schemeClr>
                  </a:solidFill>
                  <a:latin typeface="Tw Cen MT" panose="020B0602020104020603" pitchFamily="34" charset="0"/>
                </a:rPr>
                <a:t>Fakultas</a:t>
              </a:r>
              <a:r>
                <a:rPr lang="en-US" sz="2400" dirty="0">
                  <a:solidFill>
                    <a:schemeClr val="bg1">
                      <a:lumMod val="65000"/>
                    </a:schemeClr>
                  </a:solidFill>
                  <a:latin typeface="Tw Cen MT" panose="020B0602020104020603" pitchFamily="34" charset="0"/>
                </a:rPr>
                <a:t> </a:t>
              </a:r>
              <a:r>
                <a:rPr lang="en-US" sz="2400" dirty="0" err="1">
                  <a:solidFill>
                    <a:schemeClr val="bg1">
                      <a:lumMod val="65000"/>
                    </a:schemeClr>
                  </a:solidFill>
                  <a:latin typeface="Tw Cen MT" panose="020B0602020104020603" pitchFamily="34" charset="0"/>
                </a:rPr>
                <a:t>Keguruan</a:t>
              </a:r>
              <a:r>
                <a:rPr lang="en-US" sz="2400" dirty="0">
                  <a:solidFill>
                    <a:schemeClr val="bg1">
                      <a:lumMod val="65000"/>
                    </a:schemeClr>
                  </a:solidFill>
                  <a:latin typeface="Tw Cen MT" panose="020B0602020104020603" pitchFamily="34" charset="0"/>
                </a:rPr>
                <a:t> dan </a:t>
              </a:r>
              <a:r>
                <a:rPr lang="en-US" sz="2400" dirty="0" err="1">
                  <a:solidFill>
                    <a:schemeClr val="bg1">
                      <a:lumMod val="65000"/>
                    </a:schemeClr>
                  </a:solidFill>
                  <a:latin typeface="Tw Cen MT" panose="020B0602020104020603" pitchFamily="34" charset="0"/>
                </a:rPr>
                <a:t>Ilmu</a:t>
              </a:r>
              <a:r>
                <a:rPr lang="en-US" sz="2400" dirty="0">
                  <a:solidFill>
                    <a:schemeClr val="bg1">
                      <a:lumMod val="65000"/>
                    </a:schemeClr>
                  </a:solidFill>
                  <a:latin typeface="Tw Cen MT" panose="020B0602020104020603" pitchFamily="34" charset="0"/>
                </a:rPr>
                <a:t> Pendidikan</a:t>
              </a:r>
            </a:p>
            <a:p>
              <a:pPr algn="ctr"/>
              <a:r>
                <a:rPr lang="en-US" sz="2400" dirty="0">
                  <a:solidFill>
                    <a:schemeClr val="bg1">
                      <a:lumMod val="65000"/>
                    </a:schemeClr>
                  </a:solidFill>
                  <a:latin typeface="Tw Cen MT" panose="020B0602020104020603" pitchFamily="34" charset="0"/>
                </a:rPr>
                <a:t>Universitas Bung Hatta</a:t>
              </a:r>
            </a:p>
          </p:txBody>
        </p:sp>
      </p:grpSp>
      <p:pic>
        <p:nvPicPr>
          <p:cNvPr id="3" name="Picture 2">
            <a:extLst>
              <a:ext uri="{FF2B5EF4-FFF2-40B4-BE49-F238E27FC236}">
                <a16:creationId xmlns:a16="http://schemas.microsoft.com/office/drawing/2014/main" id="{AF169073-8554-4CE8-A4D2-BB10C3F3C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1722" y="281724"/>
            <a:ext cx="1388557" cy="1375205"/>
          </a:xfrm>
          <a:prstGeom prst="rect">
            <a:avLst/>
          </a:prstGeom>
        </p:spPr>
      </p:pic>
    </p:spTree>
    <p:extLst>
      <p:ext uri="{BB962C8B-B14F-4D97-AF65-F5344CB8AC3E}">
        <p14:creationId xmlns:p14="http://schemas.microsoft.com/office/powerpoint/2010/main" val="200170612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anim calcmode="lin" valueType="num">
                                      <p:cBhvr>
                                        <p:cTn id="8" dur="500" fill="hold"/>
                                        <p:tgtEl>
                                          <p:spTgt spid="82"/>
                                        </p:tgtEl>
                                        <p:attrNameLst>
                                          <p:attrName>ppt_x</p:attrName>
                                        </p:attrNameLst>
                                      </p:cBhvr>
                                      <p:tavLst>
                                        <p:tav tm="0">
                                          <p:val>
                                            <p:strVal val="#ppt_x"/>
                                          </p:val>
                                        </p:tav>
                                        <p:tav tm="100000">
                                          <p:val>
                                            <p:strVal val="#ppt_x"/>
                                          </p:val>
                                        </p:tav>
                                      </p:tavLst>
                                    </p:anim>
                                    <p:anim calcmode="lin" valueType="num">
                                      <p:cBhvr>
                                        <p:cTn id="9" dur="500" fill="hold"/>
                                        <p:tgtEl>
                                          <p:spTgt spid="8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Group 95">
            <a:extLst>
              <a:ext uri="{FF2B5EF4-FFF2-40B4-BE49-F238E27FC236}">
                <a16:creationId xmlns:a16="http://schemas.microsoft.com/office/drawing/2014/main" id="{183EA2CA-A17F-4A6A-AC3E-6F8757F77880}"/>
              </a:ext>
            </a:extLst>
          </p:cNvPr>
          <p:cNvGrpSpPr/>
          <p:nvPr/>
        </p:nvGrpSpPr>
        <p:grpSpPr>
          <a:xfrm>
            <a:off x="7976170" y="1491437"/>
            <a:ext cx="1805441" cy="1894017"/>
            <a:chOff x="6381342" y="2182683"/>
            <a:chExt cx="1805441" cy="1894017"/>
          </a:xfrm>
        </p:grpSpPr>
        <p:sp>
          <p:nvSpPr>
            <p:cNvPr id="97" name="Rectangle: Top Corners Rounded 96">
              <a:extLst>
                <a:ext uri="{FF2B5EF4-FFF2-40B4-BE49-F238E27FC236}">
                  <a16:creationId xmlns:a16="http://schemas.microsoft.com/office/drawing/2014/main" id="{225A95EB-3596-4C52-91EE-39023E85BE2D}"/>
                </a:ext>
              </a:extLst>
            </p:cNvPr>
            <p:cNvSpPr/>
            <p:nvPr/>
          </p:nvSpPr>
          <p:spPr>
            <a:xfrm>
              <a:off x="6488272" y="2209800"/>
              <a:ext cx="1591582" cy="1866900"/>
            </a:xfrm>
            <a:prstGeom prst="round2SameRect">
              <a:avLst>
                <a:gd name="adj1" fmla="val 12063"/>
                <a:gd name="adj2" fmla="val 0"/>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D9A6427C-7201-480C-B8BA-C01C9BCA7B52}"/>
                </a:ext>
              </a:extLst>
            </p:cNvPr>
            <p:cNvSpPr txBox="1"/>
            <p:nvPr/>
          </p:nvSpPr>
          <p:spPr>
            <a:xfrm>
              <a:off x="6381342" y="2182683"/>
              <a:ext cx="1805441" cy="646331"/>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BAB</a:t>
              </a:r>
            </a:p>
          </p:txBody>
        </p:sp>
        <p:sp>
          <p:nvSpPr>
            <p:cNvPr id="99" name="TextBox 98">
              <a:extLst>
                <a:ext uri="{FF2B5EF4-FFF2-40B4-BE49-F238E27FC236}">
                  <a16:creationId xmlns:a16="http://schemas.microsoft.com/office/drawing/2014/main" id="{74F68486-5533-4B47-B6BA-92533CBB4036}"/>
                </a:ext>
              </a:extLst>
            </p:cNvPr>
            <p:cNvSpPr txBox="1"/>
            <p:nvPr/>
          </p:nvSpPr>
          <p:spPr>
            <a:xfrm>
              <a:off x="6836846" y="2563851"/>
              <a:ext cx="894432" cy="1015663"/>
            </a:xfrm>
            <a:prstGeom prst="rect">
              <a:avLst/>
            </a:prstGeom>
            <a:noFill/>
          </p:spPr>
          <p:txBody>
            <a:bodyPr wrap="square" rtlCol="0">
              <a:spAutoFit/>
            </a:bodyPr>
            <a:lstStyle/>
            <a:p>
              <a:pPr algn="ctr"/>
              <a:r>
                <a:rPr lang="en-US" sz="6000" b="1" dirty="0">
                  <a:solidFill>
                    <a:srgbClr val="E6E7E9"/>
                  </a:solidFill>
                  <a:latin typeface="Tw Cen MT" panose="020B0602020104020603" pitchFamily="34" charset="0"/>
                </a:rPr>
                <a:t>3</a:t>
              </a:r>
            </a:p>
          </p:txBody>
        </p:sp>
      </p:grpSp>
      <p:grpSp>
        <p:nvGrpSpPr>
          <p:cNvPr id="100" name="Group 99">
            <a:extLst>
              <a:ext uri="{FF2B5EF4-FFF2-40B4-BE49-F238E27FC236}">
                <a16:creationId xmlns:a16="http://schemas.microsoft.com/office/drawing/2014/main" id="{12310FCA-56F2-4778-94B7-C1B5FD53AE20}"/>
              </a:ext>
            </a:extLst>
          </p:cNvPr>
          <p:cNvGrpSpPr/>
          <p:nvPr/>
        </p:nvGrpSpPr>
        <p:grpSpPr>
          <a:xfrm>
            <a:off x="5479293" y="1491437"/>
            <a:ext cx="1805441" cy="1894017"/>
            <a:chOff x="3884465" y="2182683"/>
            <a:chExt cx="1805441" cy="1894017"/>
          </a:xfrm>
        </p:grpSpPr>
        <p:sp>
          <p:nvSpPr>
            <p:cNvPr id="101" name="Rectangle: Top Corners Rounded 100">
              <a:extLst>
                <a:ext uri="{FF2B5EF4-FFF2-40B4-BE49-F238E27FC236}">
                  <a16:creationId xmlns:a16="http://schemas.microsoft.com/office/drawing/2014/main" id="{E792FABC-AA8F-4748-B8FA-DBB9112863AC}"/>
                </a:ext>
              </a:extLst>
            </p:cNvPr>
            <p:cNvSpPr/>
            <p:nvPr/>
          </p:nvSpPr>
          <p:spPr>
            <a:xfrm>
              <a:off x="3991395" y="2209800"/>
              <a:ext cx="1591582" cy="1866900"/>
            </a:xfrm>
            <a:prstGeom prst="round2SameRect">
              <a:avLst>
                <a:gd name="adj1" fmla="val 12063"/>
                <a:gd name="adj2" fmla="val 0"/>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83919267-9DA5-4811-B4F4-94D72398E7FD}"/>
                </a:ext>
              </a:extLst>
            </p:cNvPr>
            <p:cNvSpPr txBox="1"/>
            <p:nvPr/>
          </p:nvSpPr>
          <p:spPr>
            <a:xfrm>
              <a:off x="3884465" y="2182683"/>
              <a:ext cx="1805441" cy="646331"/>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BAB</a:t>
              </a:r>
            </a:p>
          </p:txBody>
        </p:sp>
        <p:sp>
          <p:nvSpPr>
            <p:cNvPr id="103" name="TextBox 102">
              <a:extLst>
                <a:ext uri="{FF2B5EF4-FFF2-40B4-BE49-F238E27FC236}">
                  <a16:creationId xmlns:a16="http://schemas.microsoft.com/office/drawing/2014/main" id="{FECB41C1-3E79-45AA-B100-38C9E092C776}"/>
                </a:ext>
              </a:extLst>
            </p:cNvPr>
            <p:cNvSpPr txBox="1"/>
            <p:nvPr/>
          </p:nvSpPr>
          <p:spPr>
            <a:xfrm>
              <a:off x="4339969" y="2563851"/>
              <a:ext cx="894432" cy="1015663"/>
            </a:xfrm>
            <a:prstGeom prst="rect">
              <a:avLst/>
            </a:prstGeom>
            <a:noFill/>
          </p:spPr>
          <p:txBody>
            <a:bodyPr wrap="square" rtlCol="0">
              <a:spAutoFit/>
            </a:bodyPr>
            <a:lstStyle/>
            <a:p>
              <a:pPr algn="ctr"/>
              <a:r>
                <a:rPr lang="en-US" sz="6000" b="1" dirty="0">
                  <a:solidFill>
                    <a:srgbClr val="E6E7E9"/>
                  </a:solidFill>
                  <a:latin typeface="Tw Cen MT" panose="020B0602020104020603" pitchFamily="34" charset="0"/>
                </a:rPr>
                <a:t>2</a:t>
              </a:r>
            </a:p>
          </p:txBody>
        </p:sp>
      </p:grpSp>
      <p:grpSp>
        <p:nvGrpSpPr>
          <p:cNvPr id="104" name="Group 103">
            <a:extLst>
              <a:ext uri="{FF2B5EF4-FFF2-40B4-BE49-F238E27FC236}">
                <a16:creationId xmlns:a16="http://schemas.microsoft.com/office/drawing/2014/main" id="{A87830BE-EEF7-4034-8ABE-3212DB467DB4}"/>
              </a:ext>
            </a:extLst>
          </p:cNvPr>
          <p:cNvGrpSpPr/>
          <p:nvPr/>
        </p:nvGrpSpPr>
        <p:grpSpPr>
          <a:xfrm>
            <a:off x="2982416" y="1491437"/>
            <a:ext cx="1805441" cy="1894017"/>
            <a:chOff x="1387588" y="2182683"/>
            <a:chExt cx="1805441" cy="1894017"/>
          </a:xfrm>
        </p:grpSpPr>
        <p:sp>
          <p:nvSpPr>
            <p:cNvPr id="105" name="Rectangle: Top Corners Rounded 104">
              <a:extLst>
                <a:ext uri="{FF2B5EF4-FFF2-40B4-BE49-F238E27FC236}">
                  <a16:creationId xmlns:a16="http://schemas.microsoft.com/office/drawing/2014/main" id="{F1B87F23-BD02-4DB3-947D-2F61C5B87FEF}"/>
                </a:ext>
              </a:extLst>
            </p:cNvPr>
            <p:cNvSpPr/>
            <p:nvPr/>
          </p:nvSpPr>
          <p:spPr>
            <a:xfrm>
              <a:off x="1494518" y="2209800"/>
              <a:ext cx="1591582" cy="1866900"/>
            </a:xfrm>
            <a:prstGeom prst="round2SameRect">
              <a:avLst>
                <a:gd name="adj1" fmla="val 12063"/>
                <a:gd name="adj2" fmla="val 0"/>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5D8301A0-49D9-41A5-A227-2E35458E6401}"/>
                </a:ext>
              </a:extLst>
            </p:cNvPr>
            <p:cNvSpPr txBox="1"/>
            <p:nvPr/>
          </p:nvSpPr>
          <p:spPr>
            <a:xfrm>
              <a:off x="1387588" y="2182683"/>
              <a:ext cx="1805441" cy="646331"/>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BAB</a:t>
              </a:r>
            </a:p>
          </p:txBody>
        </p:sp>
        <p:sp>
          <p:nvSpPr>
            <p:cNvPr id="107" name="TextBox 106">
              <a:extLst>
                <a:ext uri="{FF2B5EF4-FFF2-40B4-BE49-F238E27FC236}">
                  <a16:creationId xmlns:a16="http://schemas.microsoft.com/office/drawing/2014/main" id="{236675CF-5B12-4D6B-8C03-F29656450255}"/>
                </a:ext>
              </a:extLst>
            </p:cNvPr>
            <p:cNvSpPr txBox="1"/>
            <p:nvPr/>
          </p:nvSpPr>
          <p:spPr>
            <a:xfrm>
              <a:off x="1843092" y="2563851"/>
              <a:ext cx="894432" cy="1015663"/>
            </a:xfrm>
            <a:prstGeom prst="rect">
              <a:avLst/>
            </a:prstGeom>
            <a:noFill/>
          </p:spPr>
          <p:txBody>
            <a:bodyPr wrap="square" rtlCol="0">
              <a:spAutoFit/>
            </a:bodyPr>
            <a:lstStyle/>
            <a:p>
              <a:pPr algn="ctr"/>
              <a:r>
                <a:rPr lang="en-US" sz="6000" b="1" dirty="0">
                  <a:solidFill>
                    <a:srgbClr val="E6E7E9"/>
                  </a:solidFill>
                  <a:latin typeface="Tw Cen MT" panose="020B0602020104020603" pitchFamily="34" charset="0"/>
                </a:rPr>
                <a:t>1</a:t>
              </a:r>
            </a:p>
          </p:txBody>
        </p:sp>
      </p:grpSp>
      <p:sp>
        <p:nvSpPr>
          <p:cNvPr id="108" name="Freeform: Shape 107">
            <a:extLst>
              <a:ext uri="{FF2B5EF4-FFF2-40B4-BE49-F238E27FC236}">
                <a16:creationId xmlns:a16="http://schemas.microsoft.com/office/drawing/2014/main" id="{48958204-CE05-4E79-AC55-C76FBB79E37F}"/>
              </a:ext>
            </a:extLst>
          </p:cNvPr>
          <p:cNvSpPr/>
          <p:nvPr/>
        </p:nvSpPr>
        <p:spPr>
          <a:xfrm flipV="1">
            <a:off x="3089346" y="2452004"/>
            <a:ext cx="1591582" cy="3031986"/>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bg1">
              <a:lumMod val="95000"/>
            </a:schemeClr>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108">
            <a:extLst>
              <a:ext uri="{FF2B5EF4-FFF2-40B4-BE49-F238E27FC236}">
                <a16:creationId xmlns:a16="http://schemas.microsoft.com/office/drawing/2014/main" id="{406A5A75-24F0-496A-82D6-E2B37B100BBD}"/>
              </a:ext>
            </a:extLst>
          </p:cNvPr>
          <p:cNvSpPr/>
          <p:nvPr/>
        </p:nvSpPr>
        <p:spPr>
          <a:xfrm flipV="1">
            <a:off x="5586223" y="2452004"/>
            <a:ext cx="1591582" cy="3031986"/>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bg1">
              <a:lumMod val="95000"/>
            </a:schemeClr>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Shape 109">
            <a:extLst>
              <a:ext uri="{FF2B5EF4-FFF2-40B4-BE49-F238E27FC236}">
                <a16:creationId xmlns:a16="http://schemas.microsoft.com/office/drawing/2014/main" id="{B8C3E14B-EBB2-49A7-9A4E-9C6AFAF9A364}"/>
              </a:ext>
            </a:extLst>
          </p:cNvPr>
          <p:cNvSpPr/>
          <p:nvPr/>
        </p:nvSpPr>
        <p:spPr>
          <a:xfrm flipV="1">
            <a:off x="8083100" y="2452004"/>
            <a:ext cx="1591582" cy="3031986"/>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bg1">
              <a:lumMod val="95000"/>
            </a:schemeClr>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4" name="Group 113">
            <a:extLst>
              <a:ext uri="{FF2B5EF4-FFF2-40B4-BE49-F238E27FC236}">
                <a16:creationId xmlns:a16="http://schemas.microsoft.com/office/drawing/2014/main" id="{8D94F991-2744-4D5C-BE57-A0C261539D2C}"/>
              </a:ext>
            </a:extLst>
          </p:cNvPr>
          <p:cNvGrpSpPr/>
          <p:nvPr/>
        </p:nvGrpSpPr>
        <p:grpSpPr>
          <a:xfrm>
            <a:off x="3083677" y="3146196"/>
            <a:ext cx="1591582" cy="617162"/>
            <a:chOff x="1488849" y="3837442"/>
            <a:chExt cx="1591582" cy="617162"/>
          </a:xfrm>
        </p:grpSpPr>
        <p:sp>
          <p:nvSpPr>
            <p:cNvPr id="115" name="TextBox 114">
              <a:extLst>
                <a:ext uri="{FF2B5EF4-FFF2-40B4-BE49-F238E27FC236}">
                  <a16:creationId xmlns:a16="http://schemas.microsoft.com/office/drawing/2014/main" id="{8721CE74-40AC-4223-B129-B3A270C7429B}"/>
                </a:ext>
              </a:extLst>
            </p:cNvPr>
            <p:cNvSpPr txBox="1"/>
            <p:nvPr/>
          </p:nvSpPr>
          <p:spPr>
            <a:xfrm>
              <a:off x="1488849" y="3837442"/>
              <a:ext cx="1591582" cy="369332"/>
            </a:xfrm>
            <a:prstGeom prst="rect">
              <a:avLst/>
            </a:prstGeom>
            <a:noFill/>
          </p:spPr>
          <p:txBody>
            <a:bodyPr wrap="square" rtlCol="0">
              <a:spAutoFit/>
            </a:bodyPr>
            <a:lstStyle/>
            <a:p>
              <a:pPr algn="ctr"/>
              <a:r>
                <a:rPr lang="en-US" b="1" dirty="0" err="1">
                  <a:solidFill>
                    <a:srgbClr val="FF5969"/>
                  </a:solidFill>
                  <a:latin typeface="Tw Cen MT" panose="020B0602020104020603" pitchFamily="34" charset="0"/>
                </a:rPr>
                <a:t>Pendahuluan</a:t>
              </a:r>
              <a:endParaRPr lang="en-US" b="1" dirty="0">
                <a:solidFill>
                  <a:srgbClr val="FF5969"/>
                </a:solidFill>
                <a:latin typeface="Tw Cen MT" panose="020B0602020104020603" pitchFamily="34" charset="0"/>
              </a:endParaRPr>
            </a:p>
          </p:txBody>
        </p:sp>
        <p:sp>
          <p:nvSpPr>
            <p:cNvPr id="116" name="TextBox 115">
              <a:extLst>
                <a:ext uri="{FF2B5EF4-FFF2-40B4-BE49-F238E27FC236}">
                  <a16:creationId xmlns:a16="http://schemas.microsoft.com/office/drawing/2014/main" id="{FC94FF53-E358-452A-A5CE-3296318ABBE9}"/>
                </a:ext>
              </a:extLst>
            </p:cNvPr>
            <p:cNvSpPr txBox="1"/>
            <p:nvPr/>
          </p:nvSpPr>
          <p:spPr>
            <a:xfrm>
              <a:off x="1488849" y="4146827"/>
              <a:ext cx="1591582" cy="307777"/>
            </a:xfrm>
            <a:prstGeom prst="rect">
              <a:avLst/>
            </a:prstGeom>
            <a:noFill/>
          </p:spPr>
          <p:txBody>
            <a:bodyPr wrap="square" rtlCol="0">
              <a:spAutoFit/>
            </a:bodyPr>
            <a:lstStyle/>
            <a:p>
              <a:pPr algn="ctr"/>
              <a:endParaRPr lang="en-US" sz="1400" b="1" dirty="0">
                <a:solidFill>
                  <a:srgbClr val="A6A6A6"/>
                </a:solidFill>
                <a:latin typeface="Tw Cen MT" panose="020B0602020104020603" pitchFamily="34" charset="0"/>
              </a:endParaRPr>
            </a:p>
          </p:txBody>
        </p:sp>
      </p:grpSp>
      <p:grpSp>
        <p:nvGrpSpPr>
          <p:cNvPr id="117" name="Group 116">
            <a:extLst>
              <a:ext uri="{FF2B5EF4-FFF2-40B4-BE49-F238E27FC236}">
                <a16:creationId xmlns:a16="http://schemas.microsoft.com/office/drawing/2014/main" id="{860A9D1F-EDAE-418D-A3C8-F8109A2B052A}"/>
              </a:ext>
            </a:extLst>
          </p:cNvPr>
          <p:cNvGrpSpPr/>
          <p:nvPr/>
        </p:nvGrpSpPr>
        <p:grpSpPr>
          <a:xfrm>
            <a:off x="5572502" y="3146196"/>
            <a:ext cx="1591582" cy="646331"/>
            <a:chOff x="3977674" y="3837442"/>
            <a:chExt cx="1591582" cy="646331"/>
          </a:xfrm>
        </p:grpSpPr>
        <p:sp>
          <p:nvSpPr>
            <p:cNvPr id="118" name="TextBox 117">
              <a:extLst>
                <a:ext uri="{FF2B5EF4-FFF2-40B4-BE49-F238E27FC236}">
                  <a16:creationId xmlns:a16="http://schemas.microsoft.com/office/drawing/2014/main" id="{91705BAF-DCDA-4FDC-8DA1-1FBA870AE5C8}"/>
                </a:ext>
              </a:extLst>
            </p:cNvPr>
            <p:cNvSpPr txBox="1"/>
            <p:nvPr/>
          </p:nvSpPr>
          <p:spPr>
            <a:xfrm>
              <a:off x="3977674" y="3837442"/>
              <a:ext cx="1591582" cy="646331"/>
            </a:xfrm>
            <a:prstGeom prst="rect">
              <a:avLst/>
            </a:prstGeom>
            <a:noFill/>
          </p:spPr>
          <p:txBody>
            <a:bodyPr wrap="square" rtlCol="0">
              <a:spAutoFit/>
            </a:bodyPr>
            <a:lstStyle/>
            <a:p>
              <a:pPr algn="ctr"/>
              <a:r>
                <a:rPr lang="en-US" b="1" dirty="0" err="1">
                  <a:solidFill>
                    <a:srgbClr val="52CBBE"/>
                  </a:solidFill>
                  <a:latin typeface="Tw Cen MT" panose="020B0602020104020603" pitchFamily="34" charset="0"/>
                </a:rPr>
                <a:t>Landasan</a:t>
              </a:r>
              <a:r>
                <a:rPr lang="en-US" b="1" dirty="0">
                  <a:solidFill>
                    <a:srgbClr val="52CBBE"/>
                  </a:solidFill>
                  <a:latin typeface="Tw Cen MT" panose="020B0602020104020603" pitchFamily="34" charset="0"/>
                </a:rPr>
                <a:t> </a:t>
              </a:r>
              <a:r>
                <a:rPr lang="en-US" b="1" dirty="0" err="1">
                  <a:solidFill>
                    <a:srgbClr val="52CBBE"/>
                  </a:solidFill>
                  <a:latin typeface="Tw Cen MT" panose="020B0602020104020603" pitchFamily="34" charset="0"/>
                </a:rPr>
                <a:t>Teori</a:t>
              </a:r>
              <a:endParaRPr lang="en-US" b="1" dirty="0">
                <a:solidFill>
                  <a:srgbClr val="52CBBE"/>
                </a:solidFill>
                <a:latin typeface="Tw Cen MT" panose="020B0602020104020603" pitchFamily="34" charset="0"/>
              </a:endParaRPr>
            </a:p>
          </p:txBody>
        </p:sp>
        <p:sp>
          <p:nvSpPr>
            <p:cNvPr id="119" name="TextBox 118">
              <a:extLst>
                <a:ext uri="{FF2B5EF4-FFF2-40B4-BE49-F238E27FC236}">
                  <a16:creationId xmlns:a16="http://schemas.microsoft.com/office/drawing/2014/main" id="{BBD17202-B0A7-4912-9A5D-8F55518824B3}"/>
                </a:ext>
              </a:extLst>
            </p:cNvPr>
            <p:cNvSpPr txBox="1"/>
            <p:nvPr/>
          </p:nvSpPr>
          <p:spPr>
            <a:xfrm>
              <a:off x="3977674" y="4146827"/>
              <a:ext cx="1591582" cy="307777"/>
            </a:xfrm>
            <a:prstGeom prst="rect">
              <a:avLst/>
            </a:prstGeom>
            <a:noFill/>
          </p:spPr>
          <p:txBody>
            <a:bodyPr wrap="square" rtlCol="0">
              <a:spAutoFit/>
            </a:bodyPr>
            <a:lstStyle/>
            <a:p>
              <a:pPr algn="ctr"/>
              <a:endParaRPr lang="en-US" sz="1400" b="1" dirty="0">
                <a:solidFill>
                  <a:srgbClr val="A6A6A6"/>
                </a:solidFill>
                <a:latin typeface="Tw Cen MT" panose="020B0602020104020603" pitchFamily="34" charset="0"/>
              </a:endParaRPr>
            </a:p>
          </p:txBody>
        </p:sp>
      </p:grpSp>
      <p:grpSp>
        <p:nvGrpSpPr>
          <p:cNvPr id="120" name="Group 119">
            <a:extLst>
              <a:ext uri="{FF2B5EF4-FFF2-40B4-BE49-F238E27FC236}">
                <a16:creationId xmlns:a16="http://schemas.microsoft.com/office/drawing/2014/main" id="{1F66AC79-730F-4E07-974E-4F08542F2C4A}"/>
              </a:ext>
            </a:extLst>
          </p:cNvPr>
          <p:cNvGrpSpPr/>
          <p:nvPr/>
        </p:nvGrpSpPr>
        <p:grpSpPr>
          <a:xfrm>
            <a:off x="8083100" y="3146196"/>
            <a:ext cx="1591582" cy="646331"/>
            <a:chOff x="6488272" y="3837442"/>
            <a:chExt cx="1591582" cy="646331"/>
          </a:xfrm>
        </p:grpSpPr>
        <p:sp>
          <p:nvSpPr>
            <p:cNvPr id="121" name="TextBox 120">
              <a:extLst>
                <a:ext uri="{FF2B5EF4-FFF2-40B4-BE49-F238E27FC236}">
                  <a16:creationId xmlns:a16="http://schemas.microsoft.com/office/drawing/2014/main" id="{D025EBC6-5731-4D97-B58C-0E0C20D47817}"/>
                </a:ext>
              </a:extLst>
            </p:cNvPr>
            <p:cNvSpPr txBox="1"/>
            <p:nvPr/>
          </p:nvSpPr>
          <p:spPr>
            <a:xfrm>
              <a:off x="6488272" y="3837442"/>
              <a:ext cx="1591582" cy="646331"/>
            </a:xfrm>
            <a:prstGeom prst="rect">
              <a:avLst/>
            </a:prstGeom>
            <a:noFill/>
          </p:spPr>
          <p:txBody>
            <a:bodyPr wrap="square" rtlCol="0">
              <a:spAutoFit/>
            </a:bodyPr>
            <a:lstStyle/>
            <a:p>
              <a:pPr algn="ctr"/>
              <a:r>
                <a:rPr lang="en-US" b="1" dirty="0" err="1">
                  <a:solidFill>
                    <a:srgbClr val="FEC630"/>
                  </a:solidFill>
                  <a:latin typeface="Tw Cen MT" panose="020B0602020104020603" pitchFamily="34" charset="0"/>
                </a:rPr>
                <a:t>Motedologi</a:t>
              </a:r>
              <a:r>
                <a:rPr lang="en-US" b="1" dirty="0">
                  <a:solidFill>
                    <a:srgbClr val="FEC630"/>
                  </a:solidFill>
                  <a:latin typeface="Tw Cen MT" panose="020B0602020104020603" pitchFamily="34" charset="0"/>
                </a:rPr>
                <a:t> </a:t>
              </a:r>
            </a:p>
            <a:p>
              <a:pPr algn="ctr"/>
              <a:r>
                <a:rPr lang="en-US" b="1" dirty="0" err="1">
                  <a:solidFill>
                    <a:srgbClr val="FEC630"/>
                  </a:solidFill>
                  <a:latin typeface="Tw Cen MT" panose="020B0602020104020603" pitchFamily="34" charset="0"/>
                </a:rPr>
                <a:t>Penelitian</a:t>
              </a:r>
              <a:endParaRPr lang="en-US" b="1" dirty="0">
                <a:solidFill>
                  <a:srgbClr val="FEC630"/>
                </a:solidFill>
                <a:latin typeface="Tw Cen MT" panose="020B0602020104020603" pitchFamily="34" charset="0"/>
              </a:endParaRPr>
            </a:p>
          </p:txBody>
        </p:sp>
        <p:sp>
          <p:nvSpPr>
            <p:cNvPr id="122" name="TextBox 121">
              <a:extLst>
                <a:ext uri="{FF2B5EF4-FFF2-40B4-BE49-F238E27FC236}">
                  <a16:creationId xmlns:a16="http://schemas.microsoft.com/office/drawing/2014/main" id="{B38973E8-8FEC-48EF-89C3-A1086AD31515}"/>
                </a:ext>
              </a:extLst>
            </p:cNvPr>
            <p:cNvSpPr txBox="1"/>
            <p:nvPr/>
          </p:nvSpPr>
          <p:spPr>
            <a:xfrm>
              <a:off x="6488272" y="4146827"/>
              <a:ext cx="1591582" cy="307777"/>
            </a:xfrm>
            <a:prstGeom prst="rect">
              <a:avLst/>
            </a:prstGeom>
            <a:noFill/>
          </p:spPr>
          <p:txBody>
            <a:bodyPr wrap="square" rtlCol="0">
              <a:spAutoFit/>
            </a:bodyPr>
            <a:lstStyle/>
            <a:p>
              <a:pPr algn="ctr"/>
              <a:endParaRPr lang="en-US" sz="1400" b="1" dirty="0">
                <a:solidFill>
                  <a:srgbClr val="A6A6A6"/>
                </a:solidFill>
                <a:latin typeface="Tw Cen MT" panose="020B0602020104020603" pitchFamily="34" charset="0"/>
              </a:endParaRPr>
            </a:p>
          </p:txBody>
        </p:sp>
      </p:grpSp>
      <p:pic>
        <p:nvPicPr>
          <p:cNvPr id="3" name="Picture 2">
            <a:extLst>
              <a:ext uri="{FF2B5EF4-FFF2-40B4-BE49-F238E27FC236}">
                <a16:creationId xmlns:a16="http://schemas.microsoft.com/office/drawing/2014/main" id="{D1E1EB09-3B7F-4AD1-85F5-A963B8B7D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659" y="4229239"/>
            <a:ext cx="894354" cy="894352"/>
          </a:xfrm>
          <a:prstGeom prst="rect">
            <a:avLst/>
          </a:prstGeom>
        </p:spPr>
      </p:pic>
      <p:pic>
        <p:nvPicPr>
          <p:cNvPr id="7" name="Picture 6">
            <a:extLst>
              <a:ext uri="{FF2B5EF4-FFF2-40B4-BE49-F238E27FC236}">
                <a16:creationId xmlns:a16="http://schemas.microsoft.com/office/drawing/2014/main" id="{14331A99-A934-4099-9190-67078252B1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947" y="4229326"/>
            <a:ext cx="897858" cy="897856"/>
          </a:xfrm>
          <a:prstGeom prst="rect">
            <a:avLst/>
          </a:prstGeom>
        </p:spPr>
      </p:pic>
      <p:pic>
        <p:nvPicPr>
          <p:cNvPr id="9" name="Picture 8">
            <a:extLst>
              <a:ext uri="{FF2B5EF4-FFF2-40B4-BE49-F238E27FC236}">
                <a16:creationId xmlns:a16="http://schemas.microsoft.com/office/drawing/2014/main" id="{F5285DFE-7CB0-4F85-899B-F151E785F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1674" y="4229239"/>
            <a:ext cx="907482" cy="907480"/>
          </a:xfrm>
          <a:prstGeom prst="rect">
            <a:avLst/>
          </a:prstGeom>
        </p:spPr>
      </p:pic>
    </p:spTree>
    <p:extLst>
      <p:ext uri="{BB962C8B-B14F-4D97-AF65-F5344CB8AC3E}">
        <p14:creationId xmlns:p14="http://schemas.microsoft.com/office/powerpoint/2010/main" val="13969485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anim calcmode="lin" valueType="num">
                                      <p:cBhvr>
                                        <p:cTn id="8" dur="500" fill="hold"/>
                                        <p:tgtEl>
                                          <p:spTgt spid="108"/>
                                        </p:tgtEl>
                                        <p:attrNameLst>
                                          <p:attrName>ppt_x</p:attrName>
                                        </p:attrNameLst>
                                      </p:cBhvr>
                                      <p:tavLst>
                                        <p:tav tm="0">
                                          <p:val>
                                            <p:strVal val="#ppt_x"/>
                                          </p:val>
                                        </p:tav>
                                        <p:tav tm="100000">
                                          <p:val>
                                            <p:strVal val="#ppt_x"/>
                                          </p:val>
                                        </p:tav>
                                      </p:tavLst>
                                    </p:anim>
                                    <p:anim calcmode="lin" valueType="num">
                                      <p:cBhvr>
                                        <p:cTn id="9" dur="500" fill="hold"/>
                                        <p:tgtEl>
                                          <p:spTgt spid="10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25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500"/>
                                        <p:tgtEl>
                                          <p:spTgt spid="104"/>
                                        </p:tgtEl>
                                      </p:cBhvr>
                                    </p:animEffect>
                                    <p:anim calcmode="lin" valueType="num">
                                      <p:cBhvr>
                                        <p:cTn id="14" dur="500" fill="hold"/>
                                        <p:tgtEl>
                                          <p:spTgt spid="104"/>
                                        </p:tgtEl>
                                        <p:attrNameLst>
                                          <p:attrName>ppt_x</p:attrName>
                                        </p:attrNameLst>
                                      </p:cBhvr>
                                      <p:tavLst>
                                        <p:tav tm="0">
                                          <p:val>
                                            <p:strVal val="#ppt_x"/>
                                          </p:val>
                                        </p:tav>
                                        <p:tav tm="100000">
                                          <p:val>
                                            <p:strVal val="#ppt_x"/>
                                          </p:val>
                                        </p:tav>
                                      </p:tavLst>
                                    </p:anim>
                                    <p:anim calcmode="lin" valueType="num">
                                      <p:cBhvr>
                                        <p:cTn id="15" dur="500" fill="hold"/>
                                        <p:tgtEl>
                                          <p:spTgt spid="104"/>
                                        </p:tgtEl>
                                        <p:attrNameLst>
                                          <p:attrName>ppt_y</p:attrName>
                                        </p:attrNameLst>
                                      </p:cBhvr>
                                      <p:tavLst>
                                        <p:tav tm="0">
                                          <p:val>
                                            <p:strVal val="#ppt_y+.1"/>
                                          </p:val>
                                        </p:tav>
                                        <p:tav tm="100000">
                                          <p:val>
                                            <p:strVal val="#ppt_y"/>
                                          </p:val>
                                        </p:tav>
                                      </p:tavLst>
                                    </p:anim>
                                  </p:childTnLst>
                                </p:cTn>
                              </p:par>
                            </p:childTnLst>
                          </p:cTn>
                        </p:par>
                        <p:par>
                          <p:cTn id="16" fill="hold">
                            <p:stCondLst>
                              <p:cond delay="1250"/>
                            </p:stCondLst>
                            <p:childTnLst>
                              <p:par>
                                <p:cTn id="17" presetID="53" presetClass="entr" presetSubtype="16" fill="hold" nodeType="afterEffect">
                                  <p:stCondLst>
                                    <p:cond delay="0"/>
                                  </p:stCondLst>
                                  <p:childTnLst>
                                    <p:set>
                                      <p:cBhvr>
                                        <p:cTn id="18" dur="1" fill="hold">
                                          <p:stCondLst>
                                            <p:cond delay="0"/>
                                          </p:stCondLst>
                                        </p:cTn>
                                        <p:tgtEl>
                                          <p:spTgt spid="114"/>
                                        </p:tgtEl>
                                        <p:attrNameLst>
                                          <p:attrName>style.visibility</p:attrName>
                                        </p:attrNameLst>
                                      </p:cBhvr>
                                      <p:to>
                                        <p:strVal val="visible"/>
                                      </p:to>
                                    </p:set>
                                    <p:anim calcmode="lin" valueType="num">
                                      <p:cBhvr>
                                        <p:cTn id="19" dur="500" fill="hold"/>
                                        <p:tgtEl>
                                          <p:spTgt spid="114"/>
                                        </p:tgtEl>
                                        <p:attrNameLst>
                                          <p:attrName>ppt_w</p:attrName>
                                        </p:attrNameLst>
                                      </p:cBhvr>
                                      <p:tavLst>
                                        <p:tav tm="0">
                                          <p:val>
                                            <p:fltVal val="0"/>
                                          </p:val>
                                        </p:tav>
                                        <p:tav tm="100000">
                                          <p:val>
                                            <p:strVal val="#ppt_w"/>
                                          </p:val>
                                        </p:tav>
                                      </p:tavLst>
                                    </p:anim>
                                    <p:anim calcmode="lin" valueType="num">
                                      <p:cBhvr>
                                        <p:cTn id="20" dur="500" fill="hold"/>
                                        <p:tgtEl>
                                          <p:spTgt spid="114"/>
                                        </p:tgtEl>
                                        <p:attrNameLst>
                                          <p:attrName>ppt_h</p:attrName>
                                        </p:attrNameLst>
                                      </p:cBhvr>
                                      <p:tavLst>
                                        <p:tav tm="0">
                                          <p:val>
                                            <p:fltVal val="0"/>
                                          </p:val>
                                        </p:tav>
                                        <p:tav tm="100000">
                                          <p:val>
                                            <p:strVal val="#ppt_h"/>
                                          </p:val>
                                        </p:tav>
                                      </p:tavLst>
                                    </p:anim>
                                    <p:animEffect transition="in" filter="fade">
                                      <p:cBhvr>
                                        <p:cTn id="21" dur="500"/>
                                        <p:tgtEl>
                                          <p:spTgt spid="114"/>
                                        </p:tgtEl>
                                      </p:cBhvr>
                                    </p:animEffect>
                                  </p:childTnLst>
                                </p:cTn>
                              </p:par>
                              <p:par>
                                <p:cTn id="22" presetID="53" presetClass="entr" presetSubtype="16"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1750"/>
                            </p:stCondLst>
                            <p:childTnLst>
                              <p:par>
                                <p:cTn id="28" presetID="42" presetClass="entr" presetSubtype="0" fill="hold" grpId="0" nodeType="afterEffect">
                                  <p:stCondLst>
                                    <p:cond delay="250"/>
                                  </p:stCondLst>
                                  <p:childTnLst>
                                    <p:set>
                                      <p:cBhvr>
                                        <p:cTn id="29" dur="1" fill="hold">
                                          <p:stCondLst>
                                            <p:cond delay="0"/>
                                          </p:stCondLst>
                                        </p:cTn>
                                        <p:tgtEl>
                                          <p:spTgt spid="109"/>
                                        </p:tgtEl>
                                        <p:attrNameLst>
                                          <p:attrName>style.visibility</p:attrName>
                                        </p:attrNameLst>
                                      </p:cBhvr>
                                      <p:to>
                                        <p:strVal val="visible"/>
                                      </p:to>
                                    </p:set>
                                    <p:animEffect transition="in" filter="fade">
                                      <p:cBhvr>
                                        <p:cTn id="30" dur="500"/>
                                        <p:tgtEl>
                                          <p:spTgt spid="109"/>
                                        </p:tgtEl>
                                      </p:cBhvr>
                                    </p:animEffect>
                                    <p:anim calcmode="lin" valueType="num">
                                      <p:cBhvr>
                                        <p:cTn id="31" dur="500" fill="hold"/>
                                        <p:tgtEl>
                                          <p:spTgt spid="109"/>
                                        </p:tgtEl>
                                        <p:attrNameLst>
                                          <p:attrName>ppt_x</p:attrName>
                                        </p:attrNameLst>
                                      </p:cBhvr>
                                      <p:tavLst>
                                        <p:tav tm="0">
                                          <p:val>
                                            <p:strVal val="#ppt_x"/>
                                          </p:val>
                                        </p:tav>
                                        <p:tav tm="100000">
                                          <p:val>
                                            <p:strVal val="#ppt_x"/>
                                          </p:val>
                                        </p:tav>
                                      </p:tavLst>
                                    </p:anim>
                                    <p:anim calcmode="lin" valueType="num">
                                      <p:cBhvr>
                                        <p:cTn id="32" dur="500" fill="hold"/>
                                        <p:tgtEl>
                                          <p:spTgt spid="109"/>
                                        </p:tgtEl>
                                        <p:attrNameLst>
                                          <p:attrName>ppt_y</p:attrName>
                                        </p:attrNameLst>
                                      </p:cBhvr>
                                      <p:tavLst>
                                        <p:tav tm="0">
                                          <p:val>
                                            <p:strVal val="#ppt_y+.1"/>
                                          </p:val>
                                        </p:tav>
                                        <p:tav tm="100000">
                                          <p:val>
                                            <p:strVal val="#ppt_y"/>
                                          </p:val>
                                        </p:tav>
                                      </p:tavLst>
                                    </p:anim>
                                  </p:childTnLst>
                                </p:cTn>
                              </p:par>
                            </p:childTnLst>
                          </p:cTn>
                        </p:par>
                        <p:par>
                          <p:cTn id="33" fill="hold">
                            <p:stCondLst>
                              <p:cond delay="2500"/>
                            </p:stCondLst>
                            <p:childTnLst>
                              <p:par>
                                <p:cTn id="34" presetID="42" presetClass="entr" presetSubtype="0" fill="hold" nodeType="afterEffect">
                                  <p:stCondLst>
                                    <p:cond delay="250"/>
                                  </p:stCondLst>
                                  <p:childTnLst>
                                    <p:set>
                                      <p:cBhvr>
                                        <p:cTn id="35" dur="1" fill="hold">
                                          <p:stCondLst>
                                            <p:cond delay="0"/>
                                          </p:stCondLst>
                                        </p:cTn>
                                        <p:tgtEl>
                                          <p:spTgt spid="100"/>
                                        </p:tgtEl>
                                        <p:attrNameLst>
                                          <p:attrName>style.visibility</p:attrName>
                                        </p:attrNameLst>
                                      </p:cBhvr>
                                      <p:to>
                                        <p:strVal val="visible"/>
                                      </p:to>
                                    </p:set>
                                    <p:animEffect transition="in" filter="fade">
                                      <p:cBhvr>
                                        <p:cTn id="36" dur="500"/>
                                        <p:tgtEl>
                                          <p:spTgt spid="100"/>
                                        </p:tgtEl>
                                      </p:cBhvr>
                                    </p:animEffect>
                                    <p:anim calcmode="lin" valueType="num">
                                      <p:cBhvr>
                                        <p:cTn id="37" dur="500" fill="hold"/>
                                        <p:tgtEl>
                                          <p:spTgt spid="100"/>
                                        </p:tgtEl>
                                        <p:attrNameLst>
                                          <p:attrName>ppt_x</p:attrName>
                                        </p:attrNameLst>
                                      </p:cBhvr>
                                      <p:tavLst>
                                        <p:tav tm="0">
                                          <p:val>
                                            <p:strVal val="#ppt_x"/>
                                          </p:val>
                                        </p:tav>
                                        <p:tav tm="100000">
                                          <p:val>
                                            <p:strVal val="#ppt_x"/>
                                          </p:val>
                                        </p:tav>
                                      </p:tavLst>
                                    </p:anim>
                                    <p:anim calcmode="lin" valueType="num">
                                      <p:cBhvr>
                                        <p:cTn id="38" dur="500" fill="hold"/>
                                        <p:tgtEl>
                                          <p:spTgt spid="100"/>
                                        </p:tgtEl>
                                        <p:attrNameLst>
                                          <p:attrName>ppt_y</p:attrName>
                                        </p:attrNameLst>
                                      </p:cBhvr>
                                      <p:tavLst>
                                        <p:tav tm="0">
                                          <p:val>
                                            <p:strVal val="#ppt_y+.1"/>
                                          </p:val>
                                        </p:tav>
                                        <p:tav tm="100000">
                                          <p:val>
                                            <p:strVal val="#ppt_y"/>
                                          </p:val>
                                        </p:tav>
                                      </p:tavLst>
                                    </p:anim>
                                  </p:childTnLst>
                                </p:cTn>
                              </p:par>
                            </p:childTnLst>
                          </p:cTn>
                        </p:par>
                        <p:par>
                          <p:cTn id="39" fill="hold">
                            <p:stCondLst>
                              <p:cond delay="3250"/>
                            </p:stCondLst>
                            <p:childTnLst>
                              <p:par>
                                <p:cTn id="40" presetID="53" presetClass="entr" presetSubtype="16" fill="hold" nodeType="afterEffect">
                                  <p:stCondLst>
                                    <p:cond delay="0"/>
                                  </p:stCondLst>
                                  <p:childTnLst>
                                    <p:set>
                                      <p:cBhvr>
                                        <p:cTn id="41" dur="1" fill="hold">
                                          <p:stCondLst>
                                            <p:cond delay="0"/>
                                          </p:stCondLst>
                                        </p:cTn>
                                        <p:tgtEl>
                                          <p:spTgt spid="117"/>
                                        </p:tgtEl>
                                        <p:attrNameLst>
                                          <p:attrName>style.visibility</p:attrName>
                                        </p:attrNameLst>
                                      </p:cBhvr>
                                      <p:to>
                                        <p:strVal val="visible"/>
                                      </p:to>
                                    </p:set>
                                    <p:anim calcmode="lin" valueType="num">
                                      <p:cBhvr>
                                        <p:cTn id="42" dur="500" fill="hold"/>
                                        <p:tgtEl>
                                          <p:spTgt spid="117"/>
                                        </p:tgtEl>
                                        <p:attrNameLst>
                                          <p:attrName>ppt_w</p:attrName>
                                        </p:attrNameLst>
                                      </p:cBhvr>
                                      <p:tavLst>
                                        <p:tav tm="0">
                                          <p:val>
                                            <p:fltVal val="0"/>
                                          </p:val>
                                        </p:tav>
                                        <p:tav tm="100000">
                                          <p:val>
                                            <p:strVal val="#ppt_w"/>
                                          </p:val>
                                        </p:tav>
                                      </p:tavLst>
                                    </p:anim>
                                    <p:anim calcmode="lin" valueType="num">
                                      <p:cBhvr>
                                        <p:cTn id="43" dur="500" fill="hold"/>
                                        <p:tgtEl>
                                          <p:spTgt spid="117"/>
                                        </p:tgtEl>
                                        <p:attrNameLst>
                                          <p:attrName>ppt_h</p:attrName>
                                        </p:attrNameLst>
                                      </p:cBhvr>
                                      <p:tavLst>
                                        <p:tav tm="0">
                                          <p:val>
                                            <p:fltVal val="0"/>
                                          </p:val>
                                        </p:tav>
                                        <p:tav tm="100000">
                                          <p:val>
                                            <p:strVal val="#ppt_h"/>
                                          </p:val>
                                        </p:tav>
                                      </p:tavLst>
                                    </p:anim>
                                    <p:animEffect transition="in" filter="fade">
                                      <p:cBhvr>
                                        <p:cTn id="44" dur="500"/>
                                        <p:tgtEl>
                                          <p:spTgt spid="117"/>
                                        </p:tgtEl>
                                      </p:cBhvr>
                                    </p:animEffect>
                                  </p:childTnLst>
                                </p:cTn>
                              </p:par>
                              <p:par>
                                <p:cTn id="45" presetID="53" presetClass="entr" presetSubtype="16"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animEffect transition="in" filter="fade">
                                      <p:cBhvr>
                                        <p:cTn id="49" dur="500"/>
                                        <p:tgtEl>
                                          <p:spTgt spid="7"/>
                                        </p:tgtEl>
                                      </p:cBhvr>
                                    </p:animEffect>
                                  </p:childTnLst>
                                </p:cTn>
                              </p:par>
                            </p:childTnLst>
                          </p:cTn>
                        </p:par>
                        <p:par>
                          <p:cTn id="50" fill="hold">
                            <p:stCondLst>
                              <p:cond delay="3750"/>
                            </p:stCondLst>
                            <p:childTnLst>
                              <p:par>
                                <p:cTn id="51" presetID="42" presetClass="entr" presetSubtype="0" fill="hold" grpId="0" nodeType="afterEffect">
                                  <p:stCondLst>
                                    <p:cond delay="250"/>
                                  </p:stCondLst>
                                  <p:childTnLst>
                                    <p:set>
                                      <p:cBhvr>
                                        <p:cTn id="52" dur="1" fill="hold">
                                          <p:stCondLst>
                                            <p:cond delay="0"/>
                                          </p:stCondLst>
                                        </p:cTn>
                                        <p:tgtEl>
                                          <p:spTgt spid="110"/>
                                        </p:tgtEl>
                                        <p:attrNameLst>
                                          <p:attrName>style.visibility</p:attrName>
                                        </p:attrNameLst>
                                      </p:cBhvr>
                                      <p:to>
                                        <p:strVal val="visible"/>
                                      </p:to>
                                    </p:set>
                                    <p:animEffect transition="in" filter="fade">
                                      <p:cBhvr>
                                        <p:cTn id="53" dur="500"/>
                                        <p:tgtEl>
                                          <p:spTgt spid="110"/>
                                        </p:tgtEl>
                                      </p:cBhvr>
                                    </p:animEffect>
                                    <p:anim calcmode="lin" valueType="num">
                                      <p:cBhvr>
                                        <p:cTn id="54" dur="500" fill="hold"/>
                                        <p:tgtEl>
                                          <p:spTgt spid="110"/>
                                        </p:tgtEl>
                                        <p:attrNameLst>
                                          <p:attrName>ppt_x</p:attrName>
                                        </p:attrNameLst>
                                      </p:cBhvr>
                                      <p:tavLst>
                                        <p:tav tm="0">
                                          <p:val>
                                            <p:strVal val="#ppt_x"/>
                                          </p:val>
                                        </p:tav>
                                        <p:tav tm="100000">
                                          <p:val>
                                            <p:strVal val="#ppt_x"/>
                                          </p:val>
                                        </p:tav>
                                      </p:tavLst>
                                    </p:anim>
                                    <p:anim calcmode="lin" valueType="num">
                                      <p:cBhvr>
                                        <p:cTn id="55" dur="500" fill="hold"/>
                                        <p:tgtEl>
                                          <p:spTgt spid="110"/>
                                        </p:tgtEl>
                                        <p:attrNameLst>
                                          <p:attrName>ppt_y</p:attrName>
                                        </p:attrNameLst>
                                      </p:cBhvr>
                                      <p:tavLst>
                                        <p:tav tm="0">
                                          <p:val>
                                            <p:strVal val="#ppt_y+.1"/>
                                          </p:val>
                                        </p:tav>
                                        <p:tav tm="100000">
                                          <p:val>
                                            <p:strVal val="#ppt_y"/>
                                          </p:val>
                                        </p:tav>
                                      </p:tavLst>
                                    </p:anim>
                                  </p:childTnLst>
                                </p:cTn>
                              </p:par>
                            </p:childTnLst>
                          </p:cTn>
                        </p:par>
                        <p:par>
                          <p:cTn id="56" fill="hold">
                            <p:stCondLst>
                              <p:cond delay="4500"/>
                            </p:stCondLst>
                            <p:childTnLst>
                              <p:par>
                                <p:cTn id="57" presetID="42" presetClass="entr" presetSubtype="0" fill="hold" nodeType="afterEffect">
                                  <p:stCondLst>
                                    <p:cond delay="250"/>
                                  </p:stCondLst>
                                  <p:childTnLst>
                                    <p:set>
                                      <p:cBhvr>
                                        <p:cTn id="58" dur="1" fill="hold">
                                          <p:stCondLst>
                                            <p:cond delay="0"/>
                                          </p:stCondLst>
                                        </p:cTn>
                                        <p:tgtEl>
                                          <p:spTgt spid="96"/>
                                        </p:tgtEl>
                                        <p:attrNameLst>
                                          <p:attrName>style.visibility</p:attrName>
                                        </p:attrNameLst>
                                      </p:cBhvr>
                                      <p:to>
                                        <p:strVal val="visible"/>
                                      </p:to>
                                    </p:set>
                                    <p:animEffect transition="in" filter="fade">
                                      <p:cBhvr>
                                        <p:cTn id="59" dur="500"/>
                                        <p:tgtEl>
                                          <p:spTgt spid="96"/>
                                        </p:tgtEl>
                                      </p:cBhvr>
                                    </p:animEffect>
                                    <p:anim calcmode="lin" valueType="num">
                                      <p:cBhvr>
                                        <p:cTn id="60" dur="500" fill="hold"/>
                                        <p:tgtEl>
                                          <p:spTgt spid="96"/>
                                        </p:tgtEl>
                                        <p:attrNameLst>
                                          <p:attrName>ppt_x</p:attrName>
                                        </p:attrNameLst>
                                      </p:cBhvr>
                                      <p:tavLst>
                                        <p:tav tm="0">
                                          <p:val>
                                            <p:strVal val="#ppt_x"/>
                                          </p:val>
                                        </p:tav>
                                        <p:tav tm="100000">
                                          <p:val>
                                            <p:strVal val="#ppt_x"/>
                                          </p:val>
                                        </p:tav>
                                      </p:tavLst>
                                    </p:anim>
                                    <p:anim calcmode="lin" valueType="num">
                                      <p:cBhvr>
                                        <p:cTn id="61" dur="500" fill="hold"/>
                                        <p:tgtEl>
                                          <p:spTgt spid="96"/>
                                        </p:tgtEl>
                                        <p:attrNameLst>
                                          <p:attrName>ppt_y</p:attrName>
                                        </p:attrNameLst>
                                      </p:cBhvr>
                                      <p:tavLst>
                                        <p:tav tm="0">
                                          <p:val>
                                            <p:strVal val="#ppt_y+.1"/>
                                          </p:val>
                                        </p:tav>
                                        <p:tav tm="100000">
                                          <p:val>
                                            <p:strVal val="#ppt_y"/>
                                          </p:val>
                                        </p:tav>
                                      </p:tavLst>
                                    </p:anim>
                                  </p:childTnLst>
                                </p:cTn>
                              </p:par>
                            </p:childTnLst>
                          </p:cTn>
                        </p:par>
                        <p:par>
                          <p:cTn id="62" fill="hold">
                            <p:stCondLst>
                              <p:cond delay="5250"/>
                            </p:stCondLst>
                            <p:childTnLst>
                              <p:par>
                                <p:cTn id="63" presetID="53" presetClass="entr" presetSubtype="16" fill="hold" nodeType="afterEffect">
                                  <p:stCondLst>
                                    <p:cond delay="0"/>
                                  </p:stCondLst>
                                  <p:childTnLst>
                                    <p:set>
                                      <p:cBhvr>
                                        <p:cTn id="64" dur="1" fill="hold">
                                          <p:stCondLst>
                                            <p:cond delay="0"/>
                                          </p:stCondLst>
                                        </p:cTn>
                                        <p:tgtEl>
                                          <p:spTgt spid="120"/>
                                        </p:tgtEl>
                                        <p:attrNameLst>
                                          <p:attrName>style.visibility</p:attrName>
                                        </p:attrNameLst>
                                      </p:cBhvr>
                                      <p:to>
                                        <p:strVal val="visible"/>
                                      </p:to>
                                    </p:set>
                                    <p:anim calcmode="lin" valueType="num">
                                      <p:cBhvr>
                                        <p:cTn id="65" dur="500" fill="hold"/>
                                        <p:tgtEl>
                                          <p:spTgt spid="120"/>
                                        </p:tgtEl>
                                        <p:attrNameLst>
                                          <p:attrName>ppt_w</p:attrName>
                                        </p:attrNameLst>
                                      </p:cBhvr>
                                      <p:tavLst>
                                        <p:tav tm="0">
                                          <p:val>
                                            <p:fltVal val="0"/>
                                          </p:val>
                                        </p:tav>
                                        <p:tav tm="100000">
                                          <p:val>
                                            <p:strVal val="#ppt_w"/>
                                          </p:val>
                                        </p:tav>
                                      </p:tavLst>
                                    </p:anim>
                                    <p:anim calcmode="lin" valueType="num">
                                      <p:cBhvr>
                                        <p:cTn id="66" dur="500" fill="hold"/>
                                        <p:tgtEl>
                                          <p:spTgt spid="120"/>
                                        </p:tgtEl>
                                        <p:attrNameLst>
                                          <p:attrName>ppt_h</p:attrName>
                                        </p:attrNameLst>
                                      </p:cBhvr>
                                      <p:tavLst>
                                        <p:tav tm="0">
                                          <p:val>
                                            <p:fltVal val="0"/>
                                          </p:val>
                                        </p:tav>
                                        <p:tav tm="100000">
                                          <p:val>
                                            <p:strVal val="#ppt_h"/>
                                          </p:val>
                                        </p:tav>
                                      </p:tavLst>
                                    </p:anim>
                                    <p:animEffect transition="in" filter="fade">
                                      <p:cBhvr>
                                        <p:cTn id="67" dur="500"/>
                                        <p:tgtEl>
                                          <p:spTgt spid="120"/>
                                        </p:tgtEl>
                                      </p:cBhvr>
                                    </p:animEffect>
                                  </p:childTnLst>
                                </p:cTn>
                              </p:par>
                              <p:par>
                                <p:cTn id="68" presetID="53" presetClass="entr" presetSubtype="16" fill="hold" nodeType="with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p:cTn id="70" dur="500" fill="hold"/>
                                        <p:tgtEl>
                                          <p:spTgt spid="9"/>
                                        </p:tgtEl>
                                        <p:attrNameLst>
                                          <p:attrName>ppt_w</p:attrName>
                                        </p:attrNameLst>
                                      </p:cBhvr>
                                      <p:tavLst>
                                        <p:tav tm="0">
                                          <p:val>
                                            <p:fltVal val="0"/>
                                          </p:val>
                                        </p:tav>
                                        <p:tav tm="100000">
                                          <p:val>
                                            <p:strVal val="#ppt_w"/>
                                          </p:val>
                                        </p:tav>
                                      </p:tavLst>
                                    </p:anim>
                                    <p:anim calcmode="lin" valueType="num">
                                      <p:cBhvr>
                                        <p:cTn id="71" dur="500" fill="hold"/>
                                        <p:tgtEl>
                                          <p:spTgt spid="9"/>
                                        </p:tgtEl>
                                        <p:attrNameLst>
                                          <p:attrName>ppt_h</p:attrName>
                                        </p:attrNameLst>
                                      </p:cBhvr>
                                      <p:tavLst>
                                        <p:tav tm="0">
                                          <p:val>
                                            <p:fltVal val="0"/>
                                          </p:val>
                                        </p:tav>
                                        <p:tav tm="100000">
                                          <p:val>
                                            <p:strVal val="#ppt_h"/>
                                          </p:val>
                                        </p:tav>
                                      </p:tavLst>
                                    </p:anim>
                                    <p:animEffect transition="in" filter="fade">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animBg="1"/>
      <p:bldP spid="1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a:t>
            </a:r>
          </a:p>
          <a:p>
            <a:pPr algn="ctr"/>
            <a:r>
              <a:rPr lang="en-US" sz="8000" dirty="0" err="1">
                <a:solidFill>
                  <a:srgbClr val="FF5969"/>
                </a:solidFill>
                <a:latin typeface="Tw Cen MT" panose="020B0602020104020603" pitchFamily="34" charset="0"/>
              </a:rPr>
              <a:t>Pendahuluan</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9302800"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Latar</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Belakang</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8798784"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259721"/>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2" cy="6858000"/>
            <a:chOff x="718505" y="-1"/>
            <a:chExt cx="8692332"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395082"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677656"/>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Latar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Belakang</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Masalah</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Identifikasi</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Masalah</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Batasan </a:t>
            </a:r>
            <a:r>
              <a:rPr lang="en-US" sz="2800" dirty="0" err="1">
                <a:solidFill>
                  <a:srgbClr val="52CBBE"/>
                </a:solidFill>
                <a:latin typeface="Tw Cen MT" panose="020B0602020104020603" pitchFamily="34" charset="0"/>
              </a:rPr>
              <a:t>Masalah</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Rumusan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Masalah</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Tujuan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Manfaat</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endParaRPr lang="en-US" sz="2800" dirty="0">
              <a:solidFill>
                <a:srgbClr val="52CBBE"/>
              </a:solidFill>
              <a:latin typeface="Tw Cen MT" panose="020B0602020104020603" pitchFamily="34" charset="0"/>
            </a:endParaRPr>
          </a:p>
        </p:txBody>
      </p:sp>
    </p:spTree>
    <p:extLst>
      <p:ext uri="{BB962C8B-B14F-4D97-AF65-F5344CB8AC3E}">
        <p14:creationId xmlns:p14="http://schemas.microsoft.com/office/powerpoint/2010/main" val="4671253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8">
                                            <p:txEl>
                                              <p:pRg st="0" end="0"/>
                                            </p:txEl>
                                          </p:spTgt>
                                        </p:tgtEl>
                                        <p:attrNameLst>
                                          <p:attrName>style.visibility</p:attrName>
                                        </p:attrNameLst>
                                      </p:cBhvr>
                                      <p:to>
                                        <p:strVal val="visible"/>
                                      </p:to>
                                    </p:set>
                                    <p:animEffect transition="in" filter="fade">
                                      <p:cBhvr>
                                        <p:cTn id="7" dur="1000"/>
                                        <p:tgtEl>
                                          <p:spTgt spid="58">
                                            <p:txEl>
                                              <p:pRg st="0" end="0"/>
                                            </p:txEl>
                                          </p:spTgt>
                                        </p:tgtEl>
                                      </p:cBhvr>
                                    </p:animEffect>
                                    <p:anim calcmode="lin" valueType="num">
                                      <p:cBhvr>
                                        <p:cTn id="8" dur="1000" fill="hold"/>
                                        <p:tgtEl>
                                          <p:spTgt spid="5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8">
                                            <p:txEl>
                                              <p:pRg st="1" end="1"/>
                                            </p:txEl>
                                          </p:spTgt>
                                        </p:tgtEl>
                                        <p:attrNameLst>
                                          <p:attrName>style.visibility</p:attrName>
                                        </p:attrNameLst>
                                      </p:cBhvr>
                                      <p:to>
                                        <p:strVal val="visible"/>
                                      </p:to>
                                    </p:set>
                                    <p:animEffect transition="in" filter="fade">
                                      <p:cBhvr>
                                        <p:cTn id="12" dur="1000"/>
                                        <p:tgtEl>
                                          <p:spTgt spid="58">
                                            <p:txEl>
                                              <p:pRg st="1" end="1"/>
                                            </p:txEl>
                                          </p:spTgt>
                                        </p:tgtEl>
                                      </p:cBhvr>
                                    </p:animEffect>
                                    <p:anim calcmode="lin" valueType="num">
                                      <p:cBhvr>
                                        <p:cTn id="13" dur="1000" fill="hold"/>
                                        <p:tgtEl>
                                          <p:spTgt spid="5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8">
                                            <p:txEl>
                                              <p:pRg st="2" end="2"/>
                                            </p:txEl>
                                          </p:spTgt>
                                        </p:tgtEl>
                                        <p:attrNameLst>
                                          <p:attrName>style.visibility</p:attrName>
                                        </p:attrNameLst>
                                      </p:cBhvr>
                                      <p:to>
                                        <p:strVal val="visible"/>
                                      </p:to>
                                    </p:set>
                                    <p:animEffect transition="in" filter="fade">
                                      <p:cBhvr>
                                        <p:cTn id="17" dur="1000"/>
                                        <p:tgtEl>
                                          <p:spTgt spid="58">
                                            <p:txEl>
                                              <p:pRg st="2" end="2"/>
                                            </p:txEl>
                                          </p:spTgt>
                                        </p:tgtEl>
                                      </p:cBhvr>
                                    </p:animEffect>
                                    <p:anim calcmode="lin" valueType="num">
                                      <p:cBhvr>
                                        <p:cTn id="18" dur="1000" fill="hold"/>
                                        <p:tgtEl>
                                          <p:spTgt spid="5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8">
                                            <p:txEl>
                                              <p:pRg st="3" end="3"/>
                                            </p:txEl>
                                          </p:spTgt>
                                        </p:tgtEl>
                                        <p:attrNameLst>
                                          <p:attrName>style.visibility</p:attrName>
                                        </p:attrNameLst>
                                      </p:cBhvr>
                                      <p:to>
                                        <p:strVal val="visible"/>
                                      </p:to>
                                    </p:set>
                                    <p:animEffect transition="in" filter="fade">
                                      <p:cBhvr>
                                        <p:cTn id="22" dur="1000"/>
                                        <p:tgtEl>
                                          <p:spTgt spid="58">
                                            <p:txEl>
                                              <p:pRg st="3" end="3"/>
                                            </p:txEl>
                                          </p:spTgt>
                                        </p:tgtEl>
                                      </p:cBhvr>
                                    </p:animEffect>
                                    <p:anim calcmode="lin" valueType="num">
                                      <p:cBhvr>
                                        <p:cTn id="23" dur="1000" fill="hold"/>
                                        <p:tgtEl>
                                          <p:spTgt spid="5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8">
                                            <p:txEl>
                                              <p:pRg st="4" end="4"/>
                                            </p:txEl>
                                          </p:spTgt>
                                        </p:tgtEl>
                                        <p:attrNameLst>
                                          <p:attrName>style.visibility</p:attrName>
                                        </p:attrNameLst>
                                      </p:cBhvr>
                                      <p:to>
                                        <p:strVal val="visible"/>
                                      </p:to>
                                    </p:set>
                                    <p:animEffect transition="in" filter="fade">
                                      <p:cBhvr>
                                        <p:cTn id="27" dur="1000"/>
                                        <p:tgtEl>
                                          <p:spTgt spid="58">
                                            <p:txEl>
                                              <p:pRg st="4" end="4"/>
                                            </p:txEl>
                                          </p:spTgt>
                                        </p:tgtEl>
                                      </p:cBhvr>
                                    </p:animEffect>
                                    <p:anim calcmode="lin" valueType="num">
                                      <p:cBhvr>
                                        <p:cTn id="28" dur="1000" fill="hold"/>
                                        <p:tgtEl>
                                          <p:spTgt spid="5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8">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8">
                                            <p:txEl>
                                              <p:pRg st="5" end="5"/>
                                            </p:txEl>
                                          </p:spTgt>
                                        </p:tgtEl>
                                        <p:attrNameLst>
                                          <p:attrName>style.visibility</p:attrName>
                                        </p:attrNameLst>
                                      </p:cBhvr>
                                      <p:to>
                                        <p:strVal val="visible"/>
                                      </p:to>
                                    </p:set>
                                    <p:animEffect transition="in" filter="fade">
                                      <p:cBhvr>
                                        <p:cTn id="32" dur="1000"/>
                                        <p:tgtEl>
                                          <p:spTgt spid="58">
                                            <p:txEl>
                                              <p:pRg st="5" end="5"/>
                                            </p:txEl>
                                          </p:spTgt>
                                        </p:tgtEl>
                                      </p:cBhvr>
                                    </p:animEffect>
                                    <p:anim calcmode="lin" valueType="num">
                                      <p:cBhvr>
                                        <p:cTn id="33" dur="1000" fill="hold"/>
                                        <p:tgtEl>
                                          <p:spTgt spid="58">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58">
                                            <p:txEl>
                                              <p:pRg st="5" end="5"/>
                                            </p:txEl>
                                          </p:spTgt>
                                        </p:tgtEl>
                                        <p:attrNameLst>
                                          <p:attrName>ppt_y</p:attrName>
                                        </p:attrNameLst>
                                      </p:cBhvr>
                                      <p:tavLst>
                                        <p:tav tm="0">
                                          <p:val>
                                            <p:strVal val="#ppt_y+.1"/>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0">
                                            <p:txEl>
                                              <p:pRg st="0" end="0"/>
                                            </p:txEl>
                                          </p:spTgt>
                                        </p:tgtEl>
                                        <p:attrNameLst>
                                          <p:attrName>style.visibility</p:attrName>
                                        </p:attrNameLst>
                                      </p:cBhvr>
                                      <p:to>
                                        <p:strVal val="visible"/>
                                      </p:to>
                                    </p:set>
                                    <p:anim calcmode="lin" valueType="num">
                                      <p:cBhvr additive="base">
                                        <p:cTn id="37"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0">
                                            <p:txEl>
                                              <p:pRg st="1" end="1"/>
                                            </p:txEl>
                                          </p:spTgt>
                                        </p:tgtEl>
                                        <p:attrNameLst>
                                          <p:attrName>style.visibility</p:attrName>
                                        </p:attrNameLst>
                                      </p:cBhvr>
                                      <p:to>
                                        <p:strVal val="visible"/>
                                      </p:to>
                                    </p:set>
                                    <p:anim calcmode="lin" valueType="num">
                                      <p:cBhvr additive="base">
                                        <p:cTn id="41" dur="500" fill="hold"/>
                                        <p:tgtEl>
                                          <p:spTgt spid="50">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066ACF4C-6F8C-46FC-8362-2E05C90EEAFA}"/>
              </a:ext>
            </a:extLst>
          </p:cNvPr>
          <p:cNvGrpSpPr/>
          <p:nvPr/>
        </p:nvGrpSpPr>
        <p:grpSpPr>
          <a:xfrm>
            <a:off x="-290920" y="0"/>
            <a:ext cx="12489803" cy="6858000"/>
            <a:chOff x="-290920" y="0"/>
            <a:chExt cx="12489803" cy="6858000"/>
          </a:xfrm>
        </p:grpSpPr>
        <p:sp>
          <p:nvSpPr>
            <p:cNvPr id="51" name="Rectangle 50">
              <a:extLst>
                <a:ext uri="{FF2B5EF4-FFF2-40B4-BE49-F238E27FC236}">
                  <a16:creationId xmlns:a16="http://schemas.microsoft.com/office/drawing/2014/main" id="{4F373113-18F1-4443-9A8E-5EF06C1D2FEA}"/>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8F99D053-FB83-41F1-B2CB-C10918BC99BC}"/>
                </a:ext>
              </a:extLst>
            </p:cNvPr>
            <p:cNvSpPr/>
            <p:nvPr/>
          </p:nvSpPr>
          <p:spPr>
            <a:xfrm>
              <a:off x="11302528" y="2337441"/>
              <a:ext cx="889472"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F4373C1-3934-47C3-8F36-E2FB2615CA87}"/>
                </a:ext>
              </a:extLst>
            </p:cNvPr>
            <p:cNvSpPr txBox="1"/>
            <p:nvPr/>
          </p:nvSpPr>
          <p:spPr>
            <a:xfrm rot="16200000">
              <a:off x="10787592" y="3287065"/>
              <a:ext cx="2360918" cy="461665"/>
            </a:xfrm>
            <a:prstGeom prst="rect">
              <a:avLst/>
            </a:prstGeom>
            <a:noFill/>
          </p:spPr>
          <p:txBody>
            <a:bodyPr wrap="square" rtlCol="0">
              <a:spAutoFit/>
            </a:bodyPr>
            <a:lstStyle/>
            <a:p>
              <a:pPr algn="ctr"/>
              <a:r>
                <a:rPr lang="en-US" sz="2400" b="1" dirty="0" err="1">
                  <a:solidFill>
                    <a:srgbClr val="F0EEF0"/>
                  </a:solidFill>
                  <a:latin typeface="Tw Cen MT" panose="020B0602020104020603" pitchFamily="34" charset="0"/>
                </a:rPr>
                <a:t>Latar</a:t>
              </a:r>
              <a:r>
                <a:rPr lang="en-US" sz="2400" b="1" dirty="0">
                  <a:solidFill>
                    <a:srgbClr val="F0EEF0"/>
                  </a:solidFill>
                  <a:latin typeface="Tw Cen MT" panose="020B0602020104020603" pitchFamily="34" charset="0"/>
                </a:rPr>
                <a:t> </a:t>
              </a:r>
              <a:r>
                <a:rPr lang="en-US" sz="2400" b="1" dirty="0" err="1">
                  <a:solidFill>
                    <a:srgbClr val="F0EEF0"/>
                  </a:solidFill>
                  <a:latin typeface="Tw Cen MT" panose="020B0602020104020603" pitchFamily="34" charset="0"/>
                </a:rPr>
                <a:t>Belakang</a:t>
              </a:r>
              <a:endParaRPr lang="en-US" sz="2400" b="1" dirty="0">
                <a:solidFill>
                  <a:srgbClr val="F0EEF0"/>
                </a:solidFill>
                <a:latin typeface="Tw Cen MT" panose="020B0602020104020603" pitchFamily="34" charset="0"/>
              </a:endParaRPr>
            </a:p>
          </p:txBody>
        </p:sp>
        <p:pic>
          <p:nvPicPr>
            <p:cNvPr id="54" name="Picture 53">
              <a:extLst>
                <a:ext uri="{FF2B5EF4-FFF2-40B4-BE49-F238E27FC236}">
                  <a16:creationId xmlns:a16="http://schemas.microsoft.com/office/drawing/2014/main" id="{5A5E18E8-5A3E-4F1D-8254-6193AA55C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302525" y="3247472"/>
              <a:ext cx="530600" cy="530600"/>
            </a:xfrm>
            <a:prstGeom prst="rect">
              <a:avLst/>
            </a:prstGeom>
          </p:spPr>
        </p:pic>
      </p:grpSp>
      <p:sp>
        <p:nvSpPr>
          <p:cNvPr id="70" name="Rectangle 69">
            <a:extLst>
              <a:ext uri="{FF2B5EF4-FFF2-40B4-BE49-F238E27FC236}">
                <a16:creationId xmlns:a16="http://schemas.microsoft.com/office/drawing/2014/main" id="{371C6EE2-CCA6-4F94-870B-CB9D61CEBE1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8C906A3-0E05-412C-A51A-E12E1E6F7A30}"/>
              </a:ext>
            </a:extLst>
          </p:cNvPr>
          <p:cNvGrpSpPr/>
          <p:nvPr/>
        </p:nvGrpSpPr>
        <p:grpSpPr>
          <a:xfrm>
            <a:off x="3021802" y="400050"/>
            <a:ext cx="3264698" cy="771525"/>
            <a:chOff x="3021802" y="400050"/>
            <a:chExt cx="3264698" cy="814388"/>
          </a:xfrm>
        </p:grpSpPr>
        <p:sp>
          <p:nvSpPr>
            <p:cNvPr id="2" name="Rectangle: Rounded Corners 1">
              <a:extLst>
                <a:ext uri="{FF2B5EF4-FFF2-40B4-BE49-F238E27FC236}">
                  <a16:creationId xmlns:a16="http://schemas.microsoft.com/office/drawing/2014/main" id="{6FFFC064-9E4C-4212-A1F2-D9E12A1A06CB}"/>
                </a:ext>
              </a:extLst>
            </p:cNvPr>
            <p:cNvSpPr/>
            <p:nvPr/>
          </p:nvSpPr>
          <p:spPr>
            <a:xfrm>
              <a:off x="3021802" y="400050"/>
              <a:ext cx="3264698" cy="814388"/>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t>Kemajuan</a:t>
              </a:r>
              <a:r>
                <a:rPr lang="en-US" sz="2400" dirty="0"/>
                <a:t> </a:t>
              </a:r>
              <a:r>
                <a:rPr lang="en-US" sz="2400" dirty="0" err="1"/>
                <a:t>Teknologi</a:t>
              </a:r>
              <a:endParaRPr lang="en-ID" sz="2400" dirty="0"/>
            </a:p>
          </p:txBody>
        </p:sp>
        <p:pic>
          <p:nvPicPr>
            <p:cNvPr id="5" name="Graphic 4" descr="DJ">
              <a:extLst>
                <a:ext uri="{FF2B5EF4-FFF2-40B4-BE49-F238E27FC236}">
                  <a16:creationId xmlns:a16="http://schemas.microsoft.com/office/drawing/2014/main" id="{0CC83E5B-DD40-4204-A07F-C8F3B250CD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63061" y="541944"/>
              <a:ext cx="530600" cy="530600"/>
            </a:xfrm>
            <a:prstGeom prst="rect">
              <a:avLst/>
            </a:prstGeom>
          </p:spPr>
        </p:pic>
      </p:grpSp>
      <p:grpSp>
        <p:nvGrpSpPr>
          <p:cNvPr id="12" name="Group 11">
            <a:extLst>
              <a:ext uri="{FF2B5EF4-FFF2-40B4-BE49-F238E27FC236}">
                <a16:creationId xmlns:a16="http://schemas.microsoft.com/office/drawing/2014/main" id="{54389768-F73F-43AE-9E58-4A56BAC0B6B3}"/>
              </a:ext>
            </a:extLst>
          </p:cNvPr>
          <p:cNvGrpSpPr/>
          <p:nvPr/>
        </p:nvGrpSpPr>
        <p:grpSpPr>
          <a:xfrm>
            <a:off x="3030955" y="1577716"/>
            <a:ext cx="3264698" cy="771525"/>
            <a:chOff x="3033787" y="1326127"/>
            <a:chExt cx="3264698" cy="771525"/>
          </a:xfrm>
        </p:grpSpPr>
        <p:sp>
          <p:nvSpPr>
            <p:cNvPr id="87" name="Rectangle: Rounded Corners 86">
              <a:extLst>
                <a:ext uri="{FF2B5EF4-FFF2-40B4-BE49-F238E27FC236}">
                  <a16:creationId xmlns:a16="http://schemas.microsoft.com/office/drawing/2014/main" id="{AD0CEF58-B47B-4F1A-9EC6-F513170F61D9}"/>
                </a:ext>
              </a:extLst>
            </p:cNvPr>
            <p:cNvSpPr/>
            <p:nvPr/>
          </p:nvSpPr>
          <p:spPr>
            <a:xfrm>
              <a:off x="3033787" y="1326127"/>
              <a:ext cx="3264698" cy="771525"/>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t>Peningkatan</a:t>
              </a:r>
              <a:r>
                <a:rPr lang="en-US" sz="2400" dirty="0"/>
                <a:t> APK</a:t>
              </a:r>
              <a:endParaRPr lang="en-ID" sz="2400" dirty="0"/>
            </a:p>
          </p:txBody>
        </p:sp>
        <p:pic>
          <p:nvPicPr>
            <p:cNvPr id="8" name="Graphic 7" descr="Bar graph with upward trend">
              <a:extLst>
                <a:ext uri="{FF2B5EF4-FFF2-40B4-BE49-F238E27FC236}">
                  <a16:creationId xmlns:a16="http://schemas.microsoft.com/office/drawing/2014/main" id="{E6A71A0C-FB4D-49CB-91A4-8B50454F98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03281" y="1421532"/>
              <a:ext cx="604680" cy="604680"/>
            </a:xfrm>
            <a:prstGeom prst="rect">
              <a:avLst/>
            </a:prstGeom>
          </p:spPr>
        </p:pic>
      </p:grpSp>
      <p:grpSp>
        <p:nvGrpSpPr>
          <p:cNvPr id="11" name="Group 10">
            <a:extLst>
              <a:ext uri="{FF2B5EF4-FFF2-40B4-BE49-F238E27FC236}">
                <a16:creationId xmlns:a16="http://schemas.microsoft.com/office/drawing/2014/main" id="{5AD71143-5759-407A-9D0D-8E9AEAC505BF}"/>
              </a:ext>
            </a:extLst>
          </p:cNvPr>
          <p:cNvGrpSpPr/>
          <p:nvPr/>
        </p:nvGrpSpPr>
        <p:grpSpPr>
          <a:xfrm>
            <a:off x="3030955" y="2825443"/>
            <a:ext cx="3264698" cy="771525"/>
            <a:chOff x="3083407" y="2360792"/>
            <a:chExt cx="3264698" cy="771525"/>
          </a:xfrm>
        </p:grpSpPr>
        <p:sp>
          <p:nvSpPr>
            <p:cNvPr id="89" name="Rectangle: Rounded Corners 88">
              <a:extLst>
                <a:ext uri="{FF2B5EF4-FFF2-40B4-BE49-F238E27FC236}">
                  <a16:creationId xmlns:a16="http://schemas.microsoft.com/office/drawing/2014/main" id="{FF7D7DBA-4656-4B61-B752-AE28864302E6}"/>
                </a:ext>
              </a:extLst>
            </p:cNvPr>
            <p:cNvSpPr/>
            <p:nvPr/>
          </p:nvSpPr>
          <p:spPr>
            <a:xfrm>
              <a:off x="3083407" y="2360792"/>
              <a:ext cx="3264698" cy="771525"/>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t>Pandemi</a:t>
              </a:r>
              <a:r>
                <a:rPr lang="en-US" sz="2400" dirty="0"/>
                <a:t> Covid-19</a:t>
              </a:r>
              <a:endParaRPr lang="en-ID" sz="2400" dirty="0"/>
            </a:p>
          </p:txBody>
        </p:sp>
        <p:pic>
          <p:nvPicPr>
            <p:cNvPr id="10" name="Graphic 9" descr="First aid kit">
              <a:extLst>
                <a:ext uri="{FF2B5EF4-FFF2-40B4-BE49-F238E27FC236}">
                  <a16:creationId xmlns:a16="http://schemas.microsoft.com/office/drawing/2014/main" id="{34727971-C40B-4572-BE32-78E5B5B66B3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44775" y="2419736"/>
              <a:ext cx="636482" cy="636482"/>
            </a:xfrm>
            <a:prstGeom prst="rect">
              <a:avLst/>
            </a:prstGeom>
          </p:spPr>
        </p:pic>
      </p:grpSp>
      <p:graphicFrame>
        <p:nvGraphicFramePr>
          <p:cNvPr id="95" name="Chart 94">
            <a:extLst>
              <a:ext uri="{FF2B5EF4-FFF2-40B4-BE49-F238E27FC236}">
                <a16:creationId xmlns:a16="http://schemas.microsoft.com/office/drawing/2014/main" id="{2B358369-B333-4C01-94D9-7841EA2FD847}"/>
              </a:ext>
            </a:extLst>
          </p:cNvPr>
          <p:cNvGraphicFramePr/>
          <p:nvPr>
            <p:extLst>
              <p:ext uri="{D42A27DB-BD31-4B8C-83A1-F6EECF244321}">
                <p14:modId xmlns:p14="http://schemas.microsoft.com/office/powerpoint/2010/main" val="1460757147"/>
              </p:ext>
            </p:extLst>
          </p:nvPr>
        </p:nvGraphicFramePr>
        <p:xfrm>
          <a:off x="6831486" y="1975461"/>
          <a:ext cx="4210050" cy="3242408"/>
        </p:xfrm>
        <a:graphic>
          <a:graphicData uri="http://schemas.openxmlformats.org/drawingml/2006/chart">
            <c:chart xmlns:c="http://schemas.openxmlformats.org/drawingml/2006/chart" xmlns:r="http://schemas.openxmlformats.org/officeDocument/2006/relationships" r:id="rId9"/>
          </a:graphicData>
        </a:graphic>
      </p:graphicFrame>
      <p:grpSp>
        <p:nvGrpSpPr>
          <p:cNvPr id="15" name="Group 14">
            <a:extLst>
              <a:ext uri="{FF2B5EF4-FFF2-40B4-BE49-F238E27FC236}">
                <a16:creationId xmlns:a16="http://schemas.microsoft.com/office/drawing/2014/main" id="{7DA10629-9423-4670-BC44-521908B47085}"/>
              </a:ext>
            </a:extLst>
          </p:cNvPr>
          <p:cNvGrpSpPr/>
          <p:nvPr/>
        </p:nvGrpSpPr>
        <p:grpSpPr>
          <a:xfrm>
            <a:off x="2993775" y="5284639"/>
            <a:ext cx="3264698" cy="771525"/>
            <a:chOff x="3033787" y="4312593"/>
            <a:chExt cx="3264698" cy="771525"/>
          </a:xfrm>
        </p:grpSpPr>
        <p:sp>
          <p:nvSpPr>
            <p:cNvPr id="93" name="Rectangle: Rounded Corners 92">
              <a:extLst>
                <a:ext uri="{FF2B5EF4-FFF2-40B4-BE49-F238E27FC236}">
                  <a16:creationId xmlns:a16="http://schemas.microsoft.com/office/drawing/2014/main" id="{00EE507E-773F-4827-829C-F0A8B660D2C8}"/>
                </a:ext>
              </a:extLst>
            </p:cNvPr>
            <p:cNvSpPr/>
            <p:nvPr/>
          </p:nvSpPr>
          <p:spPr>
            <a:xfrm>
              <a:off x="3033787" y="4312593"/>
              <a:ext cx="3264698" cy="771525"/>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solidFill>
                    <a:schemeClr val="bg1"/>
                  </a:solidFill>
                </a:rPr>
                <a:t>Survei</a:t>
              </a:r>
              <a:r>
                <a:rPr lang="en-US" sz="2400" dirty="0">
                  <a:solidFill>
                    <a:schemeClr val="bg1"/>
                  </a:solidFill>
                </a:rPr>
                <a:t> </a:t>
              </a:r>
              <a:r>
                <a:rPr lang="id-ID" sz="1800" dirty="0">
                  <a:solidFill>
                    <a:schemeClr val="bg1"/>
                  </a:solidFill>
                  <a:effectLst/>
                  <a:latin typeface="Times New Roman" panose="02020603050405020304" pitchFamily="18" charset="0"/>
                  <a:ea typeface="Times New Roman" panose="02020603050405020304" pitchFamily="18" charset="0"/>
                </a:rPr>
                <a:t>LKPT PP IPNU</a:t>
              </a:r>
              <a:endParaRPr lang="en-ID" sz="2400" dirty="0">
                <a:solidFill>
                  <a:schemeClr val="bg1"/>
                </a:solidFill>
              </a:endParaRPr>
            </a:p>
          </p:txBody>
        </p:sp>
        <p:pic>
          <p:nvPicPr>
            <p:cNvPr id="14" name="Graphic 13" descr="Clipboard">
              <a:extLst>
                <a:ext uri="{FF2B5EF4-FFF2-40B4-BE49-F238E27FC236}">
                  <a16:creationId xmlns:a16="http://schemas.microsoft.com/office/drawing/2014/main" id="{9ED8F73E-0F99-473D-B251-E94937306DD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41370" y="4374655"/>
              <a:ext cx="609443" cy="609443"/>
            </a:xfrm>
            <a:prstGeom prst="rect">
              <a:avLst/>
            </a:prstGeom>
          </p:spPr>
        </p:pic>
      </p:grpSp>
      <p:grpSp>
        <p:nvGrpSpPr>
          <p:cNvPr id="18" name="Group 17">
            <a:extLst>
              <a:ext uri="{FF2B5EF4-FFF2-40B4-BE49-F238E27FC236}">
                <a16:creationId xmlns:a16="http://schemas.microsoft.com/office/drawing/2014/main" id="{FF1DB38E-1EA7-4593-8F2F-9FEBF570DA6B}"/>
              </a:ext>
            </a:extLst>
          </p:cNvPr>
          <p:cNvGrpSpPr/>
          <p:nvPr/>
        </p:nvGrpSpPr>
        <p:grpSpPr>
          <a:xfrm>
            <a:off x="3021802" y="4032557"/>
            <a:ext cx="3264698" cy="771525"/>
            <a:chOff x="3037047" y="3277928"/>
            <a:chExt cx="3264698" cy="771525"/>
          </a:xfrm>
        </p:grpSpPr>
        <p:sp>
          <p:nvSpPr>
            <p:cNvPr id="100" name="Rectangle: Rounded Corners 99">
              <a:extLst>
                <a:ext uri="{FF2B5EF4-FFF2-40B4-BE49-F238E27FC236}">
                  <a16:creationId xmlns:a16="http://schemas.microsoft.com/office/drawing/2014/main" id="{15F91A0B-07F2-404C-8693-6CB27490DBCA}"/>
                </a:ext>
              </a:extLst>
            </p:cNvPr>
            <p:cNvSpPr/>
            <p:nvPr/>
          </p:nvSpPr>
          <p:spPr>
            <a:xfrm>
              <a:off x="3037047" y="3277928"/>
              <a:ext cx="3264698" cy="771525"/>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t>E-University</a:t>
              </a:r>
              <a:endParaRPr lang="en-ID" sz="2400" dirty="0"/>
            </a:p>
          </p:txBody>
        </p:sp>
        <p:pic>
          <p:nvPicPr>
            <p:cNvPr id="17" name="Graphic 16" descr="Classroom">
              <a:extLst>
                <a:ext uri="{FF2B5EF4-FFF2-40B4-BE49-F238E27FC236}">
                  <a16:creationId xmlns:a16="http://schemas.microsoft.com/office/drawing/2014/main" id="{54DB59CB-A3DC-4C6A-8B73-35C3E5628AE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67851" y="3290285"/>
              <a:ext cx="727694" cy="727694"/>
            </a:xfrm>
            <a:prstGeom prst="rect">
              <a:avLst/>
            </a:prstGeom>
          </p:spPr>
        </p:pic>
      </p:grpSp>
      <p:grpSp>
        <p:nvGrpSpPr>
          <p:cNvPr id="49" name="Group 48">
            <a:extLst>
              <a:ext uri="{FF2B5EF4-FFF2-40B4-BE49-F238E27FC236}">
                <a16:creationId xmlns:a16="http://schemas.microsoft.com/office/drawing/2014/main" id="{38E83EC3-05BD-4CF5-9C38-BB4616B49796}"/>
              </a:ext>
            </a:extLst>
          </p:cNvPr>
          <p:cNvGrpSpPr/>
          <p:nvPr/>
        </p:nvGrpSpPr>
        <p:grpSpPr>
          <a:xfrm>
            <a:off x="-8798784" y="0"/>
            <a:ext cx="11447501" cy="6858000"/>
            <a:chOff x="213096" y="0"/>
            <a:chExt cx="11447501" cy="6858000"/>
          </a:xfrm>
        </p:grpSpPr>
        <p:sp>
          <p:nvSpPr>
            <p:cNvPr id="81" name="Rectangle 80">
              <a:extLst>
                <a:ext uri="{FF2B5EF4-FFF2-40B4-BE49-F238E27FC236}">
                  <a16:creationId xmlns:a16="http://schemas.microsoft.com/office/drawing/2014/main" id="{0DA2E5C9-441E-48BF-971E-D6C53D5B6346}"/>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reeform: Shape 81">
              <a:extLst>
                <a:ext uri="{FF2B5EF4-FFF2-40B4-BE49-F238E27FC236}">
                  <a16:creationId xmlns:a16="http://schemas.microsoft.com/office/drawing/2014/main" id="{AE725DDE-E593-47BA-B13A-279D1B6FB988}"/>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TextBox 82">
              <a:extLst>
                <a:ext uri="{FF2B5EF4-FFF2-40B4-BE49-F238E27FC236}">
                  <a16:creationId xmlns:a16="http://schemas.microsoft.com/office/drawing/2014/main" id="{79B2A193-E920-4A49-9BCE-DBA937B513CB}"/>
                </a:ext>
              </a:extLst>
            </p:cNvPr>
            <p:cNvSpPr txBox="1"/>
            <p:nvPr/>
          </p:nvSpPr>
          <p:spPr>
            <a:xfrm rot="16200000">
              <a:off x="10341391" y="3259721"/>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84" name="Picture 83">
              <a:extLst>
                <a:ext uri="{FF2B5EF4-FFF2-40B4-BE49-F238E27FC236}">
                  <a16:creationId xmlns:a16="http://schemas.microsoft.com/office/drawing/2014/main" id="{74CEC666-B763-46CB-ACC9-6C81129FC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85" name="Group 84">
            <a:extLst>
              <a:ext uri="{FF2B5EF4-FFF2-40B4-BE49-F238E27FC236}">
                <a16:creationId xmlns:a16="http://schemas.microsoft.com/office/drawing/2014/main" id="{38B3C56A-427C-44B4-9871-71047E9DCDA3}"/>
              </a:ext>
            </a:extLst>
          </p:cNvPr>
          <p:cNvGrpSpPr/>
          <p:nvPr/>
        </p:nvGrpSpPr>
        <p:grpSpPr>
          <a:xfrm>
            <a:off x="-7847639" y="0"/>
            <a:ext cx="9961092" cy="6858000"/>
            <a:chOff x="491575" y="0"/>
            <a:chExt cx="9961092" cy="6858000"/>
          </a:xfrm>
        </p:grpSpPr>
        <p:sp>
          <p:nvSpPr>
            <p:cNvPr id="86" name="Rectangle 85">
              <a:extLst>
                <a:ext uri="{FF2B5EF4-FFF2-40B4-BE49-F238E27FC236}">
                  <a16:creationId xmlns:a16="http://schemas.microsoft.com/office/drawing/2014/main" id="{2366F65B-8B57-4455-8A32-6C0D524037A1}"/>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41804D93-9101-4AB9-95E1-BB6651767D34}"/>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TextBox 89">
              <a:extLst>
                <a:ext uri="{FF2B5EF4-FFF2-40B4-BE49-F238E27FC236}">
                  <a16:creationId xmlns:a16="http://schemas.microsoft.com/office/drawing/2014/main" id="{4F982D62-81A7-401F-95A0-DB81DC204EBF}"/>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91" name="Picture 90">
              <a:extLst>
                <a:ext uri="{FF2B5EF4-FFF2-40B4-BE49-F238E27FC236}">
                  <a16:creationId xmlns:a16="http://schemas.microsoft.com/office/drawing/2014/main" id="{D6FCCCF2-6797-4B23-B684-C0A3D4931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2" name="Group 91">
            <a:extLst>
              <a:ext uri="{FF2B5EF4-FFF2-40B4-BE49-F238E27FC236}">
                <a16:creationId xmlns:a16="http://schemas.microsoft.com/office/drawing/2014/main" id="{D74415E7-17B4-4A00-BDD3-BCAACBD1F28D}"/>
              </a:ext>
            </a:extLst>
          </p:cNvPr>
          <p:cNvGrpSpPr/>
          <p:nvPr/>
        </p:nvGrpSpPr>
        <p:grpSpPr>
          <a:xfrm>
            <a:off x="-7985197" y="0"/>
            <a:ext cx="9574094" cy="6858000"/>
            <a:chOff x="491575" y="0"/>
            <a:chExt cx="9574094" cy="6858000"/>
          </a:xfrm>
        </p:grpSpPr>
        <p:sp>
          <p:nvSpPr>
            <p:cNvPr id="94" name="Rectangle 93">
              <a:extLst>
                <a:ext uri="{FF2B5EF4-FFF2-40B4-BE49-F238E27FC236}">
                  <a16:creationId xmlns:a16="http://schemas.microsoft.com/office/drawing/2014/main" id="{29DB3D3D-859E-43BF-9E13-C0209D81FB4A}"/>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a16="http://schemas.microsoft.com/office/drawing/2014/main" id="{C6080D8F-8488-4982-B688-2EE1C06B3466}"/>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TextBox 96">
              <a:extLst>
                <a:ext uri="{FF2B5EF4-FFF2-40B4-BE49-F238E27FC236}">
                  <a16:creationId xmlns:a16="http://schemas.microsoft.com/office/drawing/2014/main" id="{0FE1D3A6-FDDC-4ED9-AE77-6375242FEE4A}"/>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98" name="Picture 97">
              <a:extLst>
                <a:ext uri="{FF2B5EF4-FFF2-40B4-BE49-F238E27FC236}">
                  <a16:creationId xmlns:a16="http://schemas.microsoft.com/office/drawing/2014/main" id="{A2C41F9F-1D60-4461-87B4-F846E723C1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99" name="Group 98">
            <a:extLst>
              <a:ext uri="{FF2B5EF4-FFF2-40B4-BE49-F238E27FC236}">
                <a16:creationId xmlns:a16="http://schemas.microsoft.com/office/drawing/2014/main" id="{D88D1932-7D2B-4553-96E7-CD14B5A90A95}"/>
              </a:ext>
            </a:extLst>
          </p:cNvPr>
          <p:cNvGrpSpPr/>
          <p:nvPr/>
        </p:nvGrpSpPr>
        <p:grpSpPr>
          <a:xfrm>
            <a:off x="-7638543" y="-1"/>
            <a:ext cx="8692332" cy="6858000"/>
            <a:chOff x="718505" y="-1"/>
            <a:chExt cx="8692332" cy="6858000"/>
          </a:xfrm>
        </p:grpSpPr>
        <p:sp>
          <p:nvSpPr>
            <p:cNvPr id="101" name="Rectangle 100">
              <a:extLst>
                <a:ext uri="{FF2B5EF4-FFF2-40B4-BE49-F238E27FC236}">
                  <a16:creationId xmlns:a16="http://schemas.microsoft.com/office/drawing/2014/main" id="{4D38711F-35BB-461B-885B-526CC56E7975}"/>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Shape 101">
              <a:extLst>
                <a:ext uri="{FF2B5EF4-FFF2-40B4-BE49-F238E27FC236}">
                  <a16:creationId xmlns:a16="http://schemas.microsoft.com/office/drawing/2014/main" id="{ED612431-2F80-47E9-A8EF-3F1C1A4E0458}"/>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TextBox 102">
              <a:extLst>
                <a:ext uri="{FF2B5EF4-FFF2-40B4-BE49-F238E27FC236}">
                  <a16:creationId xmlns:a16="http://schemas.microsoft.com/office/drawing/2014/main" id="{20032508-A682-45A0-B12A-9C92DABE0547}"/>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104" name="Picture 103">
              <a:extLst>
                <a:ext uri="{FF2B5EF4-FFF2-40B4-BE49-F238E27FC236}">
                  <a16:creationId xmlns:a16="http://schemas.microsoft.com/office/drawing/2014/main" id="{CA566FCD-8385-4903-B19B-F245771A3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05" name="Group 104">
            <a:extLst>
              <a:ext uri="{FF2B5EF4-FFF2-40B4-BE49-F238E27FC236}">
                <a16:creationId xmlns:a16="http://schemas.microsoft.com/office/drawing/2014/main" id="{48D15626-841D-47B1-979A-E17458536109}"/>
              </a:ext>
            </a:extLst>
          </p:cNvPr>
          <p:cNvGrpSpPr/>
          <p:nvPr/>
        </p:nvGrpSpPr>
        <p:grpSpPr>
          <a:xfrm>
            <a:off x="-9395082" y="-1"/>
            <a:ext cx="9948758" cy="6858000"/>
            <a:chOff x="-9337032" y="-1"/>
            <a:chExt cx="9948758" cy="6858000"/>
          </a:xfrm>
        </p:grpSpPr>
        <p:sp>
          <p:nvSpPr>
            <p:cNvPr id="106" name="Rectangle 105">
              <a:extLst>
                <a:ext uri="{FF2B5EF4-FFF2-40B4-BE49-F238E27FC236}">
                  <a16:creationId xmlns:a16="http://schemas.microsoft.com/office/drawing/2014/main" id="{9776C403-92C5-43E8-BB44-428F88BCE9AC}"/>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Freeform: Shape 106">
              <a:extLst>
                <a:ext uri="{FF2B5EF4-FFF2-40B4-BE49-F238E27FC236}">
                  <a16:creationId xmlns:a16="http://schemas.microsoft.com/office/drawing/2014/main" id="{8CEBB14E-4482-428F-800C-8DD217515C91}"/>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TextBox 107">
              <a:extLst>
                <a:ext uri="{FF2B5EF4-FFF2-40B4-BE49-F238E27FC236}">
                  <a16:creationId xmlns:a16="http://schemas.microsoft.com/office/drawing/2014/main" id="{2D7EA4A5-1C19-47FB-8948-4E67DBDF95D2}"/>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109" name="Picture 108">
              <a:extLst>
                <a:ext uri="{FF2B5EF4-FFF2-40B4-BE49-F238E27FC236}">
                  <a16:creationId xmlns:a16="http://schemas.microsoft.com/office/drawing/2014/main" id="{22EB19A6-6EAA-4935-9249-C5DA1AABFD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Tree>
    <p:extLst>
      <p:ext uri="{BB962C8B-B14F-4D97-AF65-F5344CB8AC3E}">
        <p14:creationId xmlns:p14="http://schemas.microsoft.com/office/powerpoint/2010/main" val="22199868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fade">
                                      <p:cBhvr>
                                        <p:cTn id="40" dur="1000"/>
                                        <p:tgtEl>
                                          <p:spTgt spid="95"/>
                                        </p:tgtEl>
                                      </p:cBhvr>
                                    </p:animEffect>
                                    <p:anim calcmode="lin" valueType="num">
                                      <p:cBhvr>
                                        <p:cTn id="41" dur="1000" fill="hold"/>
                                        <p:tgtEl>
                                          <p:spTgt spid="95"/>
                                        </p:tgtEl>
                                        <p:attrNameLst>
                                          <p:attrName>ppt_x</p:attrName>
                                        </p:attrNameLst>
                                      </p:cBhvr>
                                      <p:tavLst>
                                        <p:tav tm="0">
                                          <p:val>
                                            <p:strVal val="#ppt_x"/>
                                          </p:val>
                                        </p:tav>
                                        <p:tav tm="100000">
                                          <p:val>
                                            <p:strVal val="#ppt_x"/>
                                          </p:val>
                                        </p:tav>
                                      </p:tavLst>
                                    </p:anim>
                                    <p:anim calcmode="lin" valueType="num">
                                      <p:cBhvr>
                                        <p:cTn id="42" dur="1000" fill="hold"/>
                                        <p:tgtEl>
                                          <p:spTgt spid="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5"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BC3001EC-9F33-4C39-B780-199714C83EA2}"/>
              </a:ext>
            </a:extLst>
          </p:cNvPr>
          <p:cNvGrpSpPr/>
          <p:nvPr/>
        </p:nvGrpSpPr>
        <p:grpSpPr>
          <a:xfrm>
            <a:off x="-290920" y="0"/>
            <a:ext cx="12482920" cy="6858000"/>
            <a:chOff x="-290920" y="0"/>
            <a:chExt cx="12482920" cy="6858000"/>
          </a:xfrm>
        </p:grpSpPr>
        <p:sp>
          <p:nvSpPr>
            <p:cNvPr id="34" name="Rectangle 33">
              <a:extLst>
                <a:ext uri="{FF2B5EF4-FFF2-40B4-BE49-F238E27FC236}">
                  <a16:creationId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151F346-69C6-4F86-BC1F-C57BA2384CC6}"/>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Latar</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Belakang</a:t>
              </a:r>
              <a:endParaRPr lang="en-US" sz="2000" b="1" dirty="0">
                <a:solidFill>
                  <a:srgbClr val="F0EEF0"/>
                </a:solidFill>
                <a:latin typeface="Tw Cen MT" panose="020B0602020104020603" pitchFamily="34" charset="0"/>
              </a:endParaRPr>
            </a:p>
          </p:txBody>
        </p:sp>
        <p:pic>
          <p:nvPicPr>
            <p:cNvPr id="37" name="Picture 36">
              <a:extLst>
                <a:ext uri="{FF2B5EF4-FFF2-40B4-BE49-F238E27FC236}">
                  <a16:creationId xmlns:a16="http://schemas.microsoft.com/office/drawing/2014/main" id="{52B367FE-8530-4052-AD96-2D6FBE490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a16="http://schemas.microsoft.com/office/drawing/2014/main" id="{63E93C38-ECA5-4094-81E9-196A3BD19EBD}"/>
              </a:ext>
            </a:extLst>
          </p:cNvPr>
          <p:cNvGrpSpPr/>
          <p:nvPr/>
        </p:nvGrpSpPr>
        <p:grpSpPr>
          <a:xfrm>
            <a:off x="226789" y="-2"/>
            <a:ext cx="11447501" cy="6858000"/>
            <a:chOff x="213096" y="0"/>
            <a:chExt cx="11447501" cy="6858000"/>
          </a:xfrm>
        </p:grpSpPr>
        <p:sp>
          <p:nvSpPr>
            <p:cNvPr id="39" name="Rectangle 38">
              <a:extLst>
                <a:ext uri="{FF2B5EF4-FFF2-40B4-BE49-F238E27FC236}">
                  <a16:creationId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405DAC1A-9BF8-460E-8D8B-77BFB6B27FF9}"/>
                </a:ext>
              </a:extLst>
            </p:cNvPr>
            <p:cNvSpPr/>
            <p:nvPr/>
          </p:nvSpPr>
          <p:spPr>
            <a:xfrm>
              <a:off x="10661331" y="2337441"/>
              <a:ext cx="999265"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90DCA374-CD21-448B-8791-8A04A9A9A552}"/>
                </a:ext>
              </a:extLst>
            </p:cNvPr>
            <p:cNvSpPr txBox="1"/>
            <p:nvPr/>
          </p:nvSpPr>
          <p:spPr>
            <a:xfrm rot="16200000">
              <a:off x="10341391" y="3259720"/>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42" name="Picture 41">
              <a:extLst>
                <a:ext uri="{FF2B5EF4-FFF2-40B4-BE49-F238E27FC236}">
                  <a16:creationId xmlns:a16="http://schemas.microsoft.com/office/drawing/2014/main" id="{83A620A7-5483-4447-9670-0F8D67F3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58085" y="3247473"/>
              <a:ext cx="530600" cy="530600"/>
            </a:xfrm>
            <a:prstGeom prst="rect">
              <a:avLst/>
            </a:prstGeom>
          </p:spPr>
        </p:pic>
      </p:grpSp>
      <p:sp>
        <p:nvSpPr>
          <p:cNvPr id="84" name="Rectangle 83">
            <a:extLst>
              <a:ext uri="{FF2B5EF4-FFF2-40B4-BE49-F238E27FC236}">
                <a16:creationId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AE5E6693-B9D1-4ED4-BBEF-303C664E2902}"/>
              </a:ext>
            </a:extLst>
          </p:cNvPr>
          <p:cNvCxnSpPr/>
          <p:nvPr/>
        </p:nvCxnSpPr>
        <p:spPr>
          <a:xfrm>
            <a:off x="3850016"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3B1F077-B004-40F4-B832-4938E4CC9B06}"/>
              </a:ext>
            </a:extLst>
          </p:cNvPr>
          <p:cNvCxnSpPr/>
          <p:nvPr/>
        </p:nvCxnSpPr>
        <p:spPr>
          <a:xfrm>
            <a:off x="5997735"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0C092F7-E294-42E9-9CCA-9CC6895B24E6}"/>
              </a:ext>
            </a:extLst>
          </p:cNvPr>
          <p:cNvSpPr txBox="1"/>
          <p:nvPr/>
        </p:nvSpPr>
        <p:spPr>
          <a:xfrm>
            <a:off x="2594536" y="4142156"/>
            <a:ext cx="2289049" cy="646331"/>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Fasilitas</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Pendukung</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Pembelajaran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Daring</a:t>
            </a:r>
            <a:endParaRPr lang="en-US" b="1" dirty="0">
              <a:solidFill>
                <a:schemeClr val="tx1">
                  <a:lumMod val="85000"/>
                  <a:lumOff val="15000"/>
                </a:schemeClr>
              </a:solidFill>
              <a:latin typeface="Tw Cen MT" panose="020B0602020104020603" pitchFamily="34" charset="0"/>
            </a:endParaRPr>
          </a:p>
        </p:txBody>
      </p:sp>
      <p:sp>
        <p:nvSpPr>
          <p:cNvPr id="68" name="TextBox 67">
            <a:extLst>
              <a:ext uri="{FF2B5EF4-FFF2-40B4-BE49-F238E27FC236}">
                <a16:creationId xmlns:a16="http://schemas.microsoft.com/office/drawing/2014/main" id="{FF1CA300-3552-45F9-8CC2-2FE94B9F46B4}"/>
              </a:ext>
            </a:extLst>
          </p:cNvPr>
          <p:cNvSpPr txBox="1"/>
          <p:nvPr/>
        </p:nvSpPr>
        <p:spPr>
          <a:xfrm>
            <a:off x="2594536" y="3709155"/>
            <a:ext cx="2289049" cy="523220"/>
          </a:xfrm>
          <a:prstGeom prst="rect">
            <a:avLst/>
          </a:prstGeom>
          <a:noFill/>
        </p:spPr>
        <p:txBody>
          <a:bodyPr wrap="square" rtlCol="0">
            <a:spAutoFit/>
          </a:bodyPr>
          <a:lstStyle/>
          <a:p>
            <a:pPr algn="ctr"/>
            <a:r>
              <a:rPr lang="en-US" sz="2800" b="1" dirty="0">
                <a:solidFill>
                  <a:srgbClr val="FF5969"/>
                </a:solidFill>
                <a:latin typeface="Tw Cen MT" panose="020B0602020104020603" pitchFamily="34" charset="0"/>
              </a:rPr>
              <a:t>1</a:t>
            </a:r>
          </a:p>
        </p:txBody>
      </p:sp>
      <p:sp>
        <p:nvSpPr>
          <p:cNvPr id="70" name="TextBox 69">
            <a:extLst>
              <a:ext uri="{FF2B5EF4-FFF2-40B4-BE49-F238E27FC236}">
                <a16:creationId xmlns:a16="http://schemas.microsoft.com/office/drawing/2014/main" id="{A9FA5B31-CC22-4828-81BB-108974CBC5B1}"/>
              </a:ext>
            </a:extLst>
          </p:cNvPr>
          <p:cNvSpPr txBox="1"/>
          <p:nvPr/>
        </p:nvSpPr>
        <p:spPr>
          <a:xfrm>
            <a:off x="4783446" y="4142156"/>
            <a:ext cx="2289049" cy="646331"/>
          </a:xfrm>
          <a:prstGeom prst="rect">
            <a:avLst/>
          </a:prstGeom>
          <a:noFill/>
        </p:spPr>
        <p:txBody>
          <a:bodyPr wrap="square" rtlCol="0">
            <a:spAutoFit/>
          </a:bodyPr>
          <a:lstStyle/>
          <a:p>
            <a:pPr algn="ct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Video Conference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Komersial</a:t>
            </a:r>
            <a:endParaRPr lang="en-US" b="1" dirty="0">
              <a:solidFill>
                <a:schemeClr val="tx1">
                  <a:lumMod val="85000"/>
                  <a:lumOff val="15000"/>
                </a:schemeClr>
              </a:solidFill>
              <a:latin typeface="Tw Cen MT" panose="020B0602020104020603" pitchFamily="34" charset="0"/>
            </a:endParaRPr>
          </a:p>
        </p:txBody>
      </p:sp>
      <p:sp>
        <p:nvSpPr>
          <p:cNvPr id="72" name="TextBox 71">
            <a:extLst>
              <a:ext uri="{FF2B5EF4-FFF2-40B4-BE49-F238E27FC236}">
                <a16:creationId xmlns:a16="http://schemas.microsoft.com/office/drawing/2014/main" id="{45343A5F-6D74-4049-B77F-C819CFF7A969}"/>
              </a:ext>
            </a:extLst>
          </p:cNvPr>
          <p:cNvSpPr txBox="1"/>
          <p:nvPr/>
        </p:nvSpPr>
        <p:spPr>
          <a:xfrm>
            <a:off x="4783446" y="3709155"/>
            <a:ext cx="2289049" cy="523220"/>
          </a:xfrm>
          <a:prstGeom prst="rect">
            <a:avLst/>
          </a:prstGeom>
          <a:noFill/>
        </p:spPr>
        <p:txBody>
          <a:bodyPr wrap="square" rtlCol="0">
            <a:spAutoFit/>
          </a:bodyPr>
          <a:lstStyle/>
          <a:p>
            <a:pPr algn="ctr"/>
            <a:r>
              <a:rPr lang="en-US" sz="2800" b="1" dirty="0">
                <a:solidFill>
                  <a:srgbClr val="52CBBE"/>
                </a:solidFill>
                <a:latin typeface="Tw Cen MT" panose="020B0602020104020603" pitchFamily="34" charset="0"/>
              </a:rPr>
              <a:t>3</a:t>
            </a:r>
          </a:p>
        </p:txBody>
      </p:sp>
      <p:sp>
        <p:nvSpPr>
          <p:cNvPr id="74" name="TextBox 73">
            <a:extLst>
              <a:ext uri="{FF2B5EF4-FFF2-40B4-BE49-F238E27FC236}">
                <a16:creationId xmlns:a16="http://schemas.microsoft.com/office/drawing/2014/main" id="{1C98C57F-7593-4997-889A-0BF6C2751BC2}"/>
              </a:ext>
            </a:extLst>
          </p:cNvPr>
          <p:cNvSpPr txBox="1"/>
          <p:nvPr/>
        </p:nvSpPr>
        <p:spPr>
          <a:xfrm>
            <a:off x="6912585" y="4142156"/>
            <a:ext cx="2289049" cy="369332"/>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Manajemen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Berkas</a:t>
            </a:r>
            <a:endParaRPr lang="en-US" b="1" dirty="0">
              <a:solidFill>
                <a:schemeClr val="tx1">
                  <a:lumMod val="85000"/>
                  <a:lumOff val="15000"/>
                </a:schemeClr>
              </a:solidFill>
              <a:latin typeface="Tw Cen MT" panose="020B0602020104020603" pitchFamily="34" charset="0"/>
            </a:endParaRPr>
          </a:p>
        </p:txBody>
      </p:sp>
      <p:sp>
        <p:nvSpPr>
          <p:cNvPr id="76" name="TextBox 75">
            <a:extLst>
              <a:ext uri="{FF2B5EF4-FFF2-40B4-BE49-F238E27FC236}">
                <a16:creationId xmlns:a16="http://schemas.microsoft.com/office/drawing/2014/main" id="{D26852A0-8FCE-449A-90A7-25E5705A0625}"/>
              </a:ext>
            </a:extLst>
          </p:cNvPr>
          <p:cNvSpPr txBox="1"/>
          <p:nvPr/>
        </p:nvSpPr>
        <p:spPr>
          <a:xfrm>
            <a:off x="6912585" y="3709155"/>
            <a:ext cx="2289049" cy="523220"/>
          </a:xfrm>
          <a:prstGeom prst="rect">
            <a:avLst/>
          </a:prstGeom>
          <a:noFill/>
        </p:spPr>
        <p:txBody>
          <a:bodyPr wrap="square" rtlCol="0">
            <a:spAutoFit/>
          </a:bodyPr>
          <a:lstStyle/>
          <a:p>
            <a:pPr algn="ctr"/>
            <a:r>
              <a:rPr lang="en-US" sz="2800" b="1" dirty="0">
                <a:solidFill>
                  <a:srgbClr val="FEC630"/>
                </a:solidFill>
                <a:latin typeface="Tw Cen MT" panose="020B0602020104020603" pitchFamily="34" charset="0"/>
              </a:rPr>
              <a:t>3</a:t>
            </a:r>
          </a:p>
        </p:txBody>
      </p:sp>
      <p:grpSp>
        <p:nvGrpSpPr>
          <p:cNvPr id="77" name="Group 76">
            <a:extLst>
              <a:ext uri="{FF2B5EF4-FFF2-40B4-BE49-F238E27FC236}">
                <a16:creationId xmlns:a16="http://schemas.microsoft.com/office/drawing/2014/main" id="{8F82A200-3A06-499F-9E6A-761899292C91}"/>
              </a:ext>
            </a:extLst>
          </p:cNvPr>
          <p:cNvGrpSpPr/>
          <p:nvPr/>
        </p:nvGrpSpPr>
        <p:grpSpPr>
          <a:xfrm>
            <a:off x="3101220" y="1755914"/>
            <a:ext cx="1275682" cy="1275682"/>
            <a:chOff x="3063120" y="1755914"/>
            <a:chExt cx="1275682" cy="1275682"/>
          </a:xfrm>
        </p:grpSpPr>
        <p:sp>
          <p:nvSpPr>
            <p:cNvPr id="78" name="Teardrop 77">
              <a:extLst>
                <a:ext uri="{FF2B5EF4-FFF2-40B4-BE49-F238E27FC236}">
                  <a16:creationId xmlns:a16="http://schemas.microsoft.com/office/drawing/2014/main" id="{E98DCD5D-E7AC-4807-8C71-0405E311A37C}"/>
                </a:ext>
              </a:extLst>
            </p:cNvPr>
            <p:cNvSpPr/>
            <p:nvPr/>
          </p:nvSpPr>
          <p:spPr>
            <a:xfrm rot="8100000">
              <a:off x="3063120" y="1755914"/>
              <a:ext cx="1275682" cy="1275682"/>
            </a:xfrm>
            <a:prstGeom prst="teardrop">
              <a:avLst>
                <a:gd name="adj" fmla="val 109962"/>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5C3F1904-7912-4897-945F-D9D07004DC3B}"/>
                </a:ext>
              </a:extLst>
            </p:cNvPr>
            <p:cNvSpPr/>
            <p:nvPr/>
          </p:nvSpPr>
          <p:spPr>
            <a:xfrm>
              <a:off x="325746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31593FD0-64A3-4D81-ABAD-CAD7832F8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6696" y="2066644"/>
              <a:ext cx="627392" cy="627390"/>
            </a:xfrm>
            <a:prstGeom prst="rect">
              <a:avLst/>
            </a:prstGeom>
          </p:spPr>
        </p:pic>
      </p:grpSp>
      <p:grpSp>
        <p:nvGrpSpPr>
          <p:cNvPr id="95" name="Group 94">
            <a:extLst>
              <a:ext uri="{FF2B5EF4-FFF2-40B4-BE49-F238E27FC236}">
                <a16:creationId xmlns:a16="http://schemas.microsoft.com/office/drawing/2014/main" id="{9CEF97A3-5525-4B23-8ED3-DE52D18C6AC9}"/>
              </a:ext>
            </a:extLst>
          </p:cNvPr>
          <p:cNvGrpSpPr/>
          <p:nvPr/>
        </p:nvGrpSpPr>
        <p:grpSpPr>
          <a:xfrm>
            <a:off x="5280540" y="1755914"/>
            <a:ext cx="1275682" cy="1275682"/>
            <a:chOff x="5242440" y="1755914"/>
            <a:chExt cx="1275682" cy="1275682"/>
          </a:xfrm>
        </p:grpSpPr>
        <p:sp>
          <p:nvSpPr>
            <p:cNvPr id="111" name="Teardrop 110">
              <a:extLst>
                <a:ext uri="{FF2B5EF4-FFF2-40B4-BE49-F238E27FC236}">
                  <a16:creationId xmlns:a16="http://schemas.microsoft.com/office/drawing/2014/main" id="{50BC144A-C56B-402B-A40E-D588FAD19B40}"/>
                </a:ext>
              </a:extLst>
            </p:cNvPr>
            <p:cNvSpPr/>
            <p:nvPr/>
          </p:nvSpPr>
          <p:spPr>
            <a:xfrm rot="8100000">
              <a:off x="5242440" y="1755914"/>
              <a:ext cx="1275682" cy="1275682"/>
            </a:xfrm>
            <a:prstGeom prst="teardrop">
              <a:avLst>
                <a:gd name="adj" fmla="val 109962"/>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53982AC9-F3CB-4E50-ABB4-803298B4C9F4}"/>
                </a:ext>
              </a:extLst>
            </p:cNvPr>
            <p:cNvSpPr/>
            <p:nvPr/>
          </p:nvSpPr>
          <p:spPr>
            <a:xfrm>
              <a:off x="543678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0904263C-8FFC-4242-9EB2-D4E0F0999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5681" y="2061164"/>
              <a:ext cx="659146" cy="659144"/>
            </a:xfrm>
            <a:prstGeom prst="rect">
              <a:avLst/>
            </a:prstGeom>
          </p:spPr>
        </p:pic>
      </p:grpSp>
      <p:grpSp>
        <p:nvGrpSpPr>
          <p:cNvPr id="123" name="Group 122">
            <a:extLst>
              <a:ext uri="{FF2B5EF4-FFF2-40B4-BE49-F238E27FC236}">
                <a16:creationId xmlns:a16="http://schemas.microsoft.com/office/drawing/2014/main" id="{CA1627D3-08B8-4852-B618-C7C4D2638F26}"/>
              </a:ext>
            </a:extLst>
          </p:cNvPr>
          <p:cNvGrpSpPr/>
          <p:nvPr/>
        </p:nvGrpSpPr>
        <p:grpSpPr>
          <a:xfrm>
            <a:off x="7391281" y="1755914"/>
            <a:ext cx="1275682" cy="1275682"/>
            <a:chOff x="7353181" y="1755914"/>
            <a:chExt cx="1275682" cy="1275682"/>
          </a:xfrm>
        </p:grpSpPr>
        <p:sp>
          <p:nvSpPr>
            <p:cNvPr id="124" name="Teardrop 123">
              <a:extLst>
                <a:ext uri="{FF2B5EF4-FFF2-40B4-BE49-F238E27FC236}">
                  <a16:creationId xmlns:a16="http://schemas.microsoft.com/office/drawing/2014/main" id="{8A6CD21D-9341-40F1-A5BD-1CA0BB52C9C6}"/>
                </a:ext>
              </a:extLst>
            </p:cNvPr>
            <p:cNvSpPr/>
            <p:nvPr/>
          </p:nvSpPr>
          <p:spPr>
            <a:xfrm rot="8100000">
              <a:off x="7353181" y="1755914"/>
              <a:ext cx="1275682" cy="1275682"/>
            </a:xfrm>
            <a:prstGeom prst="teardrop">
              <a:avLst>
                <a:gd name="adj" fmla="val 109962"/>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3AAB7DD9-4074-409E-89C9-CAD58944A04F}"/>
                </a:ext>
              </a:extLst>
            </p:cNvPr>
            <p:cNvSpPr/>
            <p:nvPr/>
          </p:nvSpPr>
          <p:spPr>
            <a:xfrm>
              <a:off x="7547530"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6" name="Picture 125">
              <a:extLst>
                <a:ext uri="{FF2B5EF4-FFF2-40B4-BE49-F238E27FC236}">
                  <a16:creationId xmlns:a16="http://schemas.microsoft.com/office/drawing/2014/main" id="{39516112-622F-4EC9-8E36-5AACED5D52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8666" y="2048456"/>
              <a:ext cx="684562" cy="684560"/>
            </a:xfrm>
            <a:prstGeom prst="rect">
              <a:avLst/>
            </a:prstGeom>
          </p:spPr>
        </p:pic>
      </p:grpSp>
      <p:grpSp>
        <p:nvGrpSpPr>
          <p:cNvPr id="127" name="Group 126">
            <a:extLst>
              <a:ext uri="{FF2B5EF4-FFF2-40B4-BE49-F238E27FC236}">
                <a16:creationId xmlns:a16="http://schemas.microsoft.com/office/drawing/2014/main" id="{9D6568B3-A658-40E5-9108-FD55FD6780FD}"/>
              </a:ext>
            </a:extLst>
          </p:cNvPr>
          <p:cNvGrpSpPr/>
          <p:nvPr/>
        </p:nvGrpSpPr>
        <p:grpSpPr>
          <a:xfrm>
            <a:off x="3638922" y="3517706"/>
            <a:ext cx="211094" cy="211094"/>
            <a:chOff x="1677812" y="4248152"/>
            <a:chExt cx="211094" cy="211094"/>
          </a:xfrm>
        </p:grpSpPr>
        <p:sp>
          <p:nvSpPr>
            <p:cNvPr id="128" name="Oval 127">
              <a:extLst>
                <a:ext uri="{FF2B5EF4-FFF2-40B4-BE49-F238E27FC236}">
                  <a16:creationId xmlns:a16="http://schemas.microsoft.com/office/drawing/2014/main" id="{A0F41BC5-538A-436D-96CE-5BF186A1B9C0}"/>
                </a:ext>
              </a:extLst>
            </p:cNvPr>
            <p:cNvSpPr/>
            <p:nvPr/>
          </p:nvSpPr>
          <p:spPr>
            <a:xfrm>
              <a:off x="1677812"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0C82E18B-6211-4E0E-B341-A375BF21C638}"/>
                </a:ext>
              </a:extLst>
            </p:cNvPr>
            <p:cNvSpPr/>
            <p:nvPr/>
          </p:nvSpPr>
          <p:spPr>
            <a:xfrm>
              <a:off x="1708100" y="4278440"/>
              <a:ext cx="150518" cy="150518"/>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3CA914DC-85F2-4FF9-8B35-B754D0496A9F}"/>
              </a:ext>
            </a:extLst>
          </p:cNvPr>
          <p:cNvGrpSpPr/>
          <p:nvPr/>
        </p:nvGrpSpPr>
        <p:grpSpPr>
          <a:xfrm>
            <a:off x="5816929" y="3517706"/>
            <a:ext cx="211094" cy="211094"/>
            <a:chOff x="3855819" y="4248152"/>
            <a:chExt cx="211094" cy="211094"/>
          </a:xfrm>
        </p:grpSpPr>
        <p:sp>
          <p:nvSpPr>
            <p:cNvPr id="131" name="Oval 130">
              <a:extLst>
                <a:ext uri="{FF2B5EF4-FFF2-40B4-BE49-F238E27FC236}">
                  <a16:creationId xmlns:a16="http://schemas.microsoft.com/office/drawing/2014/main" id="{37925582-D117-410B-AB01-22C2051F3E1B}"/>
                </a:ext>
              </a:extLst>
            </p:cNvPr>
            <p:cNvSpPr/>
            <p:nvPr/>
          </p:nvSpPr>
          <p:spPr>
            <a:xfrm>
              <a:off x="3855819"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EECA96D8-E406-4AB4-A7AF-C0969311312E}"/>
                </a:ext>
              </a:extLst>
            </p:cNvPr>
            <p:cNvSpPr/>
            <p:nvPr/>
          </p:nvSpPr>
          <p:spPr>
            <a:xfrm>
              <a:off x="3886107" y="4278440"/>
              <a:ext cx="150518" cy="150518"/>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32D488C7-993A-4046-84D5-C5C1D3921994}"/>
              </a:ext>
            </a:extLst>
          </p:cNvPr>
          <p:cNvGrpSpPr/>
          <p:nvPr/>
        </p:nvGrpSpPr>
        <p:grpSpPr>
          <a:xfrm>
            <a:off x="7934360" y="3517706"/>
            <a:ext cx="211094" cy="211094"/>
            <a:chOff x="5973250" y="4248152"/>
            <a:chExt cx="211094" cy="211094"/>
          </a:xfrm>
        </p:grpSpPr>
        <p:sp>
          <p:nvSpPr>
            <p:cNvPr id="134" name="Oval 133">
              <a:extLst>
                <a:ext uri="{FF2B5EF4-FFF2-40B4-BE49-F238E27FC236}">
                  <a16:creationId xmlns:a16="http://schemas.microsoft.com/office/drawing/2014/main" id="{1BD518F5-B2EA-4A0C-8251-81B075518DC4}"/>
                </a:ext>
              </a:extLst>
            </p:cNvPr>
            <p:cNvSpPr/>
            <p:nvPr/>
          </p:nvSpPr>
          <p:spPr>
            <a:xfrm>
              <a:off x="5973250"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1F5C5634-ECA4-4D92-B617-58C5C2D48A63}"/>
                </a:ext>
              </a:extLst>
            </p:cNvPr>
            <p:cNvSpPr/>
            <p:nvPr/>
          </p:nvSpPr>
          <p:spPr>
            <a:xfrm>
              <a:off x="6003538" y="4278440"/>
              <a:ext cx="150518" cy="150518"/>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BF8EBA3D-452D-47CD-B904-0B23290B33D1}"/>
              </a:ext>
            </a:extLst>
          </p:cNvPr>
          <p:cNvGrpSpPr/>
          <p:nvPr/>
        </p:nvGrpSpPr>
        <p:grpSpPr>
          <a:xfrm>
            <a:off x="-7847639" y="0"/>
            <a:ext cx="9961092" cy="6858000"/>
            <a:chOff x="491575" y="0"/>
            <a:chExt cx="9961092" cy="6858000"/>
          </a:xfrm>
        </p:grpSpPr>
        <p:sp>
          <p:nvSpPr>
            <p:cNvPr id="146" name="Rectangle 145">
              <a:extLst>
                <a:ext uri="{FF2B5EF4-FFF2-40B4-BE49-F238E27FC236}">
                  <a16:creationId xmlns:a16="http://schemas.microsoft.com/office/drawing/2014/main" id="{BEF50569-12D0-443A-A8E7-A819E72B4F7B}"/>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32659E1F-B511-4620-BC32-708DD10CBC1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TextBox 147">
              <a:extLst>
                <a:ext uri="{FF2B5EF4-FFF2-40B4-BE49-F238E27FC236}">
                  <a16:creationId xmlns:a16="http://schemas.microsoft.com/office/drawing/2014/main" id="{D75E0FF4-DD95-4374-A96E-74902F41406D}"/>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49" name="Picture 148">
              <a:extLst>
                <a:ext uri="{FF2B5EF4-FFF2-40B4-BE49-F238E27FC236}">
                  <a16:creationId xmlns:a16="http://schemas.microsoft.com/office/drawing/2014/main" id="{13B43634-15E2-4DD3-86FC-8718B1C8F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150" name="Group 149">
            <a:extLst>
              <a:ext uri="{FF2B5EF4-FFF2-40B4-BE49-F238E27FC236}">
                <a16:creationId xmlns:a16="http://schemas.microsoft.com/office/drawing/2014/main" id="{59CDFFC8-1070-4F56-90DB-02B9C56598D7}"/>
              </a:ext>
            </a:extLst>
          </p:cNvPr>
          <p:cNvGrpSpPr/>
          <p:nvPr/>
        </p:nvGrpSpPr>
        <p:grpSpPr>
          <a:xfrm>
            <a:off x="-7985197" y="0"/>
            <a:ext cx="9574094" cy="6858000"/>
            <a:chOff x="491575" y="0"/>
            <a:chExt cx="9574094" cy="6858000"/>
          </a:xfrm>
        </p:grpSpPr>
        <p:sp>
          <p:nvSpPr>
            <p:cNvPr id="151" name="Rectangle 150">
              <a:extLst>
                <a:ext uri="{FF2B5EF4-FFF2-40B4-BE49-F238E27FC236}">
                  <a16:creationId xmlns:a16="http://schemas.microsoft.com/office/drawing/2014/main" id="{8B3ED22B-75E8-4E51-82D5-B179B14CBCD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CA2B3163-CAEF-4C00-B78F-8CCFB7D69F8A}"/>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Box 152">
              <a:extLst>
                <a:ext uri="{FF2B5EF4-FFF2-40B4-BE49-F238E27FC236}">
                  <a16:creationId xmlns:a16="http://schemas.microsoft.com/office/drawing/2014/main" id="{6BE980A4-9FF8-447C-AAD8-DB0DE4BAE3F5}"/>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54" name="Picture 153">
              <a:extLst>
                <a:ext uri="{FF2B5EF4-FFF2-40B4-BE49-F238E27FC236}">
                  <a16:creationId xmlns:a16="http://schemas.microsoft.com/office/drawing/2014/main" id="{CC7C8902-130A-42BA-83B9-8B76BFF39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155" name="Group 154">
            <a:extLst>
              <a:ext uri="{FF2B5EF4-FFF2-40B4-BE49-F238E27FC236}">
                <a16:creationId xmlns:a16="http://schemas.microsoft.com/office/drawing/2014/main" id="{413D7F57-DC06-4DD4-B258-FF8D62457991}"/>
              </a:ext>
            </a:extLst>
          </p:cNvPr>
          <p:cNvGrpSpPr/>
          <p:nvPr/>
        </p:nvGrpSpPr>
        <p:grpSpPr>
          <a:xfrm>
            <a:off x="-7638543" y="-1"/>
            <a:ext cx="8692332" cy="6858000"/>
            <a:chOff x="718505" y="-1"/>
            <a:chExt cx="8692332" cy="6858000"/>
          </a:xfrm>
        </p:grpSpPr>
        <p:sp>
          <p:nvSpPr>
            <p:cNvPr id="156" name="Rectangle 155">
              <a:extLst>
                <a:ext uri="{FF2B5EF4-FFF2-40B4-BE49-F238E27FC236}">
                  <a16:creationId xmlns:a16="http://schemas.microsoft.com/office/drawing/2014/main" id="{0A010B44-F2BA-4BDE-BF22-60FCCA85E1D8}"/>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3AC48898-A626-4933-9DBE-504CD30DA59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TextBox 157">
              <a:extLst>
                <a:ext uri="{FF2B5EF4-FFF2-40B4-BE49-F238E27FC236}">
                  <a16:creationId xmlns:a16="http://schemas.microsoft.com/office/drawing/2014/main" id="{4D28EC67-A3BA-4ADF-8961-3F5667831832}"/>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159" name="Picture 158">
              <a:extLst>
                <a:ext uri="{FF2B5EF4-FFF2-40B4-BE49-F238E27FC236}">
                  <a16:creationId xmlns:a16="http://schemas.microsoft.com/office/drawing/2014/main" id="{1B35D458-ABD3-496F-80F2-A7DF5517D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60" name="Group 159">
            <a:extLst>
              <a:ext uri="{FF2B5EF4-FFF2-40B4-BE49-F238E27FC236}">
                <a16:creationId xmlns:a16="http://schemas.microsoft.com/office/drawing/2014/main" id="{AB89704A-10D9-4678-B55F-4A6DC496B903}"/>
              </a:ext>
            </a:extLst>
          </p:cNvPr>
          <p:cNvGrpSpPr/>
          <p:nvPr/>
        </p:nvGrpSpPr>
        <p:grpSpPr>
          <a:xfrm>
            <a:off x="-9395082" y="-1"/>
            <a:ext cx="9948758" cy="6858000"/>
            <a:chOff x="-9337032" y="-1"/>
            <a:chExt cx="9948758" cy="6858000"/>
          </a:xfrm>
        </p:grpSpPr>
        <p:sp>
          <p:nvSpPr>
            <p:cNvPr id="161" name="Rectangle 160">
              <a:extLst>
                <a:ext uri="{FF2B5EF4-FFF2-40B4-BE49-F238E27FC236}">
                  <a16:creationId xmlns:a16="http://schemas.microsoft.com/office/drawing/2014/main" id="{5264F1BB-1B3F-49E9-80CA-3C511CA23371}"/>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Freeform: Shape 161">
              <a:extLst>
                <a:ext uri="{FF2B5EF4-FFF2-40B4-BE49-F238E27FC236}">
                  <a16:creationId xmlns:a16="http://schemas.microsoft.com/office/drawing/2014/main" id="{2B61D79C-FE90-47FB-B78B-B3B793AB02CA}"/>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TextBox 162">
              <a:extLst>
                <a:ext uri="{FF2B5EF4-FFF2-40B4-BE49-F238E27FC236}">
                  <a16:creationId xmlns:a16="http://schemas.microsoft.com/office/drawing/2014/main" id="{E9B70F99-384A-4A5C-A23E-1F49CAADEFD4}"/>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164" name="Picture 163">
              <a:extLst>
                <a:ext uri="{FF2B5EF4-FFF2-40B4-BE49-F238E27FC236}">
                  <a16:creationId xmlns:a16="http://schemas.microsoft.com/office/drawing/2014/main" id="{BB5632DE-AE54-40EA-95F5-CB8E8FFF1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Tree>
    <p:extLst>
      <p:ext uri="{BB962C8B-B14F-4D97-AF65-F5344CB8AC3E}">
        <p14:creationId xmlns:p14="http://schemas.microsoft.com/office/powerpoint/2010/main" val="9260193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250" fill="hold"/>
                                        <p:tgtEl>
                                          <p:spTgt spid="68"/>
                                        </p:tgtEl>
                                        <p:attrNameLst>
                                          <p:attrName>ppt_w</p:attrName>
                                        </p:attrNameLst>
                                      </p:cBhvr>
                                      <p:tavLst>
                                        <p:tav tm="0">
                                          <p:val>
                                            <p:fltVal val="0"/>
                                          </p:val>
                                        </p:tav>
                                        <p:tav tm="100000">
                                          <p:val>
                                            <p:strVal val="#ppt_w"/>
                                          </p:val>
                                        </p:tav>
                                      </p:tavLst>
                                    </p:anim>
                                    <p:anim calcmode="lin" valueType="num">
                                      <p:cBhvr>
                                        <p:cTn id="8" dur="250" fill="hold"/>
                                        <p:tgtEl>
                                          <p:spTgt spid="68"/>
                                        </p:tgtEl>
                                        <p:attrNameLst>
                                          <p:attrName>ppt_h</p:attrName>
                                        </p:attrNameLst>
                                      </p:cBhvr>
                                      <p:tavLst>
                                        <p:tav tm="0">
                                          <p:val>
                                            <p:fltVal val="0"/>
                                          </p:val>
                                        </p:tav>
                                        <p:tav tm="100000">
                                          <p:val>
                                            <p:strVal val="#ppt_h"/>
                                          </p:val>
                                        </p:tav>
                                      </p:tavLst>
                                    </p:anim>
                                    <p:animEffect transition="in" filter="fade">
                                      <p:cBhvr>
                                        <p:cTn id="9" dur="250"/>
                                        <p:tgtEl>
                                          <p:spTgt spid="68"/>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p:cTn id="13" dur="250" fill="hold"/>
                                        <p:tgtEl>
                                          <p:spTgt spid="77"/>
                                        </p:tgtEl>
                                        <p:attrNameLst>
                                          <p:attrName>ppt_w</p:attrName>
                                        </p:attrNameLst>
                                      </p:cBhvr>
                                      <p:tavLst>
                                        <p:tav tm="0">
                                          <p:val>
                                            <p:fltVal val="0"/>
                                          </p:val>
                                        </p:tav>
                                        <p:tav tm="100000">
                                          <p:val>
                                            <p:strVal val="#ppt_w"/>
                                          </p:val>
                                        </p:tav>
                                      </p:tavLst>
                                    </p:anim>
                                    <p:anim calcmode="lin" valueType="num">
                                      <p:cBhvr>
                                        <p:cTn id="14" dur="250" fill="hold"/>
                                        <p:tgtEl>
                                          <p:spTgt spid="77"/>
                                        </p:tgtEl>
                                        <p:attrNameLst>
                                          <p:attrName>ppt_h</p:attrName>
                                        </p:attrNameLst>
                                      </p:cBhvr>
                                      <p:tavLst>
                                        <p:tav tm="0">
                                          <p:val>
                                            <p:fltVal val="0"/>
                                          </p:val>
                                        </p:tav>
                                        <p:tav tm="100000">
                                          <p:val>
                                            <p:strVal val="#ppt_h"/>
                                          </p:val>
                                        </p:tav>
                                      </p:tavLst>
                                    </p:anim>
                                    <p:animEffect transition="in" filter="fade">
                                      <p:cBhvr>
                                        <p:cTn id="15" dur="250"/>
                                        <p:tgtEl>
                                          <p:spTgt spid="77"/>
                                        </p:tgtEl>
                                      </p:cBhvr>
                                    </p:animEffect>
                                  </p:childTnLst>
                                </p:cTn>
                              </p:par>
                            </p:childTnLst>
                          </p:cTn>
                        </p:par>
                        <p:par>
                          <p:cTn id="16" fill="hold">
                            <p:stCondLst>
                              <p:cond delay="500"/>
                            </p:stCondLst>
                            <p:childTnLst>
                              <p:par>
                                <p:cTn id="17" presetID="22" presetClass="entr" presetSubtype="8" fill="hold" nodeType="afterEffect">
                                  <p:stCondLst>
                                    <p:cond delay="250"/>
                                  </p:stCondLst>
                                  <p:childTnLst>
                                    <p:set>
                                      <p:cBhvr>
                                        <p:cTn id="18" dur="1" fill="hold">
                                          <p:stCondLst>
                                            <p:cond delay="0"/>
                                          </p:stCondLst>
                                        </p:cTn>
                                        <p:tgtEl>
                                          <p:spTgt spid="63"/>
                                        </p:tgtEl>
                                        <p:attrNameLst>
                                          <p:attrName>style.visibility</p:attrName>
                                        </p:attrNameLst>
                                      </p:cBhvr>
                                      <p:to>
                                        <p:strVal val="visible"/>
                                      </p:to>
                                    </p:set>
                                    <p:animEffect transition="in" filter="wipe(left)">
                                      <p:cBhvr>
                                        <p:cTn id="19" dur="500"/>
                                        <p:tgtEl>
                                          <p:spTgt spid="63"/>
                                        </p:tgtEl>
                                      </p:cBhvr>
                                    </p:animEffect>
                                  </p:childTnLst>
                                </p:cTn>
                              </p:par>
                            </p:childTnLst>
                          </p:cTn>
                        </p:par>
                        <p:par>
                          <p:cTn id="20" fill="hold">
                            <p:stCondLst>
                              <p:cond delay="1250"/>
                            </p:stCondLst>
                            <p:childTnLst>
                              <p:par>
                                <p:cTn id="21" presetID="53" presetClass="entr" presetSubtype="16" fill="hold" nodeType="after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p:cTn id="23" dur="250" fill="hold"/>
                                        <p:tgtEl>
                                          <p:spTgt spid="95"/>
                                        </p:tgtEl>
                                        <p:attrNameLst>
                                          <p:attrName>ppt_w</p:attrName>
                                        </p:attrNameLst>
                                      </p:cBhvr>
                                      <p:tavLst>
                                        <p:tav tm="0">
                                          <p:val>
                                            <p:fltVal val="0"/>
                                          </p:val>
                                        </p:tav>
                                        <p:tav tm="100000">
                                          <p:val>
                                            <p:strVal val="#ppt_w"/>
                                          </p:val>
                                        </p:tav>
                                      </p:tavLst>
                                    </p:anim>
                                    <p:anim calcmode="lin" valueType="num">
                                      <p:cBhvr>
                                        <p:cTn id="24" dur="250" fill="hold"/>
                                        <p:tgtEl>
                                          <p:spTgt spid="95"/>
                                        </p:tgtEl>
                                        <p:attrNameLst>
                                          <p:attrName>ppt_h</p:attrName>
                                        </p:attrNameLst>
                                      </p:cBhvr>
                                      <p:tavLst>
                                        <p:tav tm="0">
                                          <p:val>
                                            <p:fltVal val="0"/>
                                          </p:val>
                                        </p:tav>
                                        <p:tav tm="100000">
                                          <p:val>
                                            <p:strVal val="#ppt_h"/>
                                          </p:val>
                                        </p:tav>
                                      </p:tavLst>
                                    </p:anim>
                                    <p:animEffect transition="in" filter="fade">
                                      <p:cBhvr>
                                        <p:cTn id="25" dur="250"/>
                                        <p:tgtEl>
                                          <p:spTgt spid="95"/>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p:cTn id="29" dur="250" fill="hold"/>
                                        <p:tgtEl>
                                          <p:spTgt spid="72"/>
                                        </p:tgtEl>
                                        <p:attrNameLst>
                                          <p:attrName>ppt_w</p:attrName>
                                        </p:attrNameLst>
                                      </p:cBhvr>
                                      <p:tavLst>
                                        <p:tav tm="0">
                                          <p:val>
                                            <p:fltVal val="0"/>
                                          </p:val>
                                        </p:tav>
                                        <p:tav tm="100000">
                                          <p:val>
                                            <p:strVal val="#ppt_w"/>
                                          </p:val>
                                        </p:tav>
                                      </p:tavLst>
                                    </p:anim>
                                    <p:anim calcmode="lin" valueType="num">
                                      <p:cBhvr>
                                        <p:cTn id="30" dur="250" fill="hold"/>
                                        <p:tgtEl>
                                          <p:spTgt spid="72"/>
                                        </p:tgtEl>
                                        <p:attrNameLst>
                                          <p:attrName>ppt_h</p:attrName>
                                        </p:attrNameLst>
                                      </p:cBhvr>
                                      <p:tavLst>
                                        <p:tav tm="0">
                                          <p:val>
                                            <p:fltVal val="0"/>
                                          </p:val>
                                        </p:tav>
                                        <p:tav tm="100000">
                                          <p:val>
                                            <p:strVal val="#ppt_h"/>
                                          </p:val>
                                        </p:tav>
                                      </p:tavLst>
                                    </p:anim>
                                    <p:animEffect transition="in" filter="fade">
                                      <p:cBhvr>
                                        <p:cTn id="31" dur="250"/>
                                        <p:tgtEl>
                                          <p:spTgt spid="72"/>
                                        </p:tgtEl>
                                      </p:cBhvr>
                                    </p:animEffect>
                                  </p:childTnLst>
                                </p:cTn>
                              </p:par>
                            </p:childTnLst>
                          </p:cTn>
                        </p:par>
                        <p:par>
                          <p:cTn id="32" fill="hold">
                            <p:stCondLst>
                              <p:cond delay="1750"/>
                            </p:stCondLst>
                            <p:childTnLst>
                              <p:par>
                                <p:cTn id="33" presetID="22" presetClass="entr" presetSubtype="8" fill="hold" nodeType="afterEffect">
                                  <p:stCondLst>
                                    <p:cond delay="25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500"/>
                                        <p:tgtEl>
                                          <p:spTgt spid="64"/>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 calcmode="lin" valueType="num">
                                      <p:cBhvr>
                                        <p:cTn id="39" dur="250" fill="hold"/>
                                        <p:tgtEl>
                                          <p:spTgt spid="76"/>
                                        </p:tgtEl>
                                        <p:attrNameLst>
                                          <p:attrName>ppt_w</p:attrName>
                                        </p:attrNameLst>
                                      </p:cBhvr>
                                      <p:tavLst>
                                        <p:tav tm="0">
                                          <p:val>
                                            <p:fltVal val="0"/>
                                          </p:val>
                                        </p:tav>
                                        <p:tav tm="100000">
                                          <p:val>
                                            <p:strVal val="#ppt_w"/>
                                          </p:val>
                                        </p:tav>
                                      </p:tavLst>
                                    </p:anim>
                                    <p:anim calcmode="lin" valueType="num">
                                      <p:cBhvr>
                                        <p:cTn id="40" dur="250" fill="hold"/>
                                        <p:tgtEl>
                                          <p:spTgt spid="76"/>
                                        </p:tgtEl>
                                        <p:attrNameLst>
                                          <p:attrName>ppt_h</p:attrName>
                                        </p:attrNameLst>
                                      </p:cBhvr>
                                      <p:tavLst>
                                        <p:tav tm="0">
                                          <p:val>
                                            <p:fltVal val="0"/>
                                          </p:val>
                                        </p:tav>
                                        <p:tav tm="100000">
                                          <p:val>
                                            <p:strVal val="#ppt_h"/>
                                          </p:val>
                                        </p:tav>
                                      </p:tavLst>
                                    </p:anim>
                                    <p:animEffect transition="in" filter="fade">
                                      <p:cBhvr>
                                        <p:cTn id="41" dur="250"/>
                                        <p:tgtEl>
                                          <p:spTgt spid="76"/>
                                        </p:tgtEl>
                                      </p:cBhvr>
                                    </p:animEffect>
                                  </p:childTnLst>
                                </p:cTn>
                              </p:par>
                            </p:childTnLst>
                          </p:cTn>
                        </p:par>
                        <p:par>
                          <p:cTn id="42" fill="hold">
                            <p:stCondLst>
                              <p:cond delay="2750"/>
                            </p:stCondLst>
                            <p:childTnLst>
                              <p:par>
                                <p:cTn id="43" presetID="53" presetClass="entr" presetSubtype="16" fill="hold" nodeType="afterEffect">
                                  <p:stCondLst>
                                    <p:cond delay="0"/>
                                  </p:stCondLst>
                                  <p:childTnLst>
                                    <p:set>
                                      <p:cBhvr>
                                        <p:cTn id="44" dur="1" fill="hold">
                                          <p:stCondLst>
                                            <p:cond delay="0"/>
                                          </p:stCondLst>
                                        </p:cTn>
                                        <p:tgtEl>
                                          <p:spTgt spid="123"/>
                                        </p:tgtEl>
                                        <p:attrNameLst>
                                          <p:attrName>style.visibility</p:attrName>
                                        </p:attrNameLst>
                                      </p:cBhvr>
                                      <p:to>
                                        <p:strVal val="visible"/>
                                      </p:to>
                                    </p:set>
                                    <p:anim calcmode="lin" valueType="num">
                                      <p:cBhvr>
                                        <p:cTn id="45" dur="250" fill="hold"/>
                                        <p:tgtEl>
                                          <p:spTgt spid="123"/>
                                        </p:tgtEl>
                                        <p:attrNameLst>
                                          <p:attrName>ppt_w</p:attrName>
                                        </p:attrNameLst>
                                      </p:cBhvr>
                                      <p:tavLst>
                                        <p:tav tm="0">
                                          <p:val>
                                            <p:fltVal val="0"/>
                                          </p:val>
                                        </p:tav>
                                        <p:tav tm="100000">
                                          <p:val>
                                            <p:strVal val="#ppt_w"/>
                                          </p:val>
                                        </p:tav>
                                      </p:tavLst>
                                    </p:anim>
                                    <p:anim calcmode="lin" valueType="num">
                                      <p:cBhvr>
                                        <p:cTn id="46" dur="250" fill="hold"/>
                                        <p:tgtEl>
                                          <p:spTgt spid="123"/>
                                        </p:tgtEl>
                                        <p:attrNameLst>
                                          <p:attrName>ppt_h</p:attrName>
                                        </p:attrNameLst>
                                      </p:cBhvr>
                                      <p:tavLst>
                                        <p:tav tm="0">
                                          <p:val>
                                            <p:fltVal val="0"/>
                                          </p:val>
                                        </p:tav>
                                        <p:tav tm="100000">
                                          <p:val>
                                            <p:strVal val="#ppt_h"/>
                                          </p:val>
                                        </p:tav>
                                      </p:tavLst>
                                    </p:anim>
                                    <p:animEffect transition="in" filter="fade">
                                      <p:cBhvr>
                                        <p:cTn id="47" dur="250"/>
                                        <p:tgtEl>
                                          <p:spTgt spid="123"/>
                                        </p:tgtEl>
                                      </p:cBhvr>
                                    </p:animEffect>
                                  </p:childTnLst>
                                </p:cTn>
                              </p:par>
                              <p:par>
                                <p:cTn id="48" presetID="53" presetClass="entr" presetSubtype="16" fill="hold" nodeType="withEffect">
                                  <p:stCondLst>
                                    <p:cond delay="0"/>
                                  </p:stCondLst>
                                  <p:childTnLst>
                                    <p:set>
                                      <p:cBhvr>
                                        <p:cTn id="49" dur="1" fill="hold">
                                          <p:stCondLst>
                                            <p:cond delay="0"/>
                                          </p:stCondLst>
                                        </p:cTn>
                                        <p:tgtEl>
                                          <p:spTgt spid="127"/>
                                        </p:tgtEl>
                                        <p:attrNameLst>
                                          <p:attrName>style.visibility</p:attrName>
                                        </p:attrNameLst>
                                      </p:cBhvr>
                                      <p:to>
                                        <p:strVal val="visible"/>
                                      </p:to>
                                    </p:set>
                                    <p:anim calcmode="lin" valueType="num">
                                      <p:cBhvr>
                                        <p:cTn id="50" dur="250" fill="hold"/>
                                        <p:tgtEl>
                                          <p:spTgt spid="127"/>
                                        </p:tgtEl>
                                        <p:attrNameLst>
                                          <p:attrName>ppt_w</p:attrName>
                                        </p:attrNameLst>
                                      </p:cBhvr>
                                      <p:tavLst>
                                        <p:tav tm="0">
                                          <p:val>
                                            <p:fltVal val="0"/>
                                          </p:val>
                                        </p:tav>
                                        <p:tav tm="100000">
                                          <p:val>
                                            <p:strVal val="#ppt_w"/>
                                          </p:val>
                                        </p:tav>
                                      </p:tavLst>
                                    </p:anim>
                                    <p:anim calcmode="lin" valueType="num">
                                      <p:cBhvr>
                                        <p:cTn id="51" dur="250" fill="hold"/>
                                        <p:tgtEl>
                                          <p:spTgt spid="127"/>
                                        </p:tgtEl>
                                        <p:attrNameLst>
                                          <p:attrName>ppt_h</p:attrName>
                                        </p:attrNameLst>
                                      </p:cBhvr>
                                      <p:tavLst>
                                        <p:tav tm="0">
                                          <p:val>
                                            <p:fltVal val="0"/>
                                          </p:val>
                                        </p:tav>
                                        <p:tav tm="100000">
                                          <p:val>
                                            <p:strVal val="#ppt_h"/>
                                          </p:val>
                                        </p:tav>
                                      </p:tavLst>
                                    </p:anim>
                                    <p:animEffect transition="in" filter="fade">
                                      <p:cBhvr>
                                        <p:cTn id="52" dur="250"/>
                                        <p:tgtEl>
                                          <p:spTgt spid="127"/>
                                        </p:tgtEl>
                                      </p:cBhvr>
                                    </p:animEffect>
                                  </p:childTnLst>
                                </p:cTn>
                              </p:par>
                              <p:par>
                                <p:cTn id="53" presetID="53" presetClass="entr" presetSubtype="16" fill="hold" nodeType="withEffect">
                                  <p:stCondLst>
                                    <p:cond delay="0"/>
                                  </p:stCondLst>
                                  <p:childTnLst>
                                    <p:set>
                                      <p:cBhvr>
                                        <p:cTn id="54" dur="1" fill="hold">
                                          <p:stCondLst>
                                            <p:cond delay="0"/>
                                          </p:stCondLst>
                                        </p:cTn>
                                        <p:tgtEl>
                                          <p:spTgt spid="130"/>
                                        </p:tgtEl>
                                        <p:attrNameLst>
                                          <p:attrName>style.visibility</p:attrName>
                                        </p:attrNameLst>
                                      </p:cBhvr>
                                      <p:to>
                                        <p:strVal val="visible"/>
                                      </p:to>
                                    </p:set>
                                    <p:anim calcmode="lin" valueType="num">
                                      <p:cBhvr>
                                        <p:cTn id="55" dur="250" fill="hold"/>
                                        <p:tgtEl>
                                          <p:spTgt spid="130"/>
                                        </p:tgtEl>
                                        <p:attrNameLst>
                                          <p:attrName>ppt_w</p:attrName>
                                        </p:attrNameLst>
                                      </p:cBhvr>
                                      <p:tavLst>
                                        <p:tav tm="0">
                                          <p:val>
                                            <p:fltVal val="0"/>
                                          </p:val>
                                        </p:tav>
                                        <p:tav tm="100000">
                                          <p:val>
                                            <p:strVal val="#ppt_w"/>
                                          </p:val>
                                        </p:tav>
                                      </p:tavLst>
                                    </p:anim>
                                    <p:anim calcmode="lin" valueType="num">
                                      <p:cBhvr>
                                        <p:cTn id="56" dur="250" fill="hold"/>
                                        <p:tgtEl>
                                          <p:spTgt spid="130"/>
                                        </p:tgtEl>
                                        <p:attrNameLst>
                                          <p:attrName>ppt_h</p:attrName>
                                        </p:attrNameLst>
                                      </p:cBhvr>
                                      <p:tavLst>
                                        <p:tav tm="0">
                                          <p:val>
                                            <p:fltVal val="0"/>
                                          </p:val>
                                        </p:tav>
                                        <p:tav tm="100000">
                                          <p:val>
                                            <p:strVal val="#ppt_h"/>
                                          </p:val>
                                        </p:tav>
                                      </p:tavLst>
                                    </p:anim>
                                    <p:animEffect transition="in" filter="fade">
                                      <p:cBhvr>
                                        <p:cTn id="57" dur="250"/>
                                        <p:tgtEl>
                                          <p:spTgt spid="130"/>
                                        </p:tgtEl>
                                      </p:cBhvr>
                                    </p:animEffect>
                                  </p:childTnLst>
                                </p:cTn>
                              </p:par>
                              <p:par>
                                <p:cTn id="58" presetID="53" presetClass="entr" presetSubtype="16" fill="hold" nodeType="withEffect">
                                  <p:stCondLst>
                                    <p:cond delay="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50" fill="hold"/>
                                        <p:tgtEl>
                                          <p:spTgt spid="133"/>
                                        </p:tgtEl>
                                        <p:attrNameLst>
                                          <p:attrName>ppt_w</p:attrName>
                                        </p:attrNameLst>
                                      </p:cBhvr>
                                      <p:tavLst>
                                        <p:tav tm="0">
                                          <p:val>
                                            <p:fltVal val="0"/>
                                          </p:val>
                                        </p:tav>
                                        <p:tav tm="100000">
                                          <p:val>
                                            <p:strVal val="#ppt_w"/>
                                          </p:val>
                                        </p:tav>
                                      </p:tavLst>
                                    </p:anim>
                                    <p:anim calcmode="lin" valueType="num">
                                      <p:cBhvr>
                                        <p:cTn id="61" dur="250" fill="hold"/>
                                        <p:tgtEl>
                                          <p:spTgt spid="133"/>
                                        </p:tgtEl>
                                        <p:attrNameLst>
                                          <p:attrName>ppt_h</p:attrName>
                                        </p:attrNameLst>
                                      </p:cBhvr>
                                      <p:tavLst>
                                        <p:tav tm="0">
                                          <p:val>
                                            <p:fltVal val="0"/>
                                          </p:val>
                                        </p:tav>
                                        <p:tav tm="100000">
                                          <p:val>
                                            <p:strVal val="#ppt_h"/>
                                          </p:val>
                                        </p:tav>
                                      </p:tavLst>
                                    </p:anim>
                                    <p:animEffect transition="in" filter="fade">
                                      <p:cBhvr>
                                        <p:cTn id="62" dur="250"/>
                                        <p:tgtEl>
                                          <p:spTgt spid="133"/>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down)">
                                      <p:cBhvr>
                                        <p:cTn id="65" dur="500"/>
                                        <p:tgtEl>
                                          <p:spTgt spid="66"/>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down)">
                                      <p:cBhvr>
                                        <p:cTn id="68" dur="500"/>
                                        <p:tgtEl>
                                          <p:spTgt spid="70"/>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wipe(down)">
                                      <p:cBhvr>
                                        <p:cTn id="71"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P spid="70" grpId="0"/>
      <p:bldP spid="72" grpId="0"/>
      <p:bldP spid="74" grpId="0"/>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BC3001EC-9F33-4C39-B780-199714C83EA2}"/>
              </a:ext>
            </a:extLst>
          </p:cNvPr>
          <p:cNvGrpSpPr/>
          <p:nvPr/>
        </p:nvGrpSpPr>
        <p:grpSpPr>
          <a:xfrm>
            <a:off x="-176620" y="0"/>
            <a:ext cx="12482920" cy="6858000"/>
            <a:chOff x="-290920" y="0"/>
            <a:chExt cx="12482920" cy="6858000"/>
          </a:xfrm>
        </p:grpSpPr>
        <p:sp>
          <p:nvSpPr>
            <p:cNvPr id="34" name="Rectangle 33">
              <a:extLst>
                <a:ext uri="{FF2B5EF4-FFF2-40B4-BE49-F238E27FC236}">
                  <a16:creationId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151F346-69C6-4F86-BC1F-C57BA2384CC6}"/>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Latar</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Belakang</a:t>
              </a:r>
              <a:endParaRPr lang="en-US" sz="2000" b="1" dirty="0">
                <a:solidFill>
                  <a:srgbClr val="F0EEF0"/>
                </a:solidFill>
                <a:latin typeface="Tw Cen MT" panose="020B0602020104020603" pitchFamily="34" charset="0"/>
              </a:endParaRPr>
            </a:p>
          </p:txBody>
        </p:sp>
        <p:pic>
          <p:nvPicPr>
            <p:cNvPr id="37" name="Picture 36">
              <a:extLst>
                <a:ext uri="{FF2B5EF4-FFF2-40B4-BE49-F238E27FC236}">
                  <a16:creationId xmlns:a16="http://schemas.microsoft.com/office/drawing/2014/main" id="{52B367FE-8530-4052-AD96-2D6FBE490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a16="http://schemas.microsoft.com/office/drawing/2014/main" id="{63E93C38-ECA5-4094-81E9-196A3BD19EBD}"/>
              </a:ext>
            </a:extLst>
          </p:cNvPr>
          <p:cNvGrpSpPr/>
          <p:nvPr/>
        </p:nvGrpSpPr>
        <p:grpSpPr>
          <a:xfrm>
            <a:off x="412529" y="-2"/>
            <a:ext cx="11447501" cy="6858000"/>
            <a:chOff x="213096" y="0"/>
            <a:chExt cx="11447501" cy="6858000"/>
          </a:xfrm>
        </p:grpSpPr>
        <p:sp>
          <p:nvSpPr>
            <p:cNvPr id="39" name="Rectangle 38">
              <a:extLst>
                <a:ext uri="{FF2B5EF4-FFF2-40B4-BE49-F238E27FC236}">
                  <a16:creationId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405DAC1A-9BF8-460E-8D8B-77BFB6B27FF9}"/>
                </a:ext>
              </a:extLst>
            </p:cNvPr>
            <p:cNvSpPr/>
            <p:nvPr/>
          </p:nvSpPr>
          <p:spPr>
            <a:xfrm>
              <a:off x="10661331" y="2337441"/>
              <a:ext cx="999265"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90DCA374-CD21-448B-8791-8A04A9A9A552}"/>
                </a:ext>
              </a:extLst>
            </p:cNvPr>
            <p:cNvSpPr txBox="1"/>
            <p:nvPr/>
          </p:nvSpPr>
          <p:spPr>
            <a:xfrm rot="16200000">
              <a:off x="10341391" y="3259720"/>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42" name="Picture 41">
              <a:extLst>
                <a:ext uri="{FF2B5EF4-FFF2-40B4-BE49-F238E27FC236}">
                  <a16:creationId xmlns:a16="http://schemas.microsoft.com/office/drawing/2014/main" id="{83A620A7-5483-4447-9670-0F8D67F3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58085" y="3247473"/>
              <a:ext cx="530600" cy="530600"/>
            </a:xfrm>
            <a:prstGeom prst="rect">
              <a:avLst/>
            </a:prstGeom>
          </p:spPr>
        </p:pic>
      </p:grpSp>
      <p:sp>
        <p:nvSpPr>
          <p:cNvPr id="84" name="Rectangle 83">
            <a:extLst>
              <a:ext uri="{FF2B5EF4-FFF2-40B4-BE49-F238E27FC236}">
                <a16:creationId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AE5E6693-B9D1-4ED4-BBEF-303C664E2902}"/>
              </a:ext>
            </a:extLst>
          </p:cNvPr>
          <p:cNvCxnSpPr/>
          <p:nvPr/>
        </p:nvCxnSpPr>
        <p:spPr>
          <a:xfrm>
            <a:off x="3850016"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3B1F077-B004-40F4-B832-4938E4CC9B06}"/>
              </a:ext>
            </a:extLst>
          </p:cNvPr>
          <p:cNvCxnSpPr/>
          <p:nvPr/>
        </p:nvCxnSpPr>
        <p:spPr>
          <a:xfrm>
            <a:off x="5997735"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0C092F7-E294-42E9-9CCA-9CC6895B24E6}"/>
              </a:ext>
            </a:extLst>
          </p:cNvPr>
          <p:cNvSpPr txBox="1"/>
          <p:nvPr/>
        </p:nvSpPr>
        <p:spPr>
          <a:xfrm>
            <a:off x="2594536" y="4142156"/>
            <a:ext cx="2289049" cy="646331"/>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Fasilitas</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Pendukung</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Pembelajaran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Daring</a:t>
            </a:r>
            <a:endParaRPr lang="en-US" b="1" dirty="0">
              <a:solidFill>
                <a:schemeClr val="tx1">
                  <a:lumMod val="85000"/>
                  <a:lumOff val="15000"/>
                </a:schemeClr>
              </a:solidFill>
              <a:latin typeface="Tw Cen MT" panose="020B0602020104020603" pitchFamily="34" charset="0"/>
            </a:endParaRPr>
          </a:p>
        </p:txBody>
      </p:sp>
      <p:sp>
        <p:nvSpPr>
          <p:cNvPr id="68" name="TextBox 67">
            <a:extLst>
              <a:ext uri="{FF2B5EF4-FFF2-40B4-BE49-F238E27FC236}">
                <a16:creationId xmlns:a16="http://schemas.microsoft.com/office/drawing/2014/main" id="{FF1CA300-3552-45F9-8CC2-2FE94B9F46B4}"/>
              </a:ext>
            </a:extLst>
          </p:cNvPr>
          <p:cNvSpPr txBox="1"/>
          <p:nvPr/>
        </p:nvSpPr>
        <p:spPr>
          <a:xfrm>
            <a:off x="2594536" y="3709155"/>
            <a:ext cx="2289049" cy="523220"/>
          </a:xfrm>
          <a:prstGeom prst="rect">
            <a:avLst/>
          </a:prstGeom>
          <a:noFill/>
        </p:spPr>
        <p:txBody>
          <a:bodyPr wrap="square" rtlCol="0">
            <a:spAutoFit/>
          </a:bodyPr>
          <a:lstStyle/>
          <a:p>
            <a:pPr algn="ctr"/>
            <a:r>
              <a:rPr lang="en-US" sz="2800" b="1" dirty="0">
                <a:solidFill>
                  <a:srgbClr val="FF5969"/>
                </a:solidFill>
                <a:latin typeface="Tw Cen MT" panose="020B0602020104020603" pitchFamily="34" charset="0"/>
              </a:rPr>
              <a:t>1</a:t>
            </a:r>
          </a:p>
        </p:txBody>
      </p:sp>
      <p:sp>
        <p:nvSpPr>
          <p:cNvPr id="70" name="TextBox 69">
            <a:extLst>
              <a:ext uri="{FF2B5EF4-FFF2-40B4-BE49-F238E27FC236}">
                <a16:creationId xmlns:a16="http://schemas.microsoft.com/office/drawing/2014/main" id="{A9FA5B31-CC22-4828-81BB-108974CBC5B1}"/>
              </a:ext>
            </a:extLst>
          </p:cNvPr>
          <p:cNvSpPr txBox="1"/>
          <p:nvPr/>
        </p:nvSpPr>
        <p:spPr>
          <a:xfrm>
            <a:off x="4783446" y="4142156"/>
            <a:ext cx="2289049" cy="646331"/>
          </a:xfrm>
          <a:prstGeom prst="rect">
            <a:avLst/>
          </a:prstGeom>
          <a:noFill/>
        </p:spPr>
        <p:txBody>
          <a:bodyPr wrap="square" rtlCol="0">
            <a:spAutoFit/>
          </a:bodyPr>
          <a:lstStyle/>
          <a:p>
            <a:pPr algn="ct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Video Conference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Komersial</a:t>
            </a:r>
            <a:endParaRPr lang="en-US" b="1" dirty="0">
              <a:solidFill>
                <a:schemeClr val="tx1">
                  <a:lumMod val="85000"/>
                  <a:lumOff val="15000"/>
                </a:schemeClr>
              </a:solidFill>
              <a:latin typeface="Tw Cen MT" panose="020B0602020104020603" pitchFamily="34" charset="0"/>
            </a:endParaRPr>
          </a:p>
        </p:txBody>
      </p:sp>
      <p:sp>
        <p:nvSpPr>
          <p:cNvPr id="72" name="TextBox 71">
            <a:extLst>
              <a:ext uri="{FF2B5EF4-FFF2-40B4-BE49-F238E27FC236}">
                <a16:creationId xmlns:a16="http://schemas.microsoft.com/office/drawing/2014/main" id="{45343A5F-6D74-4049-B77F-C819CFF7A969}"/>
              </a:ext>
            </a:extLst>
          </p:cNvPr>
          <p:cNvSpPr txBox="1"/>
          <p:nvPr/>
        </p:nvSpPr>
        <p:spPr>
          <a:xfrm>
            <a:off x="4783446" y="3709155"/>
            <a:ext cx="2289049" cy="523220"/>
          </a:xfrm>
          <a:prstGeom prst="rect">
            <a:avLst/>
          </a:prstGeom>
          <a:noFill/>
        </p:spPr>
        <p:txBody>
          <a:bodyPr wrap="square" rtlCol="0">
            <a:spAutoFit/>
          </a:bodyPr>
          <a:lstStyle/>
          <a:p>
            <a:pPr algn="ctr"/>
            <a:r>
              <a:rPr lang="en-US" sz="2800" b="1" dirty="0">
                <a:solidFill>
                  <a:srgbClr val="52CBBE"/>
                </a:solidFill>
                <a:latin typeface="Tw Cen MT" panose="020B0602020104020603" pitchFamily="34" charset="0"/>
              </a:rPr>
              <a:t>3</a:t>
            </a:r>
          </a:p>
        </p:txBody>
      </p:sp>
      <p:sp>
        <p:nvSpPr>
          <p:cNvPr id="74" name="TextBox 73">
            <a:extLst>
              <a:ext uri="{FF2B5EF4-FFF2-40B4-BE49-F238E27FC236}">
                <a16:creationId xmlns:a16="http://schemas.microsoft.com/office/drawing/2014/main" id="{1C98C57F-7593-4997-889A-0BF6C2751BC2}"/>
              </a:ext>
            </a:extLst>
          </p:cNvPr>
          <p:cNvSpPr txBox="1"/>
          <p:nvPr/>
        </p:nvSpPr>
        <p:spPr>
          <a:xfrm>
            <a:off x="6912585" y="4142156"/>
            <a:ext cx="2289049" cy="369332"/>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Manajemen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Berkas</a:t>
            </a:r>
            <a:endParaRPr lang="en-US" b="1" dirty="0">
              <a:solidFill>
                <a:schemeClr val="tx1">
                  <a:lumMod val="85000"/>
                  <a:lumOff val="15000"/>
                </a:schemeClr>
              </a:solidFill>
              <a:latin typeface="Tw Cen MT" panose="020B0602020104020603" pitchFamily="34" charset="0"/>
            </a:endParaRPr>
          </a:p>
        </p:txBody>
      </p:sp>
      <p:sp>
        <p:nvSpPr>
          <p:cNvPr id="76" name="TextBox 75">
            <a:extLst>
              <a:ext uri="{FF2B5EF4-FFF2-40B4-BE49-F238E27FC236}">
                <a16:creationId xmlns:a16="http://schemas.microsoft.com/office/drawing/2014/main" id="{D26852A0-8FCE-449A-90A7-25E5705A0625}"/>
              </a:ext>
            </a:extLst>
          </p:cNvPr>
          <p:cNvSpPr txBox="1"/>
          <p:nvPr/>
        </p:nvSpPr>
        <p:spPr>
          <a:xfrm>
            <a:off x="6912585" y="3709155"/>
            <a:ext cx="2289049" cy="523220"/>
          </a:xfrm>
          <a:prstGeom prst="rect">
            <a:avLst/>
          </a:prstGeom>
          <a:noFill/>
        </p:spPr>
        <p:txBody>
          <a:bodyPr wrap="square" rtlCol="0">
            <a:spAutoFit/>
          </a:bodyPr>
          <a:lstStyle/>
          <a:p>
            <a:pPr algn="ctr"/>
            <a:r>
              <a:rPr lang="en-US" sz="2800" b="1" dirty="0">
                <a:solidFill>
                  <a:srgbClr val="FEC630"/>
                </a:solidFill>
                <a:latin typeface="Tw Cen MT" panose="020B0602020104020603" pitchFamily="34" charset="0"/>
              </a:rPr>
              <a:t>3</a:t>
            </a:r>
          </a:p>
        </p:txBody>
      </p:sp>
      <p:grpSp>
        <p:nvGrpSpPr>
          <p:cNvPr id="77" name="Group 76">
            <a:extLst>
              <a:ext uri="{FF2B5EF4-FFF2-40B4-BE49-F238E27FC236}">
                <a16:creationId xmlns:a16="http://schemas.microsoft.com/office/drawing/2014/main" id="{8F82A200-3A06-499F-9E6A-761899292C91}"/>
              </a:ext>
            </a:extLst>
          </p:cNvPr>
          <p:cNvGrpSpPr/>
          <p:nvPr/>
        </p:nvGrpSpPr>
        <p:grpSpPr>
          <a:xfrm>
            <a:off x="3101220" y="1755914"/>
            <a:ext cx="1275682" cy="1275682"/>
            <a:chOff x="3063120" y="1755914"/>
            <a:chExt cx="1275682" cy="1275682"/>
          </a:xfrm>
        </p:grpSpPr>
        <p:sp>
          <p:nvSpPr>
            <p:cNvPr id="78" name="Teardrop 77">
              <a:extLst>
                <a:ext uri="{FF2B5EF4-FFF2-40B4-BE49-F238E27FC236}">
                  <a16:creationId xmlns:a16="http://schemas.microsoft.com/office/drawing/2014/main" id="{E98DCD5D-E7AC-4807-8C71-0405E311A37C}"/>
                </a:ext>
              </a:extLst>
            </p:cNvPr>
            <p:cNvSpPr/>
            <p:nvPr/>
          </p:nvSpPr>
          <p:spPr>
            <a:xfrm rot="8100000">
              <a:off x="3063120" y="1755914"/>
              <a:ext cx="1275682" cy="1275682"/>
            </a:xfrm>
            <a:prstGeom prst="teardrop">
              <a:avLst>
                <a:gd name="adj" fmla="val 109962"/>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5C3F1904-7912-4897-945F-D9D07004DC3B}"/>
                </a:ext>
              </a:extLst>
            </p:cNvPr>
            <p:cNvSpPr/>
            <p:nvPr/>
          </p:nvSpPr>
          <p:spPr>
            <a:xfrm>
              <a:off x="325746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31593FD0-64A3-4D81-ABAD-CAD7832F8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6696" y="2066644"/>
              <a:ext cx="627392" cy="627390"/>
            </a:xfrm>
            <a:prstGeom prst="rect">
              <a:avLst/>
            </a:prstGeom>
          </p:spPr>
        </p:pic>
      </p:grpSp>
      <p:grpSp>
        <p:nvGrpSpPr>
          <p:cNvPr id="95" name="Group 94">
            <a:extLst>
              <a:ext uri="{FF2B5EF4-FFF2-40B4-BE49-F238E27FC236}">
                <a16:creationId xmlns:a16="http://schemas.microsoft.com/office/drawing/2014/main" id="{9CEF97A3-5525-4B23-8ED3-DE52D18C6AC9}"/>
              </a:ext>
            </a:extLst>
          </p:cNvPr>
          <p:cNvGrpSpPr/>
          <p:nvPr/>
        </p:nvGrpSpPr>
        <p:grpSpPr>
          <a:xfrm>
            <a:off x="5280540" y="1755914"/>
            <a:ext cx="1275682" cy="1275682"/>
            <a:chOff x="5242440" y="1755914"/>
            <a:chExt cx="1275682" cy="1275682"/>
          </a:xfrm>
        </p:grpSpPr>
        <p:sp>
          <p:nvSpPr>
            <p:cNvPr id="111" name="Teardrop 110">
              <a:extLst>
                <a:ext uri="{FF2B5EF4-FFF2-40B4-BE49-F238E27FC236}">
                  <a16:creationId xmlns:a16="http://schemas.microsoft.com/office/drawing/2014/main" id="{50BC144A-C56B-402B-A40E-D588FAD19B40}"/>
                </a:ext>
              </a:extLst>
            </p:cNvPr>
            <p:cNvSpPr/>
            <p:nvPr/>
          </p:nvSpPr>
          <p:spPr>
            <a:xfrm rot="8100000">
              <a:off x="5242440" y="1755914"/>
              <a:ext cx="1275682" cy="1275682"/>
            </a:xfrm>
            <a:prstGeom prst="teardrop">
              <a:avLst>
                <a:gd name="adj" fmla="val 109962"/>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53982AC9-F3CB-4E50-ABB4-803298B4C9F4}"/>
                </a:ext>
              </a:extLst>
            </p:cNvPr>
            <p:cNvSpPr/>
            <p:nvPr/>
          </p:nvSpPr>
          <p:spPr>
            <a:xfrm>
              <a:off x="543678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0904263C-8FFC-4242-9EB2-D4E0F0999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5681" y="2061164"/>
              <a:ext cx="659146" cy="659144"/>
            </a:xfrm>
            <a:prstGeom prst="rect">
              <a:avLst/>
            </a:prstGeom>
          </p:spPr>
        </p:pic>
      </p:grpSp>
      <p:grpSp>
        <p:nvGrpSpPr>
          <p:cNvPr id="123" name="Group 122">
            <a:extLst>
              <a:ext uri="{FF2B5EF4-FFF2-40B4-BE49-F238E27FC236}">
                <a16:creationId xmlns:a16="http://schemas.microsoft.com/office/drawing/2014/main" id="{CA1627D3-08B8-4852-B618-C7C4D2638F26}"/>
              </a:ext>
            </a:extLst>
          </p:cNvPr>
          <p:cNvGrpSpPr/>
          <p:nvPr/>
        </p:nvGrpSpPr>
        <p:grpSpPr>
          <a:xfrm>
            <a:off x="7391281" y="1755914"/>
            <a:ext cx="1275682" cy="1275682"/>
            <a:chOff x="7353181" y="1755914"/>
            <a:chExt cx="1275682" cy="1275682"/>
          </a:xfrm>
        </p:grpSpPr>
        <p:sp>
          <p:nvSpPr>
            <p:cNvPr id="124" name="Teardrop 123">
              <a:extLst>
                <a:ext uri="{FF2B5EF4-FFF2-40B4-BE49-F238E27FC236}">
                  <a16:creationId xmlns:a16="http://schemas.microsoft.com/office/drawing/2014/main" id="{8A6CD21D-9341-40F1-A5BD-1CA0BB52C9C6}"/>
                </a:ext>
              </a:extLst>
            </p:cNvPr>
            <p:cNvSpPr/>
            <p:nvPr/>
          </p:nvSpPr>
          <p:spPr>
            <a:xfrm rot="8100000">
              <a:off x="7353181" y="1755914"/>
              <a:ext cx="1275682" cy="1275682"/>
            </a:xfrm>
            <a:prstGeom prst="teardrop">
              <a:avLst>
                <a:gd name="adj" fmla="val 109962"/>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3AAB7DD9-4074-409E-89C9-CAD58944A04F}"/>
                </a:ext>
              </a:extLst>
            </p:cNvPr>
            <p:cNvSpPr/>
            <p:nvPr/>
          </p:nvSpPr>
          <p:spPr>
            <a:xfrm>
              <a:off x="7547530"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6" name="Picture 125">
              <a:extLst>
                <a:ext uri="{FF2B5EF4-FFF2-40B4-BE49-F238E27FC236}">
                  <a16:creationId xmlns:a16="http://schemas.microsoft.com/office/drawing/2014/main" id="{39516112-622F-4EC9-8E36-5AACED5D52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8666" y="2048456"/>
              <a:ext cx="684562" cy="684560"/>
            </a:xfrm>
            <a:prstGeom prst="rect">
              <a:avLst/>
            </a:prstGeom>
          </p:spPr>
        </p:pic>
      </p:grpSp>
      <p:grpSp>
        <p:nvGrpSpPr>
          <p:cNvPr id="127" name="Group 126">
            <a:extLst>
              <a:ext uri="{FF2B5EF4-FFF2-40B4-BE49-F238E27FC236}">
                <a16:creationId xmlns:a16="http://schemas.microsoft.com/office/drawing/2014/main" id="{9D6568B3-A658-40E5-9108-FD55FD6780FD}"/>
              </a:ext>
            </a:extLst>
          </p:cNvPr>
          <p:cNvGrpSpPr/>
          <p:nvPr/>
        </p:nvGrpSpPr>
        <p:grpSpPr>
          <a:xfrm>
            <a:off x="3638922" y="3517706"/>
            <a:ext cx="211094" cy="211094"/>
            <a:chOff x="1677812" y="4248152"/>
            <a:chExt cx="211094" cy="211094"/>
          </a:xfrm>
        </p:grpSpPr>
        <p:sp>
          <p:nvSpPr>
            <p:cNvPr id="128" name="Oval 127">
              <a:extLst>
                <a:ext uri="{FF2B5EF4-FFF2-40B4-BE49-F238E27FC236}">
                  <a16:creationId xmlns:a16="http://schemas.microsoft.com/office/drawing/2014/main" id="{A0F41BC5-538A-436D-96CE-5BF186A1B9C0}"/>
                </a:ext>
              </a:extLst>
            </p:cNvPr>
            <p:cNvSpPr/>
            <p:nvPr/>
          </p:nvSpPr>
          <p:spPr>
            <a:xfrm>
              <a:off x="1677812"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0C82E18B-6211-4E0E-B341-A375BF21C638}"/>
                </a:ext>
              </a:extLst>
            </p:cNvPr>
            <p:cNvSpPr/>
            <p:nvPr/>
          </p:nvSpPr>
          <p:spPr>
            <a:xfrm>
              <a:off x="1708100" y="4278440"/>
              <a:ext cx="150518" cy="150518"/>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3CA914DC-85F2-4FF9-8B35-B754D0496A9F}"/>
              </a:ext>
            </a:extLst>
          </p:cNvPr>
          <p:cNvGrpSpPr/>
          <p:nvPr/>
        </p:nvGrpSpPr>
        <p:grpSpPr>
          <a:xfrm>
            <a:off x="5816929" y="3517706"/>
            <a:ext cx="211094" cy="211094"/>
            <a:chOff x="3855819" y="4248152"/>
            <a:chExt cx="211094" cy="211094"/>
          </a:xfrm>
        </p:grpSpPr>
        <p:sp>
          <p:nvSpPr>
            <p:cNvPr id="131" name="Oval 130">
              <a:extLst>
                <a:ext uri="{FF2B5EF4-FFF2-40B4-BE49-F238E27FC236}">
                  <a16:creationId xmlns:a16="http://schemas.microsoft.com/office/drawing/2014/main" id="{37925582-D117-410B-AB01-22C2051F3E1B}"/>
                </a:ext>
              </a:extLst>
            </p:cNvPr>
            <p:cNvSpPr/>
            <p:nvPr/>
          </p:nvSpPr>
          <p:spPr>
            <a:xfrm>
              <a:off x="3855819"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EECA96D8-E406-4AB4-A7AF-C0969311312E}"/>
                </a:ext>
              </a:extLst>
            </p:cNvPr>
            <p:cNvSpPr/>
            <p:nvPr/>
          </p:nvSpPr>
          <p:spPr>
            <a:xfrm>
              <a:off x="3886107" y="4278440"/>
              <a:ext cx="150518" cy="150518"/>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32D488C7-993A-4046-84D5-C5C1D3921994}"/>
              </a:ext>
            </a:extLst>
          </p:cNvPr>
          <p:cNvGrpSpPr/>
          <p:nvPr/>
        </p:nvGrpSpPr>
        <p:grpSpPr>
          <a:xfrm>
            <a:off x="7934360" y="3517706"/>
            <a:ext cx="211094" cy="211094"/>
            <a:chOff x="5973250" y="4248152"/>
            <a:chExt cx="211094" cy="211094"/>
          </a:xfrm>
        </p:grpSpPr>
        <p:sp>
          <p:nvSpPr>
            <p:cNvPr id="134" name="Oval 133">
              <a:extLst>
                <a:ext uri="{FF2B5EF4-FFF2-40B4-BE49-F238E27FC236}">
                  <a16:creationId xmlns:a16="http://schemas.microsoft.com/office/drawing/2014/main" id="{1BD518F5-B2EA-4A0C-8251-81B075518DC4}"/>
                </a:ext>
              </a:extLst>
            </p:cNvPr>
            <p:cNvSpPr/>
            <p:nvPr/>
          </p:nvSpPr>
          <p:spPr>
            <a:xfrm>
              <a:off x="5973250"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1F5C5634-ECA4-4D92-B617-58C5C2D48A63}"/>
                </a:ext>
              </a:extLst>
            </p:cNvPr>
            <p:cNvSpPr/>
            <p:nvPr/>
          </p:nvSpPr>
          <p:spPr>
            <a:xfrm>
              <a:off x="6003538" y="4278440"/>
              <a:ext cx="150518" cy="150518"/>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BF8EBA3D-452D-47CD-B904-0B23290B33D1}"/>
              </a:ext>
            </a:extLst>
          </p:cNvPr>
          <p:cNvGrpSpPr/>
          <p:nvPr/>
        </p:nvGrpSpPr>
        <p:grpSpPr>
          <a:xfrm>
            <a:off x="1496411" y="0"/>
            <a:ext cx="9961092" cy="6858000"/>
            <a:chOff x="491575" y="0"/>
            <a:chExt cx="9961092" cy="6858000"/>
          </a:xfrm>
        </p:grpSpPr>
        <p:sp>
          <p:nvSpPr>
            <p:cNvPr id="146" name="Rectangle 145">
              <a:extLst>
                <a:ext uri="{FF2B5EF4-FFF2-40B4-BE49-F238E27FC236}">
                  <a16:creationId xmlns:a16="http://schemas.microsoft.com/office/drawing/2014/main" id="{BEF50569-12D0-443A-A8E7-A819E72B4F7B}"/>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32659E1F-B511-4620-BC32-708DD10CBC1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TextBox 147">
              <a:extLst>
                <a:ext uri="{FF2B5EF4-FFF2-40B4-BE49-F238E27FC236}">
                  <a16:creationId xmlns:a16="http://schemas.microsoft.com/office/drawing/2014/main" id="{D75E0FF4-DD95-4374-A96E-74902F41406D}"/>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49" name="Picture 148">
              <a:extLst>
                <a:ext uri="{FF2B5EF4-FFF2-40B4-BE49-F238E27FC236}">
                  <a16:creationId xmlns:a16="http://schemas.microsoft.com/office/drawing/2014/main" id="{13B43634-15E2-4DD3-86FC-8718B1C8F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150" name="Group 149">
            <a:extLst>
              <a:ext uri="{FF2B5EF4-FFF2-40B4-BE49-F238E27FC236}">
                <a16:creationId xmlns:a16="http://schemas.microsoft.com/office/drawing/2014/main" id="{59CDFFC8-1070-4F56-90DB-02B9C56598D7}"/>
              </a:ext>
            </a:extLst>
          </p:cNvPr>
          <p:cNvGrpSpPr/>
          <p:nvPr/>
        </p:nvGrpSpPr>
        <p:grpSpPr>
          <a:xfrm>
            <a:off x="-7985197" y="0"/>
            <a:ext cx="9574094" cy="6858000"/>
            <a:chOff x="491575" y="0"/>
            <a:chExt cx="9574094" cy="6858000"/>
          </a:xfrm>
        </p:grpSpPr>
        <p:sp>
          <p:nvSpPr>
            <p:cNvPr id="151" name="Rectangle 150">
              <a:extLst>
                <a:ext uri="{FF2B5EF4-FFF2-40B4-BE49-F238E27FC236}">
                  <a16:creationId xmlns:a16="http://schemas.microsoft.com/office/drawing/2014/main" id="{8B3ED22B-75E8-4E51-82D5-B179B14CBCD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CA2B3163-CAEF-4C00-B78F-8CCFB7D69F8A}"/>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Box 152">
              <a:extLst>
                <a:ext uri="{FF2B5EF4-FFF2-40B4-BE49-F238E27FC236}">
                  <a16:creationId xmlns:a16="http://schemas.microsoft.com/office/drawing/2014/main" id="{6BE980A4-9FF8-447C-AAD8-DB0DE4BAE3F5}"/>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54" name="Picture 153">
              <a:extLst>
                <a:ext uri="{FF2B5EF4-FFF2-40B4-BE49-F238E27FC236}">
                  <a16:creationId xmlns:a16="http://schemas.microsoft.com/office/drawing/2014/main" id="{CC7C8902-130A-42BA-83B9-8B76BFF39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155" name="Group 154">
            <a:extLst>
              <a:ext uri="{FF2B5EF4-FFF2-40B4-BE49-F238E27FC236}">
                <a16:creationId xmlns:a16="http://schemas.microsoft.com/office/drawing/2014/main" id="{413D7F57-DC06-4DD4-B258-FF8D62457991}"/>
              </a:ext>
            </a:extLst>
          </p:cNvPr>
          <p:cNvGrpSpPr/>
          <p:nvPr/>
        </p:nvGrpSpPr>
        <p:grpSpPr>
          <a:xfrm>
            <a:off x="-7638543" y="-1"/>
            <a:ext cx="8692332" cy="6858000"/>
            <a:chOff x="718505" y="-1"/>
            <a:chExt cx="8692332" cy="6858000"/>
          </a:xfrm>
        </p:grpSpPr>
        <p:sp>
          <p:nvSpPr>
            <p:cNvPr id="156" name="Rectangle 155">
              <a:extLst>
                <a:ext uri="{FF2B5EF4-FFF2-40B4-BE49-F238E27FC236}">
                  <a16:creationId xmlns:a16="http://schemas.microsoft.com/office/drawing/2014/main" id="{0A010B44-F2BA-4BDE-BF22-60FCCA85E1D8}"/>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3AC48898-A626-4933-9DBE-504CD30DA59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TextBox 157">
              <a:extLst>
                <a:ext uri="{FF2B5EF4-FFF2-40B4-BE49-F238E27FC236}">
                  <a16:creationId xmlns:a16="http://schemas.microsoft.com/office/drawing/2014/main" id="{4D28EC67-A3BA-4ADF-8961-3F5667831832}"/>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159" name="Picture 158">
              <a:extLst>
                <a:ext uri="{FF2B5EF4-FFF2-40B4-BE49-F238E27FC236}">
                  <a16:creationId xmlns:a16="http://schemas.microsoft.com/office/drawing/2014/main" id="{1B35D458-ABD3-496F-80F2-A7DF5517D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60" name="Group 159">
            <a:extLst>
              <a:ext uri="{FF2B5EF4-FFF2-40B4-BE49-F238E27FC236}">
                <a16:creationId xmlns:a16="http://schemas.microsoft.com/office/drawing/2014/main" id="{AB89704A-10D9-4678-B55F-4A6DC496B903}"/>
              </a:ext>
            </a:extLst>
          </p:cNvPr>
          <p:cNvGrpSpPr/>
          <p:nvPr/>
        </p:nvGrpSpPr>
        <p:grpSpPr>
          <a:xfrm>
            <a:off x="-9395082" y="-1"/>
            <a:ext cx="9948758" cy="6858000"/>
            <a:chOff x="-9337032" y="-1"/>
            <a:chExt cx="9948758" cy="6858000"/>
          </a:xfrm>
        </p:grpSpPr>
        <p:sp>
          <p:nvSpPr>
            <p:cNvPr id="161" name="Rectangle 160">
              <a:extLst>
                <a:ext uri="{FF2B5EF4-FFF2-40B4-BE49-F238E27FC236}">
                  <a16:creationId xmlns:a16="http://schemas.microsoft.com/office/drawing/2014/main" id="{5264F1BB-1B3F-49E9-80CA-3C511CA23371}"/>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Freeform: Shape 161">
              <a:extLst>
                <a:ext uri="{FF2B5EF4-FFF2-40B4-BE49-F238E27FC236}">
                  <a16:creationId xmlns:a16="http://schemas.microsoft.com/office/drawing/2014/main" id="{2B61D79C-FE90-47FB-B78B-B3B793AB02CA}"/>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TextBox 162">
              <a:extLst>
                <a:ext uri="{FF2B5EF4-FFF2-40B4-BE49-F238E27FC236}">
                  <a16:creationId xmlns:a16="http://schemas.microsoft.com/office/drawing/2014/main" id="{E9B70F99-384A-4A5C-A23E-1F49CAADEFD4}"/>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164" name="Picture 163">
              <a:extLst>
                <a:ext uri="{FF2B5EF4-FFF2-40B4-BE49-F238E27FC236}">
                  <a16:creationId xmlns:a16="http://schemas.microsoft.com/office/drawing/2014/main" id="{BB5632DE-AE54-40EA-95F5-CB8E8FFF1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4" name="Group 3">
            <a:extLst>
              <a:ext uri="{FF2B5EF4-FFF2-40B4-BE49-F238E27FC236}">
                <a16:creationId xmlns:a16="http://schemas.microsoft.com/office/drawing/2014/main" id="{7237CDAF-9D5B-4A0C-BD1B-BEF880DF7E55}"/>
              </a:ext>
            </a:extLst>
          </p:cNvPr>
          <p:cNvGrpSpPr/>
          <p:nvPr/>
        </p:nvGrpSpPr>
        <p:grpSpPr>
          <a:xfrm>
            <a:off x="2437685" y="1434803"/>
            <a:ext cx="7405148" cy="4257696"/>
            <a:chOff x="2437685" y="1434803"/>
            <a:chExt cx="7405148" cy="4257696"/>
          </a:xfrm>
        </p:grpSpPr>
        <p:sp>
          <p:nvSpPr>
            <p:cNvPr id="2" name="Rectangle: Rounded Corners 1">
              <a:extLst>
                <a:ext uri="{FF2B5EF4-FFF2-40B4-BE49-F238E27FC236}">
                  <a16:creationId xmlns:a16="http://schemas.microsoft.com/office/drawing/2014/main" id="{B1EC8C09-F03A-403A-9D30-87F77A4F1800}"/>
                </a:ext>
              </a:extLst>
            </p:cNvPr>
            <p:cNvSpPr/>
            <p:nvPr/>
          </p:nvSpPr>
          <p:spPr>
            <a:xfrm>
              <a:off x="2437685" y="2472834"/>
              <a:ext cx="7405148" cy="2181626"/>
            </a:xfrm>
            <a:prstGeom prst="roundRect">
              <a:avLst/>
            </a:pr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Mengintegrasikan</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Pengembangan</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Video Conference </a:t>
              </a:r>
              <a:r>
                <a:rPr lang="en-US" sz="2400" i="1" dirty="0" err="1">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Jitsi</a:t>
              </a:r>
              <a:r>
                <a:rPr lang="en-US" sz="2400" i="1"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Meet </a:t>
              </a:r>
              <a:r>
                <a:rPr lang="en-US" sz="2400" dirty="0" err="1">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dengan</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Matrix</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yang </a:t>
              </a:r>
              <a:r>
                <a:rPr lang="en-US" sz="2400" dirty="0" err="1">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akan</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di </a:t>
              </a:r>
              <a:r>
                <a:rPr lang="en-US" sz="2400" dirty="0" err="1">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Terapkan</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pada </a:t>
              </a:r>
              <a:r>
                <a:rPr lang="en-US" sz="2400" i="1"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Virtual Private Server </a:t>
              </a:r>
              <a:r>
                <a:rPr lang="en-US"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(VPS)</a:t>
              </a:r>
              <a:r>
                <a:rPr lang="id-ID"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endParaRPr lang="en-ID" sz="2400" dirty="0">
                <a:solidFill>
                  <a:srgbClr val="5D7373"/>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3" name="Oval 2">
              <a:extLst>
                <a:ext uri="{FF2B5EF4-FFF2-40B4-BE49-F238E27FC236}">
                  <a16:creationId xmlns:a16="http://schemas.microsoft.com/office/drawing/2014/main" id="{9F9E6C9F-E109-4F7C-A5F0-DD423A7179FD}"/>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5" name="Oval 64">
              <a:extLst>
                <a:ext uri="{FF2B5EF4-FFF2-40B4-BE49-F238E27FC236}">
                  <a16:creationId xmlns:a16="http://schemas.microsoft.com/office/drawing/2014/main" id="{37C11F16-F710-44A5-B072-F1BCF147DB3A}"/>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110014686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250" fill="hold"/>
                                        <p:tgtEl>
                                          <p:spTgt spid="68"/>
                                        </p:tgtEl>
                                        <p:attrNameLst>
                                          <p:attrName>ppt_w</p:attrName>
                                        </p:attrNameLst>
                                      </p:cBhvr>
                                      <p:tavLst>
                                        <p:tav tm="0">
                                          <p:val>
                                            <p:fltVal val="0"/>
                                          </p:val>
                                        </p:tav>
                                        <p:tav tm="100000">
                                          <p:val>
                                            <p:strVal val="#ppt_w"/>
                                          </p:val>
                                        </p:tav>
                                      </p:tavLst>
                                    </p:anim>
                                    <p:anim calcmode="lin" valueType="num">
                                      <p:cBhvr>
                                        <p:cTn id="8" dur="250" fill="hold"/>
                                        <p:tgtEl>
                                          <p:spTgt spid="68"/>
                                        </p:tgtEl>
                                        <p:attrNameLst>
                                          <p:attrName>ppt_h</p:attrName>
                                        </p:attrNameLst>
                                      </p:cBhvr>
                                      <p:tavLst>
                                        <p:tav tm="0">
                                          <p:val>
                                            <p:fltVal val="0"/>
                                          </p:val>
                                        </p:tav>
                                        <p:tav tm="100000">
                                          <p:val>
                                            <p:strVal val="#ppt_h"/>
                                          </p:val>
                                        </p:tav>
                                      </p:tavLst>
                                    </p:anim>
                                    <p:animEffect transition="in" filter="fade">
                                      <p:cBhvr>
                                        <p:cTn id="9" dur="250"/>
                                        <p:tgtEl>
                                          <p:spTgt spid="68"/>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p:cTn id="13" dur="250" fill="hold"/>
                                        <p:tgtEl>
                                          <p:spTgt spid="77"/>
                                        </p:tgtEl>
                                        <p:attrNameLst>
                                          <p:attrName>ppt_w</p:attrName>
                                        </p:attrNameLst>
                                      </p:cBhvr>
                                      <p:tavLst>
                                        <p:tav tm="0">
                                          <p:val>
                                            <p:fltVal val="0"/>
                                          </p:val>
                                        </p:tav>
                                        <p:tav tm="100000">
                                          <p:val>
                                            <p:strVal val="#ppt_w"/>
                                          </p:val>
                                        </p:tav>
                                      </p:tavLst>
                                    </p:anim>
                                    <p:anim calcmode="lin" valueType="num">
                                      <p:cBhvr>
                                        <p:cTn id="14" dur="250" fill="hold"/>
                                        <p:tgtEl>
                                          <p:spTgt spid="77"/>
                                        </p:tgtEl>
                                        <p:attrNameLst>
                                          <p:attrName>ppt_h</p:attrName>
                                        </p:attrNameLst>
                                      </p:cBhvr>
                                      <p:tavLst>
                                        <p:tav tm="0">
                                          <p:val>
                                            <p:fltVal val="0"/>
                                          </p:val>
                                        </p:tav>
                                        <p:tav tm="100000">
                                          <p:val>
                                            <p:strVal val="#ppt_h"/>
                                          </p:val>
                                        </p:tav>
                                      </p:tavLst>
                                    </p:anim>
                                    <p:animEffect transition="in" filter="fade">
                                      <p:cBhvr>
                                        <p:cTn id="15" dur="250"/>
                                        <p:tgtEl>
                                          <p:spTgt spid="77"/>
                                        </p:tgtEl>
                                      </p:cBhvr>
                                    </p:animEffect>
                                  </p:childTnLst>
                                </p:cTn>
                              </p:par>
                            </p:childTnLst>
                          </p:cTn>
                        </p:par>
                        <p:par>
                          <p:cTn id="16" fill="hold">
                            <p:stCondLst>
                              <p:cond delay="500"/>
                            </p:stCondLst>
                            <p:childTnLst>
                              <p:par>
                                <p:cTn id="17" presetID="22" presetClass="entr" presetSubtype="8" fill="hold" nodeType="afterEffect">
                                  <p:stCondLst>
                                    <p:cond delay="250"/>
                                  </p:stCondLst>
                                  <p:childTnLst>
                                    <p:set>
                                      <p:cBhvr>
                                        <p:cTn id="18" dur="1" fill="hold">
                                          <p:stCondLst>
                                            <p:cond delay="0"/>
                                          </p:stCondLst>
                                        </p:cTn>
                                        <p:tgtEl>
                                          <p:spTgt spid="63"/>
                                        </p:tgtEl>
                                        <p:attrNameLst>
                                          <p:attrName>style.visibility</p:attrName>
                                        </p:attrNameLst>
                                      </p:cBhvr>
                                      <p:to>
                                        <p:strVal val="visible"/>
                                      </p:to>
                                    </p:set>
                                    <p:animEffect transition="in" filter="wipe(left)">
                                      <p:cBhvr>
                                        <p:cTn id="19" dur="500"/>
                                        <p:tgtEl>
                                          <p:spTgt spid="63"/>
                                        </p:tgtEl>
                                      </p:cBhvr>
                                    </p:animEffect>
                                  </p:childTnLst>
                                </p:cTn>
                              </p:par>
                            </p:childTnLst>
                          </p:cTn>
                        </p:par>
                        <p:par>
                          <p:cTn id="20" fill="hold">
                            <p:stCondLst>
                              <p:cond delay="1250"/>
                            </p:stCondLst>
                            <p:childTnLst>
                              <p:par>
                                <p:cTn id="21" presetID="53" presetClass="entr" presetSubtype="16" fill="hold" nodeType="after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p:cTn id="23" dur="250" fill="hold"/>
                                        <p:tgtEl>
                                          <p:spTgt spid="95"/>
                                        </p:tgtEl>
                                        <p:attrNameLst>
                                          <p:attrName>ppt_w</p:attrName>
                                        </p:attrNameLst>
                                      </p:cBhvr>
                                      <p:tavLst>
                                        <p:tav tm="0">
                                          <p:val>
                                            <p:fltVal val="0"/>
                                          </p:val>
                                        </p:tav>
                                        <p:tav tm="100000">
                                          <p:val>
                                            <p:strVal val="#ppt_w"/>
                                          </p:val>
                                        </p:tav>
                                      </p:tavLst>
                                    </p:anim>
                                    <p:anim calcmode="lin" valueType="num">
                                      <p:cBhvr>
                                        <p:cTn id="24" dur="250" fill="hold"/>
                                        <p:tgtEl>
                                          <p:spTgt spid="95"/>
                                        </p:tgtEl>
                                        <p:attrNameLst>
                                          <p:attrName>ppt_h</p:attrName>
                                        </p:attrNameLst>
                                      </p:cBhvr>
                                      <p:tavLst>
                                        <p:tav tm="0">
                                          <p:val>
                                            <p:fltVal val="0"/>
                                          </p:val>
                                        </p:tav>
                                        <p:tav tm="100000">
                                          <p:val>
                                            <p:strVal val="#ppt_h"/>
                                          </p:val>
                                        </p:tav>
                                      </p:tavLst>
                                    </p:anim>
                                    <p:animEffect transition="in" filter="fade">
                                      <p:cBhvr>
                                        <p:cTn id="25" dur="250"/>
                                        <p:tgtEl>
                                          <p:spTgt spid="95"/>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p:cTn id="29" dur="250" fill="hold"/>
                                        <p:tgtEl>
                                          <p:spTgt spid="72"/>
                                        </p:tgtEl>
                                        <p:attrNameLst>
                                          <p:attrName>ppt_w</p:attrName>
                                        </p:attrNameLst>
                                      </p:cBhvr>
                                      <p:tavLst>
                                        <p:tav tm="0">
                                          <p:val>
                                            <p:fltVal val="0"/>
                                          </p:val>
                                        </p:tav>
                                        <p:tav tm="100000">
                                          <p:val>
                                            <p:strVal val="#ppt_w"/>
                                          </p:val>
                                        </p:tav>
                                      </p:tavLst>
                                    </p:anim>
                                    <p:anim calcmode="lin" valueType="num">
                                      <p:cBhvr>
                                        <p:cTn id="30" dur="250" fill="hold"/>
                                        <p:tgtEl>
                                          <p:spTgt spid="72"/>
                                        </p:tgtEl>
                                        <p:attrNameLst>
                                          <p:attrName>ppt_h</p:attrName>
                                        </p:attrNameLst>
                                      </p:cBhvr>
                                      <p:tavLst>
                                        <p:tav tm="0">
                                          <p:val>
                                            <p:fltVal val="0"/>
                                          </p:val>
                                        </p:tav>
                                        <p:tav tm="100000">
                                          <p:val>
                                            <p:strVal val="#ppt_h"/>
                                          </p:val>
                                        </p:tav>
                                      </p:tavLst>
                                    </p:anim>
                                    <p:animEffect transition="in" filter="fade">
                                      <p:cBhvr>
                                        <p:cTn id="31" dur="250"/>
                                        <p:tgtEl>
                                          <p:spTgt spid="72"/>
                                        </p:tgtEl>
                                      </p:cBhvr>
                                    </p:animEffect>
                                  </p:childTnLst>
                                </p:cTn>
                              </p:par>
                            </p:childTnLst>
                          </p:cTn>
                        </p:par>
                        <p:par>
                          <p:cTn id="32" fill="hold">
                            <p:stCondLst>
                              <p:cond delay="1750"/>
                            </p:stCondLst>
                            <p:childTnLst>
                              <p:par>
                                <p:cTn id="33" presetID="22" presetClass="entr" presetSubtype="8" fill="hold" nodeType="afterEffect">
                                  <p:stCondLst>
                                    <p:cond delay="25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500"/>
                                        <p:tgtEl>
                                          <p:spTgt spid="64"/>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 calcmode="lin" valueType="num">
                                      <p:cBhvr>
                                        <p:cTn id="39" dur="250" fill="hold"/>
                                        <p:tgtEl>
                                          <p:spTgt spid="76"/>
                                        </p:tgtEl>
                                        <p:attrNameLst>
                                          <p:attrName>ppt_w</p:attrName>
                                        </p:attrNameLst>
                                      </p:cBhvr>
                                      <p:tavLst>
                                        <p:tav tm="0">
                                          <p:val>
                                            <p:fltVal val="0"/>
                                          </p:val>
                                        </p:tav>
                                        <p:tav tm="100000">
                                          <p:val>
                                            <p:strVal val="#ppt_w"/>
                                          </p:val>
                                        </p:tav>
                                      </p:tavLst>
                                    </p:anim>
                                    <p:anim calcmode="lin" valueType="num">
                                      <p:cBhvr>
                                        <p:cTn id="40" dur="250" fill="hold"/>
                                        <p:tgtEl>
                                          <p:spTgt spid="76"/>
                                        </p:tgtEl>
                                        <p:attrNameLst>
                                          <p:attrName>ppt_h</p:attrName>
                                        </p:attrNameLst>
                                      </p:cBhvr>
                                      <p:tavLst>
                                        <p:tav tm="0">
                                          <p:val>
                                            <p:fltVal val="0"/>
                                          </p:val>
                                        </p:tav>
                                        <p:tav tm="100000">
                                          <p:val>
                                            <p:strVal val="#ppt_h"/>
                                          </p:val>
                                        </p:tav>
                                      </p:tavLst>
                                    </p:anim>
                                    <p:animEffect transition="in" filter="fade">
                                      <p:cBhvr>
                                        <p:cTn id="41" dur="250"/>
                                        <p:tgtEl>
                                          <p:spTgt spid="76"/>
                                        </p:tgtEl>
                                      </p:cBhvr>
                                    </p:animEffect>
                                  </p:childTnLst>
                                </p:cTn>
                              </p:par>
                            </p:childTnLst>
                          </p:cTn>
                        </p:par>
                        <p:par>
                          <p:cTn id="42" fill="hold">
                            <p:stCondLst>
                              <p:cond delay="2750"/>
                            </p:stCondLst>
                            <p:childTnLst>
                              <p:par>
                                <p:cTn id="43" presetID="53" presetClass="entr" presetSubtype="16" fill="hold" nodeType="afterEffect">
                                  <p:stCondLst>
                                    <p:cond delay="0"/>
                                  </p:stCondLst>
                                  <p:childTnLst>
                                    <p:set>
                                      <p:cBhvr>
                                        <p:cTn id="44" dur="1" fill="hold">
                                          <p:stCondLst>
                                            <p:cond delay="0"/>
                                          </p:stCondLst>
                                        </p:cTn>
                                        <p:tgtEl>
                                          <p:spTgt spid="123"/>
                                        </p:tgtEl>
                                        <p:attrNameLst>
                                          <p:attrName>style.visibility</p:attrName>
                                        </p:attrNameLst>
                                      </p:cBhvr>
                                      <p:to>
                                        <p:strVal val="visible"/>
                                      </p:to>
                                    </p:set>
                                    <p:anim calcmode="lin" valueType="num">
                                      <p:cBhvr>
                                        <p:cTn id="45" dur="250" fill="hold"/>
                                        <p:tgtEl>
                                          <p:spTgt spid="123"/>
                                        </p:tgtEl>
                                        <p:attrNameLst>
                                          <p:attrName>ppt_w</p:attrName>
                                        </p:attrNameLst>
                                      </p:cBhvr>
                                      <p:tavLst>
                                        <p:tav tm="0">
                                          <p:val>
                                            <p:fltVal val="0"/>
                                          </p:val>
                                        </p:tav>
                                        <p:tav tm="100000">
                                          <p:val>
                                            <p:strVal val="#ppt_w"/>
                                          </p:val>
                                        </p:tav>
                                      </p:tavLst>
                                    </p:anim>
                                    <p:anim calcmode="lin" valueType="num">
                                      <p:cBhvr>
                                        <p:cTn id="46" dur="250" fill="hold"/>
                                        <p:tgtEl>
                                          <p:spTgt spid="123"/>
                                        </p:tgtEl>
                                        <p:attrNameLst>
                                          <p:attrName>ppt_h</p:attrName>
                                        </p:attrNameLst>
                                      </p:cBhvr>
                                      <p:tavLst>
                                        <p:tav tm="0">
                                          <p:val>
                                            <p:fltVal val="0"/>
                                          </p:val>
                                        </p:tav>
                                        <p:tav tm="100000">
                                          <p:val>
                                            <p:strVal val="#ppt_h"/>
                                          </p:val>
                                        </p:tav>
                                      </p:tavLst>
                                    </p:anim>
                                    <p:animEffect transition="in" filter="fade">
                                      <p:cBhvr>
                                        <p:cTn id="47" dur="250"/>
                                        <p:tgtEl>
                                          <p:spTgt spid="123"/>
                                        </p:tgtEl>
                                      </p:cBhvr>
                                    </p:animEffect>
                                  </p:childTnLst>
                                </p:cTn>
                              </p:par>
                              <p:par>
                                <p:cTn id="48" presetID="53" presetClass="entr" presetSubtype="16" fill="hold" nodeType="withEffect">
                                  <p:stCondLst>
                                    <p:cond delay="0"/>
                                  </p:stCondLst>
                                  <p:childTnLst>
                                    <p:set>
                                      <p:cBhvr>
                                        <p:cTn id="49" dur="1" fill="hold">
                                          <p:stCondLst>
                                            <p:cond delay="0"/>
                                          </p:stCondLst>
                                        </p:cTn>
                                        <p:tgtEl>
                                          <p:spTgt spid="127"/>
                                        </p:tgtEl>
                                        <p:attrNameLst>
                                          <p:attrName>style.visibility</p:attrName>
                                        </p:attrNameLst>
                                      </p:cBhvr>
                                      <p:to>
                                        <p:strVal val="visible"/>
                                      </p:to>
                                    </p:set>
                                    <p:anim calcmode="lin" valueType="num">
                                      <p:cBhvr>
                                        <p:cTn id="50" dur="250" fill="hold"/>
                                        <p:tgtEl>
                                          <p:spTgt spid="127"/>
                                        </p:tgtEl>
                                        <p:attrNameLst>
                                          <p:attrName>ppt_w</p:attrName>
                                        </p:attrNameLst>
                                      </p:cBhvr>
                                      <p:tavLst>
                                        <p:tav tm="0">
                                          <p:val>
                                            <p:fltVal val="0"/>
                                          </p:val>
                                        </p:tav>
                                        <p:tav tm="100000">
                                          <p:val>
                                            <p:strVal val="#ppt_w"/>
                                          </p:val>
                                        </p:tav>
                                      </p:tavLst>
                                    </p:anim>
                                    <p:anim calcmode="lin" valueType="num">
                                      <p:cBhvr>
                                        <p:cTn id="51" dur="250" fill="hold"/>
                                        <p:tgtEl>
                                          <p:spTgt spid="127"/>
                                        </p:tgtEl>
                                        <p:attrNameLst>
                                          <p:attrName>ppt_h</p:attrName>
                                        </p:attrNameLst>
                                      </p:cBhvr>
                                      <p:tavLst>
                                        <p:tav tm="0">
                                          <p:val>
                                            <p:fltVal val="0"/>
                                          </p:val>
                                        </p:tav>
                                        <p:tav tm="100000">
                                          <p:val>
                                            <p:strVal val="#ppt_h"/>
                                          </p:val>
                                        </p:tav>
                                      </p:tavLst>
                                    </p:anim>
                                    <p:animEffect transition="in" filter="fade">
                                      <p:cBhvr>
                                        <p:cTn id="52" dur="250"/>
                                        <p:tgtEl>
                                          <p:spTgt spid="127"/>
                                        </p:tgtEl>
                                      </p:cBhvr>
                                    </p:animEffect>
                                  </p:childTnLst>
                                </p:cTn>
                              </p:par>
                              <p:par>
                                <p:cTn id="53" presetID="53" presetClass="entr" presetSubtype="16" fill="hold" nodeType="withEffect">
                                  <p:stCondLst>
                                    <p:cond delay="0"/>
                                  </p:stCondLst>
                                  <p:childTnLst>
                                    <p:set>
                                      <p:cBhvr>
                                        <p:cTn id="54" dur="1" fill="hold">
                                          <p:stCondLst>
                                            <p:cond delay="0"/>
                                          </p:stCondLst>
                                        </p:cTn>
                                        <p:tgtEl>
                                          <p:spTgt spid="130"/>
                                        </p:tgtEl>
                                        <p:attrNameLst>
                                          <p:attrName>style.visibility</p:attrName>
                                        </p:attrNameLst>
                                      </p:cBhvr>
                                      <p:to>
                                        <p:strVal val="visible"/>
                                      </p:to>
                                    </p:set>
                                    <p:anim calcmode="lin" valueType="num">
                                      <p:cBhvr>
                                        <p:cTn id="55" dur="250" fill="hold"/>
                                        <p:tgtEl>
                                          <p:spTgt spid="130"/>
                                        </p:tgtEl>
                                        <p:attrNameLst>
                                          <p:attrName>ppt_w</p:attrName>
                                        </p:attrNameLst>
                                      </p:cBhvr>
                                      <p:tavLst>
                                        <p:tav tm="0">
                                          <p:val>
                                            <p:fltVal val="0"/>
                                          </p:val>
                                        </p:tav>
                                        <p:tav tm="100000">
                                          <p:val>
                                            <p:strVal val="#ppt_w"/>
                                          </p:val>
                                        </p:tav>
                                      </p:tavLst>
                                    </p:anim>
                                    <p:anim calcmode="lin" valueType="num">
                                      <p:cBhvr>
                                        <p:cTn id="56" dur="250" fill="hold"/>
                                        <p:tgtEl>
                                          <p:spTgt spid="130"/>
                                        </p:tgtEl>
                                        <p:attrNameLst>
                                          <p:attrName>ppt_h</p:attrName>
                                        </p:attrNameLst>
                                      </p:cBhvr>
                                      <p:tavLst>
                                        <p:tav tm="0">
                                          <p:val>
                                            <p:fltVal val="0"/>
                                          </p:val>
                                        </p:tav>
                                        <p:tav tm="100000">
                                          <p:val>
                                            <p:strVal val="#ppt_h"/>
                                          </p:val>
                                        </p:tav>
                                      </p:tavLst>
                                    </p:anim>
                                    <p:animEffect transition="in" filter="fade">
                                      <p:cBhvr>
                                        <p:cTn id="57" dur="250"/>
                                        <p:tgtEl>
                                          <p:spTgt spid="130"/>
                                        </p:tgtEl>
                                      </p:cBhvr>
                                    </p:animEffect>
                                  </p:childTnLst>
                                </p:cTn>
                              </p:par>
                              <p:par>
                                <p:cTn id="58" presetID="53" presetClass="entr" presetSubtype="16" fill="hold" nodeType="withEffect">
                                  <p:stCondLst>
                                    <p:cond delay="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50" fill="hold"/>
                                        <p:tgtEl>
                                          <p:spTgt spid="133"/>
                                        </p:tgtEl>
                                        <p:attrNameLst>
                                          <p:attrName>ppt_w</p:attrName>
                                        </p:attrNameLst>
                                      </p:cBhvr>
                                      <p:tavLst>
                                        <p:tav tm="0">
                                          <p:val>
                                            <p:fltVal val="0"/>
                                          </p:val>
                                        </p:tav>
                                        <p:tav tm="100000">
                                          <p:val>
                                            <p:strVal val="#ppt_w"/>
                                          </p:val>
                                        </p:tav>
                                      </p:tavLst>
                                    </p:anim>
                                    <p:anim calcmode="lin" valueType="num">
                                      <p:cBhvr>
                                        <p:cTn id="61" dur="250" fill="hold"/>
                                        <p:tgtEl>
                                          <p:spTgt spid="133"/>
                                        </p:tgtEl>
                                        <p:attrNameLst>
                                          <p:attrName>ppt_h</p:attrName>
                                        </p:attrNameLst>
                                      </p:cBhvr>
                                      <p:tavLst>
                                        <p:tav tm="0">
                                          <p:val>
                                            <p:fltVal val="0"/>
                                          </p:val>
                                        </p:tav>
                                        <p:tav tm="100000">
                                          <p:val>
                                            <p:strVal val="#ppt_h"/>
                                          </p:val>
                                        </p:tav>
                                      </p:tavLst>
                                    </p:anim>
                                    <p:animEffect transition="in" filter="fade">
                                      <p:cBhvr>
                                        <p:cTn id="62" dur="250"/>
                                        <p:tgtEl>
                                          <p:spTgt spid="133"/>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down)">
                                      <p:cBhvr>
                                        <p:cTn id="65" dur="500"/>
                                        <p:tgtEl>
                                          <p:spTgt spid="66"/>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down)">
                                      <p:cBhvr>
                                        <p:cTn id="68" dur="500"/>
                                        <p:tgtEl>
                                          <p:spTgt spid="70"/>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wipe(down)">
                                      <p:cBhvr>
                                        <p:cTn id="71"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P spid="70" grpId="0"/>
      <p:bldP spid="72" grpId="0"/>
      <p:bldP spid="74" grpId="0"/>
      <p:bldP spid="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BC3001EC-9F33-4C39-B780-199714C83EA2}"/>
              </a:ext>
            </a:extLst>
          </p:cNvPr>
          <p:cNvGrpSpPr/>
          <p:nvPr/>
        </p:nvGrpSpPr>
        <p:grpSpPr>
          <a:xfrm>
            <a:off x="-176620" y="0"/>
            <a:ext cx="12482920" cy="6858000"/>
            <a:chOff x="-290920" y="0"/>
            <a:chExt cx="12482920" cy="6858000"/>
          </a:xfrm>
        </p:grpSpPr>
        <p:sp>
          <p:nvSpPr>
            <p:cNvPr id="34" name="Rectangle 33">
              <a:extLst>
                <a:ext uri="{FF2B5EF4-FFF2-40B4-BE49-F238E27FC236}">
                  <a16:creationId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151F346-69C6-4F86-BC1F-C57BA2384CC6}"/>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Latar</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Belakang</a:t>
              </a:r>
              <a:endParaRPr lang="en-US" sz="2000" b="1" dirty="0">
                <a:solidFill>
                  <a:srgbClr val="F0EEF0"/>
                </a:solidFill>
                <a:latin typeface="Tw Cen MT" panose="020B0602020104020603" pitchFamily="34" charset="0"/>
              </a:endParaRPr>
            </a:p>
          </p:txBody>
        </p:sp>
        <p:pic>
          <p:nvPicPr>
            <p:cNvPr id="37" name="Picture 36">
              <a:extLst>
                <a:ext uri="{FF2B5EF4-FFF2-40B4-BE49-F238E27FC236}">
                  <a16:creationId xmlns:a16="http://schemas.microsoft.com/office/drawing/2014/main" id="{52B367FE-8530-4052-AD96-2D6FBE490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a16="http://schemas.microsoft.com/office/drawing/2014/main" id="{63E93C38-ECA5-4094-81E9-196A3BD19EBD}"/>
              </a:ext>
            </a:extLst>
          </p:cNvPr>
          <p:cNvGrpSpPr/>
          <p:nvPr/>
        </p:nvGrpSpPr>
        <p:grpSpPr>
          <a:xfrm>
            <a:off x="412529" y="-2"/>
            <a:ext cx="11447501" cy="6858000"/>
            <a:chOff x="213096" y="0"/>
            <a:chExt cx="11447501" cy="6858000"/>
          </a:xfrm>
        </p:grpSpPr>
        <p:sp>
          <p:nvSpPr>
            <p:cNvPr id="39" name="Rectangle 38">
              <a:extLst>
                <a:ext uri="{FF2B5EF4-FFF2-40B4-BE49-F238E27FC236}">
                  <a16:creationId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405DAC1A-9BF8-460E-8D8B-77BFB6B27FF9}"/>
                </a:ext>
              </a:extLst>
            </p:cNvPr>
            <p:cNvSpPr/>
            <p:nvPr/>
          </p:nvSpPr>
          <p:spPr>
            <a:xfrm>
              <a:off x="10661331" y="2337441"/>
              <a:ext cx="999265"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90DCA374-CD21-448B-8791-8A04A9A9A552}"/>
                </a:ext>
              </a:extLst>
            </p:cNvPr>
            <p:cNvSpPr txBox="1"/>
            <p:nvPr/>
          </p:nvSpPr>
          <p:spPr>
            <a:xfrm rot="16200000">
              <a:off x="10341391" y="3259720"/>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42" name="Picture 41">
              <a:extLst>
                <a:ext uri="{FF2B5EF4-FFF2-40B4-BE49-F238E27FC236}">
                  <a16:creationId xmlns:a16="http://schemas.microsoft.com/office/drawing/2014/main" id="{83A620A7-5483-4447-9670-0F8D67F3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58085" y="3247473"/>
              <a:ext cx="530600" cy="530600"/>
            </a:xfrm>
            <a:prstGeom prst="rect">
              <a:avLst/>
            </a:prstGeom>
          </p:spPr>
        </p:pic>
      </p:grpSp>
      <p:sp>
        <p:nvSpPr>
          <p:cNvPr id="84" name="Rectangle 83">
            <a:extLst>
              <a:ext uri="{FF2B5EF4-FFF2-40B4-BE49-F238E27FC236}">
                <a16:creationId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AE5E6693-B9D1-4ED4-BBEF-303C664E2902}"/>
              </a:ext>
            </a:extLst>
          </p:cNvPr>
          <p:cNvCxnSpPr/>
          <p:nvPr/>
        </p:nvCxnSpPr>
        <p:spPr>
          <a:xfrm>
            <a:off x="3850016"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3B1F077-B004-40F4-B832-4938E4CC9B06}"/>
              </a:ext>
            </a:extLst>
          </p:cNvPr>
          <p:cNvCxnSpPr/>
          <p:nvPr/>
        </p:nvCxnSpPr>
        <p:spPr>
          <a:xfrm>
            <a:off x="5997735"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0C092F7-E294-42E9-9CCA-9CC6895B24E6}"/>
              </a:ext>
            </a:extLst>
          </p:cNvPr>
          <p:cNvSpPr txBox="1"/>
          <p:nvPr/>
        </p:nvSpPr>
        <p:spPr>
          <a:xfrm>
            <a:off x="2594536" y="4142156"/>
            <a:ext cx="2289049" cy="646331"/>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Fasilitas</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Pendukung</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Pembelajaran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Daring</a:t>
            </a:r>
            <a:endParaRPr lang="en-US" b="1" dirty="0">
              <a:solidFill>
                <a:schemeClr val="tx1">
                  <a:lumMod val="85000"/>
                  <a:lumOff val="15000"/>
                </a:schemeClr>
              </a:solidFill>
              <a:latin typeface="Tw Cen MT" panose="020B0602020104020603" pitchFamily="34" charset="0"/>
            </a:endParaRPr>
          </a:p>
        </p:txBody>
      </p:sp>
      <p:sp>
        <p:nvSpPr>
          <p:cNvPr id="68" name="TextBox 67">
            <a:extLst>
              <a:ext uri="{FF2B5EF4-FFF2-40B4-BE49-F238E27FC236}">
                <a16:creationId xmlns:a16="http://schemas.microsoft.com/office/drawing/2014/main" id="{FF1CA300-3552-45F9-8CC2-2FE94B9F46B4}"/>
              </a:ext>
            </a:extLst>
          </p:cNvPr>
          <p:cNvSpPr txBox="1"/>
          <p:nvPr/>
        </p:nvSpPr>
        <p:spPr>
          <a:xfrm>
            <a:off x="2594536" y="3709155"/>
            <a:ext cx="2289049" cy="523220"/>
          </a:xfrm>
          <a:prstGeom prst="rect">
            <a:avLst/>
          </a:prstGeom>
          <a:noFill/>
        </p:spPr>
        <p:txBody>
          <a:bodyPr wrap="square" rtlCol="0">
            <a:spAutoFit/>
          </a:bodyPr>
          <a:lstStyle/>
          <a:p>
            <a:pPr algn="ctr"/>
            <a:r>
              <a:rPr lang="en-US" sz="2800" b="1" dirty="0">
                <a:solidFill>
                  <a:srgbClr val="FF5969"/>
                </a:solidFill>
                <a:latin typeface="Tw Cen MT" panose="020B0602020104020603" pitchFamily="34" charset="0"/>
              </a:rPr>
              <a:t>1</a:t>
            </a:r>
          </a:p>
        </p:txBody>
      </p:sp>
      <p:sp>
        <p:nvSpPr>
          <p:cNvPr id="70" name="TextBox 69">
            <a:extLst>
              <a:ext uri="{FF2B5EF4-FFF2-40B4-BE49-F238E27FC236}">
                <a16:creationId xmlns:a16="http://schemas.microsoft.com/office/drawing/2014/main" id="{A9FA5B31-CC22-4828-81BB-108974CBC5B1}"/>
              </a:ext>
            </a:extLst>
          </p:cNvPr>
          <p:cNvSpPr txBox="1"/>
          <p:nvPr/>
        </p:nvSpPr>
        <p:spPr>
          <a:xfrm>
            <a:off x="4783446" y="4142156"/>
            <a:ext cx="2289049" cy="646331"/>
          </a:xfrm>
          <a:prstGeom prst="rect">
            <a:avLst/>
          </a:prstGeom>
          <a:noFill/>
        </p:spPr>
        <p:txBody>
          <a:bodyPr wrap="square" rtlCol="0">
            <a:spAutoFit/>
          </a:bodyPr>
          <a:lstStyle/>
          <a:p>
            <a:pPr algn="ct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Video Conference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Komersial</a:t>
            </a:r>
            <a:endParaRPr lang="en-US" b="1" dirty="0">
              <a:solidFill>
                <a:schemeClr val="tx1">
                  <a:lumMod val="85000"/>
                  <a:lumOff val="15000"/>
                </a:schemeClr>
              </a:solidFill>
              <a:latin typeface="Tw Cen MT" panose="020B0602020104020603" pitchFamily="34" charset="0"/>
            </a:endParaRPr>
          </a:p>
        </p:txBody>
      </p:sp>
      <p:sp>
        <p:nvSpPr>
          <p:cNvPr id="72" name="TextBox 71">
            <a:extLst>
              <a:ext uri="{FF2B5EF4-FFF2-40B4-BE49-F238E27FC236}">
                <a16:creationId xmlns:a16="http://schemas.microsoft.com/office/drawing/2014/main" id="{45343A5F-6D74-4049-B77F-C819CFF7A969}"/>
              </a:ext>
            </a:extLst>
          </p:cNvPr>
          <p:cNvSpPr txBox="1"/>
          <p:nvPr/>
        </p:nvSpPr>
        <p:spPr>
          <a:xfrm>
            <a:off x="4783446" y="3709155"/>
            <a:ext cx="2289049" cy="523220"/>
          </a:xfrm>
          <a:prstGeom prst="rect">
            <a:avLst/>
          </a:prstGeom>
          <a:noFill/>
        </p:spPr>
        <p:txBody>
          <a:bodyPr wrap="square" rtlCol="0">
            <a:spAutoFit/>
          </a:bodyPr>
          <a:lstStyle/>
          <a:p>
            <a:pPr algn="ctr"/>
            <a:r>
              <a:rPr lang="en-US" sz="2800" b="1" dirty="0">
                <a:solidFill>
                  <a:srgbClr val="52CBBE"/>
                </a:solidFill>
                <a:latin typeface="Tw Cen MT" panose="020B0602020104020603" pitchFamily="34" charset="0"/>
              </a:rPr>
              <a:t>3</a:t>
            </a:r>
          </a:p>
        </p:txBody>
      </p:sp>
      <p:sp>
        <p:nvSpPr>
          <p:cNvPr id="74" name="TextBox 73">
            <a:extLst>
              <a:ext uri="{FF2B5EF4-FFF2-40B4-BE49-F238E27FC236}">
                <a16:creationId xmlns:a16="http://schemas.microsoft.com/office/drawing/2014/main" id="{1C98C57F-7593-4997-889A-0BF6C2751BC2}"/>
              </a:ext>
            </a:extLst>
          </p:cNvPr>
          <p:cNvSpPr txBox="1"/>
          <p:nvPr/>
        </p:nvSpPr>
        <p:spPr>
          <a:xfrm>
            <a:off x="6912585" y="4142156"/>
            <a:ext cx="2289049" cy="369332"/>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Manajemen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Berkas</a:t>
            </a:r>
            <a:endParaRPr lang="en-US" b="1" dirty="0">
              <a:solidFill>
                <a:schemeClr val="tx1">
                  <a:lumMod val="85000"/>
                  <a:lumOff val="15000"/>
                </a:schemeClr>
              </a:solidFill>
              <a:latin typeface="Tw Cen MT" panose="020B0602020104020603" pitchFamily="34" charset="0"/>
            </a:endParaRPr>
          </a:p>
        </p:txBody>
      </p:sp>
      <p:sp>
        <p:nvSpPr>
          <p:cNvPr id="76" name="TextBox 75">
            <a:extLst>
              <a:ext uri="{FF2B5EF4-FFF2-40B4-BE49-F238E27FC236}">
                <a16:creationId xmlns:a16="http://schemas.microsoft.com/office/drawing/2014/main" id="{D26852A0-8FCE-449A-90A7-25E5705A0625}"/>
              </a:ext>
            </a:extLst>
          </p:cNvPr>
          <p:cNvSpPr txBox="1"/>
          <p:nvPr/>
        </p:nvSpPr>
        <p:spPr>
          <a:xfrm>
            <a:off x="6912585" y="3709155"/>
            <a:ext cx="2289049" cy="523220"/>
          </a:xfrm>
          <a:prstGeom prst="rect">
            <a:avLst/>
          </a:prstGeom>
          <a:noFill/>
        </p:spPr>
        <p:txBody>
          <a:bodyPr wrap="square" rtlCol="0">
            <a:spAutoFit/>
          </a:bodyPr>
          <a:lstStyle/>
          <a:p>
            <a:pPr algn="ctr"/>
            <a:r>
              <a:rPr lang="en-US" sz="2800" b="1" dirty="0">
                <a:solidFill>
                  <a:srgbClr val="FEC630"/>
                </a:solidFill>
                <a:latin typeface="Tw Cen MT" panose="020B0602020104020603" pitchFamily="34" charset="0"/>
              </a:rPr>
              <a:t>3</a:t>
            </a:r>
          </a:p>
        </p:txBody>
      </p:sp>
      <p:grpSp>
        <p:nvGrpSpPr>
          <p:cNvPr id="77" name="Group 76">
            <a:extLst>
              <a:ext uri="{FF2B5EF4-FFF2-40B4-BE49-F238E27FC236}">
                <a16:creationId xmlns:a16="http://schemas.microsoft.com/office/drawing/2014/main" id="{8F82A200-3A06-499F-9E6A-761899292C91}"/>
              </a:ext>
            </a:extLst>
          </p:cNvPr>
          <p:cNvGrpSpPr/>
          <p:nvPr/>
        </p:nvGrpSpPr>
        <p:grpSpPr>
          <a:xfrm>
            <a:off x="3101220" y="1755914"/>
            <a:ext cx="1275682" cy="1275682"/>
            <a:chOff x="3063120" y="1755914"/>
            <a:chExt cx="1275682" cy="1275682"/>
          </a:xfrm>
        </p:grpSpPr>
        <p:sp>
          <p:nvSpPr>
            <p:cNvPr id="78" name="Teardrop 77">
              <a:extLst>
                <a:ext uri="{FF2B5EF4-FFF2-40B4-BE49-F238E27FC236}">
                  <a16:creationId xmlns:a16="http://schemas.microsoft.com/office/drawing/2014/main" id="{E98DCD5D-E7AC-4807-8C71-0405E311A37C}"/>
                </a:ext>
              </a:extLst>
            </p:cNvPr>
            <p:cNvSpPr/>
            <p:nvPr/>
          </p:nvSpPr>
          <p:spPr>
            <a:xfrm rot="8100000">
              <a:off x="3063120" y="1755914"/>
              <a:ext cx="1275682" cy="1275682"/>
            </a:xfrm>
            <a:prstGeom prst="teardrop">
              <a:avLst>
                <a:gd name="adj" fmla="val 109962"/>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5C3F1904-7912-4897-945F-D9D07004DC3B}"/>
                </a:ext>
              </a:extLst>
            </p:cNvPr>
            <p:cNvSpPr/>
            <p:nvPr/>
          </p:nvSpPr>
          <p:spPr>
            <a:xfrm>
              <a:off x="325746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31593FD0-64A3-4D81-ABAD-CAD7832F8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6696" y="2066644"/>
              <a:ext cx="627392" cy="627390"/>
            </a:xfrm>
            <a:prstGeom prst="rect">
              <a:avLst/>
            </a:prstGeom>
          </p:spPr>
        </p:pic>
      </p:grpSp>
      <p:grpSp>
        <p:nvGrpSpPr>
          <p:cNvPr id="95" name="Group 94">
            <a:extLst>
              <a:ext uri="{FF2B5EF4-FFF2-40B4-BE49-F238E27FC236}">
                <a16:creationId xmlns:a16="http://schemas.microsoft.com/office/drawing/2014/main" id="{9CEF97A3-5525-4B23-8ED3-DE52D18C6AC9}"/>
              </a:ext>
            </a:extLst>
          </p:cNvPr>
          <p:cNvGrpSpPr/>
          <p:nvPr/>
        </p:nvGrpSpPr>
        <p:grpSpPr>
          <a:xfrm>
            <a:off x="5280540" y="1755914"/>
            <a:ext cx="1275682" cy="1275682"/>
            <a:chOff x="5242440" y="1755914"/>
            <a:chExt cx="1275682" cy="1275682"/>
          </a:xfrm>
        </p:grpSpPr>
        <p:sp>
          <p:nvSpPr>
            <p:cNvPr id="111" name="Teardrop 110">
              <a:extLst>
                <a:ext uri="{FF2B5EF4-FFF2-40B4-BE49-F238E27FC236}">
                  <a16:creationId xmlns:a16="http://schemas.microsoft.com/office/drawing/2014/main" id="{50BC144A-C56B-402B-A40E-D588FAD19B40}"/>
                </a:ext>
              </a:extLst>
            </p:cNvPr>
            <p:cNvSpPr/>
            <p:nvPr/>
          </p:nvSpPr>
          <p:spPr>
            <a:xfrm rot="8100000">
              <a:off x="5242440" y="1755914"/>
              <a:ext cx="1275682" cy="1275682"/>
            </a:xfrm>
            <a:prstGeom prst="teardrop">
              <a:avLst>
                <a:gd name="adj" fmla="val 109962"/>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53982AC9-F3CB-4E50-ABB4-803298B4C9F4}"/>
                </a:ext>
              </a:extLst>
            </p:cNvPr>
            <p:cNvSpPr/>
            <p:nvPr/>
          </p:nvSpPr>
          <p:spPr>
            <a:xfrm>
              <a:off x="543678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0904263C-8FFC-4242-9EB2-D4E0F0999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5681" y="2061164"/>
              <a:ext cx="659146" cy="659144"/>
            </a:xfrm>
            <a:prstGeom prst="rect">
              <a:avLst/>
            </a:prstGeom>
          </p:spPr>
        </p:pic>
      </p:grpSp>
      <p:grpSp>
        <p:nvGrpSpPr>
          <p:cNvPr id="123" name="Group 122">
            <a:extLst>
              <a:ext uri="{FF2B5EF4-FFF2-40B4-BE49-F238E27FC236}">
                <a16:creationId xmlns:a16="http://schemas.microsoft.com/office/drawing/2014/main" id="{CA1627D3-08B8-4852-B618-C7C4D2638F26}"/>
              </a:ext>
            </a:extLst>
          </p:cNvPr>
          <p:cNvGrpSpPr/>
          <p:nvPr/>
        </p:nvGrpSpPr>
        <p:grpSpPr>
          <a:xfrm>
            <a:off x="7391281" y="1755914"/>
            <a:ext cx="1275682" cy="1275682"/>
            <a:chOff x="7353181" y="1755914"/>
            <a:chExt cx="1275682" cy="1275682"/>
          </a:xfrm>
        </p:grpSpPr>
        <p:sp>
          <p:nvSpPr>
            <p:cNvPr id="124" name="Teardrop 123">
              <a:extLst>
                <a:ext uri="{FF2B5EF4-FFF2-40B4-BE49-F238E27FC236}">
                  <a16:creationId xmlns:a16="http://schemas.microsoft.com/office/drawing/2014/main" id="{8A6CD21D-9341-40F1-A5BD-1CA0BB52C9C6}"/>
                </a:ext>
              </a:extLst>
            </p:cNvPr>
            <p:cNvSpPr/>
            <p:nvPr/>
          </p:nvSpPr>
          <p:spPr>
            <a:xfrm rot="8100000">
              <a:off x="7353181" y="1755914"/>
              <a:ext cx="1275682" cy="1275682"/>
            </a:xfrm>
            <a:prstGeom prst="teardrop">
              <a:avLst>
                <a:gd name="adj" fmla="val 109962"/>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3AAB7DD9-4074-409E-89C9-CAD58944A04F}"/>
                </a:ext>
              </a:extLst>
            </p:cNvPr>
            <p:cNvSpPr/>
            <p:nvPr/>
          </p:nvSpPr>
          <p:spPr>
            <a:xfrm>
              <a:off x="7547530"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6" name="Picture 125">
              <a:extLst>
                <a:ext uri="{FF2B5EF4-FFF2-40B4-BE49-F238E27FC236}">
                  <a16:creationId xmlns:a16="http://schemas.microsoft.com/office/drawing/2014/main" id="{39516112-622F-4EC9-8E36-5AACED5D52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8666" y="2048456"/>
              <a:ext cx="684562" cy="684560"/>
            </a:xfrm>
            <a:prstGeom prst="rect">
              <a:avLst/>
            </a:prstGeom>
          </p:spPr>
        </p:pic>
      </p:grpSp>
      <p:grpSp>
        <p:nvGrpSpPr>
          <p:cNvPr id="127" name="Group 126">
            <a:extLst>
              <a:ext uri="{FF2B5EF4-FFF2-40B4-BE49-F238E27FC236}">
                <a16:creationId xmlns:a16="http://schemas.microsoft.com/office/drawing/2014/main" id="{9D6568B3-A658-40E5-9108-FD55FD6780FD}"/>
              </a:ext>
            </a:extLst>
          </p:cNvPr>
          <p:cNvGrpSpPr/>
          <p:nvPr/>
        </p:nvGrpSpPr>
        <p:grpSpPr>
          <a:xfrm>
            <a:off x="3638922" y="3517706"/>
            <a:ext cx="211094" cy="211094"/>
            <a:chOff x="1677812" y="4248152"/>
            <a:chExt cx="211094" cy="211094"/>
          </a:xfrm>
        </p:grpSpPr>
        <p:sp>
          <p:nvSpPr>
            <p:cNvPr id="128" name="Oval 127">
              <a:extLst>
                <a:ext uri="{FF2B5EF4-FFF2-40B4-BE49-F238E27FC236}">
                  <a16:creationId xmlns:a16="http://schemas.microsoft.com/office/drawing/2014/main" id="{A0F41BC5-538A-436D-96CE-5BF186A1B9C0}"/>
                </a:ext>
              </a:extLst>
            </p:cNvPr>
            <p:cNvSpPr/>
            <p:nvPr/>
          </p:nvSpPr>
          <p:spPr>
            <a:xfrm>
              <a:off x="1677812"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0C82E18B-6211-4E0E-B341-A375BF21C638}"/>
                </a:ext>
              </a:extLst>
            </p:cNvPr>
            <p:cNvSpPr/>
            <p:nvPr/>
          </p:nvSpPr>
          <p:spPr>
            <a:xfrm>
              <a:off x="1708100" y="4278440"/>
              <a:ext cx="150518" cy="150518"/>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3CA914DC-85F2-4FF9-8B35-B754D0496A9F}"/>
              </a:ext>
            </a:extLst>
          </p:cNvPr>
          <p:cNvGrpSpPr/>
          <p:nvPr/>
        </p:nvGrpSpPr>
        <p:grpSpPr>
          <a:xfrm>
            <a:off x="5816929" y="3517706"/>
            <a:ext cx="211094" cy="211094"/>
            <a:chOff x="3855819" y="4248152"/>
            <a:chExt cx="211094" cy="211094"/>
          </a:xfrm>
        </p:grpSpPr>
        <p:sp>
          <p:nvSpPr>
            <p:cNvPr id="131" name="Oval 130">
              <a:extLst>
                <a:ext uri="{FF2B5EF4-FFF2-40B4-BE49-F238E27FC236}">
                  <a16:creationId xmlns:a16="http://schemas.microsoft.com/office/drawing/2014/main" id="{37925582-D117-410B-AB01-22C2051F3E1B}"/>
                </a:ext>
              </a:extLst>
            </p:cNvPr>
            <p:cNvSpPr/>
            <p:nvPr/>
          </p:nvSpPr>
          <p:spPr>
            <a:xfrm>
              <a:off x="3855819"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EECA96D8-E406-4AB4-A7AF-C0969311312E}"/>
                </a:ext>
              </a:extLst>
            </p:cNvPr>
            <p:cNvSpPr/>
            <p:nvPr/>
          </p:nvSpPr>
          <p:spPr>
            <a:xfrm>
              <a:off x="3886107" y="4278440"/>
              <a:ext cx="150518" cy="150518"/>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32D488C7-993A-4046-84D5-C5C1D3921994}"/>
              </a:ext>
            </a:extLst>
          </p:cNvPr>
          <p:cNvGrpSpPr/>
          <p:nvPr/>
        </p:nvGrpSpPr>
        <p:grpSpPr>
          <a:xfrm>
            <a:off x="7934360" y="3517706"/>
            <a:ext cx="211094" cy="211094"/>
            <a:chOff x="5973250" y="4248152"/>
            <a:chExt cx="211094" cy="211094"/>
          </a:xfrm>
        </p:grpSpPr>
        <p:sp>
          <p:nvSpPr>
            <p:cNvPr id="134" name="Oval 133">
              <a:extLst>
                <a:ext uri="{FF2B5EF4-FFF2-40B4-BE49-F238E27FC236}">
                  <a16:creationId xmlns:a16="http://schemas.microsoft.com/office/drawing/2014/main" id="{1BD518F5-B2EA-4A0C-8251-81B075518DC4}"/>
                </a:ext>
              </a:extLst>
            </p:cNvPr>
            <p:cNvSpPr/>
            <p:nvPr/>
          </p:nvSpPr>
          <p:spPr>
            <a:xfrm>
              <a:off x="5973250"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1F5C5634-ECA4-4D92-B617-58C5C2D48A63}"/>
                </a:ext>
              </a:extLst>
            </p:cNvPr>
            <p:cNvSpPr/>
            <p:nvPr/>
          </p:nvSpPr>
          <p:spPr>
            <a:xfrm>
              <a:off x="6003538" y="4278440"/>
              <a:ext cx="150518" cy="150518"/>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BF8EBA3D-452D-47CD-B904-0B23290B33D1}"/>
              </a:ext>
            </a:extLst>
          </p:cNvPr>
          <p:cNvGrpSpPr/>
          <p:nvPr/>
        </p:nvGrpSpPr>
        <p:grpSpPr>
          <a:xfrm>
            <a:off x="1496411" y="0"/>
            <a:ext cx="9961092" cy="6858000"/>
            <a:chOff x="491575" y="0"/>
            <a:chExt cx="9961092" cy="6858000"/>
          </a:xfrm>
        </p:grpSpPr>
        <p:sp>
          <p:nvSpPr>
            <p:cNvPr id="146" name="Rectangle 145">
              <a:extLst>
                <a:ext uri="{FF2B5EF4-FFF2-40B4-BE49-F238E27FC236}">
                  <a16:creationId xmlns:a16="http://schemas.microsoft.com/office/drawing/2014/main" id="{BEF50569-12D0-443A-A8E7-A819E72B4F7B}"/>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32659E1F-B511-4620-BC32-708DD10CBC1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TextBox 147">
              <a:extLst>
                <a:ext uri="{FF2B5EF4-FFF2-40B4-BE49-F238E27FC236}">
                  <a16:creationId xmlns:a16="http://schemas.microsoft.com/office/drawing/2014/main" id="{D75E0FF4-DD95-4374-A96E-74902F41406D}"/>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49" name="Picture 148">
              <a:extLst>
                <a:ext uri="{FF2B5EF4-FFF2-40B4-BE49-F238E27FC236}">
                  <a16:creationId xmlns:a16="http://schemas.microsoft.com/office/drawing/2014/main" id="{13B43634-15E2-4DD3-86FC-8718B1C8F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150" name="Group 149">
            <a:extLst>
              <a:ext uri="{FF2B5EF4-FFF2-40B4-BE49-F238E27FC236}">
                <a16:creationId xmlns:a16="http://schemas.microsoft.com/office/drawing/2014/main" id="{59CDFFC8-1070-4F56-90DB-02B9C56598D7}"/>
              </a:ext>
            </a:extLst>
          </p:cNvPr>
          <p:cNvGrpSpPr/>
          <p:nvPr/>
        </p:nvGrpSpPr>
        <p:grpSpPr>
          <a:xfrm>
            <a:off x="1387418" y="0"/>
            <a:ext cx="9574094" cy="6858000"/>
            <a:chOff x="491575" y="0"/>
            <a:chExt cx="9574094" cy="6858000"/>
          </a:xfrm>
        </p:grpSpPr>
        <p:sp>
          <p:nvSpPr>
            <p:cNvPr id="151" name="Rectangle 150">
              <a:extLst>
                <a:ext uri="{FF2B5EF4-FFF2-40B4-BE49-F238E27FC236}">
                  <a16:creationId xmlns:a16="http://schemas.microsoft.com/office/drawing/2014/main" id="{8B3ED22B-75E8-4E51-82D5-B179B14CBCD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CA2B3163-CAEF-4C00-B78F-8CCFB7D69F8A}"/>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Box 152">
              <a:extLst>
                <a:ext uri="{FF2B5EF4-FFF2-40B4-BE49-F238E27FC236}">
                  <a16:creationId xmlns:a16="http://schemas.microsoft.com/office/drawing/2014/main" id="{6BE980A4-9FF8-447C-AAD8-DB0DE4BAE3F5}"/>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54" name="Picture 153">
              <a:extLst>
                <a:ext uri="{FF2B5EF4-FFF2-40B4-BE49-F238E27FC236}">
                  <a16:creationId xmlns:a16="http://schemas.microsoft.com/office/drawing/2014/main" id="{CC7C8902-130A-42BA-83B9-8B76BFF39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155" name="Group 154">
            <a:extLst>
              <a:ext uri="{FF2B5EF4-FFF2-40B4-BE49-F238E27FC236}">
                <a16:creationId xmlns:a16="http://schemas.microsoft.com/office/drawing/2014/main" id="{413D7F57-DC06-4DD4-B258-FF8D62457991}"/>
              </a:ext>
            </a:extLst>
          </p:cNvPr>
          <p:cNvGrpSpPr/>
          <p:nvPr/>
        </p:nvGrpSpPr>
        <p:grpSpPr>
          <a:xfrm>
            <a:off x="-7267059" y="-1"/>
            <a:ext cx="8692332" cy="6858000"/>
            <a:chOff x="718505" y="-1"/>
            <a:chExt cx="8692332" cy="6858000"/>
          </a:xfrm>
        </p:grpSpPr>
        <p:sp>
          <p:nvSpPr>
            <p:cNvPr id="156" name="Rectangle 155">
              <a:extLst>
                <a:ext uri="{FF2B5EF4-FFF2-40B4-BE49-F238E27FC236}">
                  <a16:creationId xmlns:a16="http://schemas.microsoft.com/office/drawing/2014/main" id="{0A010B44-F2BA-4BDE-BF22-60FCCA85E1D8}"/>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3AC48898-A626-4933-9DBE-504CD30DA59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TextBox 157">
              <a:extLst>
                <a:ext uri="{FF2B5EF4-FFF2-40B4-BE49-F238E27FC236}">
                  <a16:creationId xmlns:a16="http://schemas.microsoft.com/office/drawing/2014/main" id="{4D28EC67-A3BA-4ADF-8961-3F5667831832}"/>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159" name="Picture 158">
              <a:extLst>
                <a:ext uri="{FF2B5EF4-FFF2-40B4-BE49-F238E27FC236}">
                  <a16:creationId xmlns:a16="http://schemas.microsoft.com/office/drawing/2014/main" id="{1B35D458-ABD3-496F-80F2-A7DF5517D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60" name="Group 159">
            <a:extLst>
              <a:ext uri="{FF2B5EF4-FFF2-40B4-BE49-F238E27FC236}">
                <a16:creationId xmlns:a16="http://schemas.microsoft.com/office/drawing/2014/main" id="{AB89704A-10D9-4678-B55F-4A6DC496B903}"/>
              </a:ext>
            </a:extLst>
          </p:cNvPr>
          <p:cNvGrpSpPr/>
          <p:nvPr/>
        </p:nvGrpSpPr>
        <p:grpSpPr>
          <a:xfrm>
            <a:off x="-9037891" y="-1"/>
            <a:ext cx="9948758" cy="6858000"/>
            <a:chOff x="-9337032" y="-1"/>
            <a:chExt cx="9948758" cy="6858000"/>
          </a:xfrm>
        </p:grpSpPr>
        <p:sp>
          <p:nvSpPr>
            <p:cNvPr id="161" name="Rectangle 160">
              <a:extLst>
                <a:ext uri="{FF2B5EF4-FFF2-40B4-BE49-F238E27FC236}">
                  <a16:creationId xmlns:a16="http://schemas.microsoft.com/office/drawing/2014/main" id="{5264F1BB-1B3F-49E9-80CA-3C511CA23371}"/>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Freeform: Shape 161">
              <a:extLst>
                <a:ext uri="{FF2B5EF4-FFF2-40B4-BE49-F238E27FC236}">
                  <a16:creationId xmlns:a16="http://schemas.microsoft.com/office/drawing/2014/main" id="{2B61D79C-FE90-47FB-B78B-B3B793AB02CA}"/>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TextBox 162">
              <a:extLst>
                <a:ext uri="{FF2B5EF4-FFF2-40B4-BE49-F238E27FC236}">
                  <a16:creationId xmlns:a16="http://schemas.microsoft.com/office/drawing/2014/main" id="{E9B70F99-384A-4A5C-A23E-1F49CAADEFD4}"/>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164" name="Picture 163">
              <a:extLst>
                <a:ext uri="{FF2B5EF4-FFF2-40B4-BE49-F238E27FC236}">
                  <a16:creationId xmlns:a16="http://schemas.microsoft.com/office/drawing/2014/main" id="{BB5632DE-AE54-40EA-95F5-CB8E8FFF1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4" name="Group 3">
            <a:extLst>
              <a:ext uri="{FF2B5EF4-FFF2-40B4-BE49-F238E27FC236}">
                <a16:creationId xmlns:a16="http://schemas.microsoft.com/office/drawing/2014/main" id="{7237CDAF-9D5B-4A0C-BD1B-BEF880DF7E55}"/>
              </a:ext>
            </a:extLst>
          </p:cNvPr>
          <p:cNvGrpSpPr/>
          <p:nvPr/>
        </p:nvGrpSpPr>
        <p:grpSpPr>
          <a:xfrm>
            <a:off x="2009260" y="1419146"/>
            <a:ext cx="7405148" cy="4257696"/>
            <a:chOff x="2437685" y="1434803"/>
            <a:chExt cx="7405148" cy="4257696"/>
          </a:xfrm>
        </p:grpSpPr>
        <p:sp>
          <p:nvSpPr>
            <p:cNvPr id="2" name="Rectangle: Rounded Corners 1">
              <a:extLst>
                <a:ext uri="{FF2B5EF4-FFF2-40B4-BE49-F238E27FC236}">
                  <a16:creationId xmlns:a16="http://schemas.microsoft.com/office/drawing/2014/main" id="{B1EC8C09-F03A-403A-9D30-87F77A4F1800}"/>
                </a:ext>
              </a:extLst>
            </p:cNvPr>
            <p:cNvSpPr/>
            <p:nvPr/>
          </p:nvSpPr>
          <p:spPr>
            <a:xfrm>
              <a:off x="2437685" y="2472834"/>
              <a:ext cx="7405148" cy="2181626"/>
            </a:xfrm>
            <a:prstGeom prst="roundRect">
              <a:avLst/>
            </a:pr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Bagaimana </a:t>
              </a:r>
              <a:r>
                <a:rPr lang="en-US" sz="2400"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Menerapkan</a:t>
              </a:r>
              <a:r>
                <a:rPr lang="en-US"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Video Conference</a:t>
              </a:r>
              <a:r>
                <a:rPr lang="en-US"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Menggunakan</a:t>
              </a:r>
              <a:r>
                <a:rPr lang="en-US"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jitsi</a:t>
              </a:r>
              <a:r>
                <a:rPr lang="en-US" sz="2400" i="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meet </a:t>
              </a:r>
              <a:r>
                <a:rPr lang="en-US"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di </a:t>
              </a:r>
              <a:r>
                <a:rPr lang="en-US" sz="2400"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Integrasikan</a:t>
              </a:r>
              <a:r>
                <a:rPr lang="en-US"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dengan</a:t>
              </a:r>
              <a:r>
                <a:rPr lang="en-US"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Matrix </a:t>
              </a:r>
              <a:r>
                <a:rPr lang="id-ID"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endParaRPr lang="en-ID" sz="24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3" name="Oval 2">
              <a:extLst>
                <a:ext uri="{FF2B5EF4-FFF2-40B4-BE49-F238E27FC236}">
                  <a16:creationId xmlns:a16="http://schemas.microsoft.com/office/drawing/2014/main" id="{9F9E6C9F-E109-4F7C-A5F0-DD423A7179FD}"/>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5" name="Oval 64">
              <a:extLst>
                <a:ext uri="{FF2B5EF4-FFF2-40B4-BE49-F238E27FC236}">
                  <a16:creationId xmlns:a16="http://schemas.microsoft.com/office/drawing/2014/main" id="{37C11F16-F710-44A5-B072-F1BCF147DB3A}"/>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30604816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250" fill="hold"/>
                                        <p:tgtEl>
                                          <p:spTgt spid="68"/>
                                        </p:tgtEl>
                                        <p:attrNameLst>
                                          <p:attrName>ppt_w</p:attrName>
                                        </p:attrNameLst>
                                      </p:cBhvr>
                                      <p:tavLst>
                                        <p:tav tm="0">
                                          <p:val>
                                            <p:fltVal val="0"/>
                                          </p:val>
                                        </p:tav>
                                        <p:tav tm="100000">
                                          <p:val>
                                            <p:strVal val="#ppt_w"/>
                                          </p:val>
                                        </p:tav>
                                      </p:tavLst>
                                    </p:anim>
                                    <p:anim calcmode="lin" valueType="num">
                                      <p:cBhvr>
                                        <p:cTn id="8" dur="250" fill="hold"/>
                                        <p:tgtEl>
                                          <p:spTgt spid="68"/>
                                        </p:tgtEl>
                                        <p:attrNameLst>
                                          <p:attrName>ppt_h</p:attrName>
                                        </p:attrNameLst>
                                      </p:cBhvr>
                                      <p:tavLst>
                                        <p:tav tm="0">
                                          <p:val>
                                            <p:fltVal val="0"/>
                                          </p:val>
                                        </p:tav>
                                        <p:tav tm="100000">
                                          <p:val>
                                            <p:strVal val="#ppt_h"/>
                                          </p:val>
                                        </p:tav>
                                      </p:tavLst>
                                    </p:anim>
                                    <p:animEffect transition="in" filter="fade">
                                      <p:cBhvr>
                                        <p:cTn id="9" dur="250"/>
                                        <p:tgtEl>
                                          <p:spTgt spid="68"/>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p:cTn id="13" dur="250" fill="hold"/>
                                        <p:tgtEl>
                                          <p:spTgt spid="77"/>
                                        </p:tgtEl>
                                        <p:attrNameLst>
                                          <p:attrName>ppt_w</p:attrName>
                                        </p:attrNameLst>
                                      </p:cBhvr>
                                      <p:tavLst>
                                        <p:tav tm="0">
                                          <p:val>
                                            <p:fltVal val="0"/>
                                          </p:val>
                                        </p:tav>
                                        <p:tav tm="100000">
                                          <p:val>
                                            <p:strVal val="#ppt_w"/>
                                          </p:val>
                                        </p:tav>
                                      </p:tavLst>
                                    </p:anim>
                                    <p:anim calcmode="lin" valueType="num">
                                      <p:cBhvr>
                                        <p:cTn id="14" dur="250" fill="hold"/>
                                        <p:tgtEl>
                                          <p:spTgt spid="77"/>
                                        </p:tgtEl>
                                        <p:attrNameLst>
                                          <p:attrName>ppt_h</p:attrName>
                                        </p:attrNameLst>
                                      </p:cBhvr>
                                      <p:tavLst>
                                        <p:tav tm="0">
                                          <p:val>
                                            <p:fltVal val="0"/>
                                          </p:val>
                                        </p:tav>
                                        <p:tav tm="100000">
                                          <p:val>
                                            <p:strVal val="#ppt_h"/>
                                          </p:val>
                                        </p:tav>
                                      </p:tavLst>
                                    </p:anim>
                                    <p:animEffect transition="in" filter="fade">
                                      <p:cBhvr>
                                        <p:cTn id="15" dur="250"/>
                                        <p:tgtEl>
                                          <p:spTgt spid="77"/>
                                        </p:tgtEl>
                                      </p:cBhvr>
                                    </p:animEffect>
                                  </p:childTnLst>
                                </p:cTn>
                              </p:par>
                            </p:childTnLst>
                          </p:cTn>
                        </p:par>
                        <p:par>
                          <p:cTn id="16" fill="hold">
                            <p:stCondLst>
                              <p:cond delay="500"/>
                            </p:stCondLst>
                            <p:childTnLst>
                              <p:par>
                                <p:cTn id="17" presetID="22" presetClass="entr" presetSubtype="8" fill="hold" nodeType="afterEffect">
                                  <p:stCondLst>
                                    <p:cond delay="250"/>
                                  </p:stCondLst>
                                  <p:childTnLst>
                                    <p:set>
                                      <p:cBhvr>
                                        <p:cTn id="18" dur="1" fill="hold">
                                          <p:stCondLst>
                                            <p:cond delay="0"/>
                                          </p:stCondLst>
                                        </p:cTn>
                                        <p:tgtEl>
                                          <p:spTgt spid="63"/>
                                        </p:tgtEl>
                                        <p:attrNameLst>
                                          <p:attrName>style.visibility</p:attrName>
                                        </p:attrNameLst>
                                      </p:cBhvr>
                                      <p:to>
                                        <p:strVal val="visible"/>
                                      </p:to>
                                    </p:set>
                                    <p:animEffect transition="in" filter="wipe(left)">
                                      <p:cBhvr>
                                        <p:cTn id="19" dur="500"/>
                                        <p:tgtEl>
                                          <p:spTgt spid="63"/>
                                        </p:tgtEl>
                                      </p:cBhvr>
                                    </p:animEffect>
                                  </p:childTnLst>
                                </p:cTn>
                              </p:par>
                            </p:childTnLst>
                          </p:cTn>
                        </p:par>
                        <p:par>
                          <p:cTn id="20" fill="hold">
                            <p:stCondLst>
                              <p:cond delay="1250"/>
                            </p:stCondLst>
                            <p:childTnLst>
                              <p:par>
                                <p:cTn id="21" presetID="53" presetClass="entr" presetSubtype="16" fill="hold" nodeType="after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p:cTn id="23" dur="250" fill="hold"/>
                                        <p:tgtEl>
                                          <p:spTgt spid="95"/>
                                        </p:tgtEl>
                                        <p:attrNameLst>
                                          <p:attrName>ppt_w</p:attrName>
                                        </p:attrNameLst>
                                      </p:cBhvr>
                                      <p:tavLst>
                                        <p:tav tm="0">
                                          <p:val>
                                            <p:fltVal val="0"/>
                                          </p:val>
                                        </p:tav>
                                        <p:tav tm="100000">
                                          <p:val>
                                            <p:strVal val="#ppt_w"/>
                                          </p:val>
                                        </p:tav>
                                      </p:tavLst>
                                    </p:anim>
                                    <p:anim calcmode="lin" valueType="num">
                                      <p:cBhvr>
                                        <p:cTn id="24" dur="250" fill="hold"/>
                                        <p:tgtEl>
                                          <p:spTgt spid="95"/>
                                        </p:tgtEl>
                                        <p:attrNameLst>
                                          <p:attrName>ppt_h</p:attrName>
                                        </p:attrNameLst>
                                      </p:cBhvr>
                                      <p:tavLst>
                                        <p:tav tm="0">
                                          <p:val>
                                            <p:fltVal val="0"/>
                                          </p:val>
                                        </p:tav>
                                        <p:tav tm="100000">
                                          <p:val>
                                            <p:strVal val="#ppt_h"/>
                                          </p:val>
                                        </p:tav>
                                      </p:tavLst>
                                    </p:anim>
                                    <p:animEffect transition="in" filter="fade">
                                      <p:cBhvr>
                                        <p:cTn id="25" dur="250"/>
                                        <p:tgtEl>
                                          <p:spTgt spid="95"/>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p:cTn id="29" dur="250" fill="hold"/>
                                        <p:tgtEl>
                                          <p:spTgt spid="72"/>
                                        </p:tgtEl>
                                        <p:attrNameLst>
                                          <p:attrName>ppt_w</p:attrName>
                                        </p:attrNameLst>
                                      </p:cBhvr>
                                      <p:tavLst>
                                        <p:tav tm="0">
                                          <p:val>
                                            <p:fltVal val="0"/>
                                          </p:val>
                                        </p:tav>
                                        <p:tav tm="100000">
                                          <p:val>
                                            <p:strVal val="#ppt_w"/>
                                          </p:val>
                                        </p:tav>
                                      </p:tavLst>
                                    </p:anim>
                                    <p:anim calcmode="lin" valueType="num">
                                      <p:cBhvr>
                                        <p:cTn id="30" dur="250" fill="hold"/>
                                        <p:tgtEl>
                                          <p:spTgt spid="72"/>
                                        </p:tgtEl>
                                        <p:attrNameLst>
                                          <p:attrName>ppt_h</p:attrName>
                                        </p:attrNameLst>
                                      </p:cBhvr>
                                      <p:tavLst>
                                        <p:tav tm="0">
                                          <p:val>
                                            <p:fltVal val="0"/>
                                          </p:val>
                                        </p:tav>
                                        <p:tav tm="100000">
                                          <p:val>
                                            <p:strVal val="#ppt_h"/>
                                          </p:val>
                                        </p:tav>
                                      </p:tavLst>
                                    </p:anim>
                                    <p:animEffect transition="in" filter="fade">
                                      <p:cBhvr>
                                        <p:cTn id="31" dur="250"/>
                                        <p:tgtEl>
                                          <p:spTgt spid="72"/>
                                        </p:tgtEl>
                                      </p:cBhvr>
                                    </p:animEffect>
                                  </p:childTnLst>
                                </p:cTn>
                              </p:par>
                            </p:childTnLst>
                          </p:cTn>
                        </p:par>
                        <p:par>
                          <p:cTn id="32" fill="hold">
                            <p:stCondLst>
                              <p:cond delay="1750"/>
                            </p:stCondLst>
                            <p:childTnLst>
                              <p:par>
                                <p:cTn id="33" presetID="22" presetClass="entr" presetSubtype="8" fill="hold" nodeType="afterEffect">
                                  <p:stCondLst>
                                    <p:cond delay="25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500"/>
                                        <p:tgtEl>
                                          <p:spTgt spid="64"/>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 calcmode="lin" valueType="num">
                                      <p:cBhvr>
                                        <p:cTn id="39" dur="250" fill="hold"/>
                                        <p:tgtEl>
                                          <p:spTgt spid="76"/>
                                        </p:tgtEl>
                                        <p:attrNameLst>
                                          <p:attrName>ppt_w</p:attrName>
                                        </p:attrNameLst>
                                      </p:cBhvr>
                                      <p:tavLst>
                                        <p:tav tm="0">
                                          <p:val>
                                            <p:fltVal val="0"/>
                                          </p:val>
                                        </p:tav>
                                        <p:tav tm="100000">
                                          <p:val>
                                            <p:strVal val="#ppt_w"/>
                                          </p:val>
                                        </p:tav>
                                      </p:tavLst>
                                    </p:anim>
                                    <p:anim calcmode="lin" valueType="num">
                                      <p:cBhvr>
                                        <p:cTn id="40" dur="250" fill="hold"/>
                                        <p:tgtEl>
                                          <p:spTgt spid="76"/>
                                        </p:tgtEl>
                                        <p:attrNameLst>
                                          <p:attrName>ppt_h</p:attrName>
                                        </p:attrNameLst>
                                      </p:cBhvr>
                                      <p:tavLst>
                                        <p:tav tm="0">
                                          <p:val>
                                            <p:fltVal val="0"/>
                                          </p:val>
                                        </p:tav>
                                        <p:tav tm="100000">
                                          <p:val>
                                            <p:strVal val="#ppt_h"/>
                                          </p:val>
                                        </p:tav>
                                      </p:tavLst>
                                    </p:anim>
                                    <p:animEffect transition="in" filter="fade">
                                      <p:cBhvr>
                                        <p:cTn id="41" dur="250"/>
                                        <p:tgtEl>
                                          <p:spTgt spid="76"/>
                                        </p:tgtEl>
                                      </p:cBhvr>
                                    </p:animEffect>
                                  </p:childTnLst>
                                </p:cTn>
                              </p:par>
                            </p:childTnLst>
                          </p:cTn>
                        </p:par>
                        <p:par>
                          <p:cTn id="42" fill="hold">
                            <p:stCondLst>
                              <p:cond delay="2750"/>
                            </p:stCondLst>
                            <p:childTnLst>
                              <p:par>
                                <p:cTn id="43" presetID="53" presetClass="entr" presetSubtype="16" fill="hold" nodeType="afterEffect">
                                  <p:stCondLst>
                                    <p:cond delay="0"/>
                                  </p:stCondLst>
                                  <p:childTnLst>
                                    <p:set>
                                      <p:cBhvr>
                                        <p:cTn id="44" dur="1" fill="hold">
                                          <p:stCondLst>
                                            <p:cond delay="0"/>
                                          </p:stCondLst>
                                        </p:cTn>
                                        <p:tgtEl>
                                          <p:spTgt spid="123"/>
                                        </p:tgtEl>
                                        <p:attrNameLst>
                                          <p:attrName>style.visibility</p:attrName>
                                        </p:attrNameLst>
                                      </p:cBhvr>
                                      <p:to>
                                        <p:strVal val="visible"/>
                                      </p:to>
                                    </p:set>
                                    <p:anim calcmode="lin" valueType="num">
                                      <p:cBhvr>
                                        <p:cTn id="45" dur="250" fill="hold"/>
                                        <p:tgtEl>
                                          <p:spTgt spid="123"/>
                                        </p:tgtEl>
                                        <p:attrNameLst>
                                          <p:attrName>ppt_w</p:attrName>
                                        </p:attrNameLst>
                                      </p:cBhvr>
                                      <p:tavLst>
                                        <p:tav tm="0">
                                          <p:val>
                                            <p:fltVal val="0"/>
                                          </p:val>
                                        </p:tav>
                                        <p:tav tm="100000">
                                          <p:val>
                                            <p:strVal val="#ppt_w"/>
                                          </p:val>
                                        </p:tav>
                                      </p:tavLst>
                                    </p:anim>
                                    <p:anim calcmode="lin" valueType="num">
                                      <p:cBhvr>
                                        <p:cTn id="46" dur="250" fill="hold"/>
                                        <p:tgtEl>
                                          <p:spTgt spid="123"/>
                                        </p:tgtEl>
                                        <p:attrNameLst>
                                          <p:attrName>ppt_h</p:attrName>
                                        </p:attrNameLst>
                                      </p:cBhvr>
                                      <p:tavLst>
                                        <p:tav tm="0">
                                          <p:val>
                                            <p:fltVal val="0"/>
                                          </p:val>
                                        </p:tav>
                                        <p:tav tm="100000">
                                          <p:val>
                                            <p:strVal val="#ppt_h"/>
                                          </p:val>
                                        </p:tav>
                                      </p:tavLst>
                                    </p:anim>
                                    <p:animEffect transition="in" filter="fade">
                                      <p:cBhvr>
                                        <p:cTn id="47" dur="250"/>
                                        <p:tgtEl>
                                          <p:spTgt spid="123"/>
                                        </p:tgtEl>
                                      </p:cBhvr>
                                    </p:animEffect>
                                  </p:childTnLst>
                                </p:cTn>
                              </p:par>
                              <p:par>
                                <p:cTn id="48" presetID="53" presetClass="entr" presetSubtype="16" fill="hold" nodeType="withEffect">
                                  <p:stCondLst>
                                    <p:cond delay="0"/>
                                  </p:stCondLst>
                                  <p:childTnLst>
                                    <p:set>
                                      <p:cBhvr>
                                        <p:cTn id="49" dur="1" fill="hold">
                                          <p:stCondLst>
                                            <p:cond delay="0"/>
                                          </p:stCondLst>
                                        </p:cTn>
                                        <p:tgtEl>
                                          <p:spTgt spid="127"/>
                                        </p:tgtEl>
                                        <p:attrNameLst>
                                          <p:attrName>style.visibility</p:attrName>
                                        </p:attrNameLst>
                                      </p:cBhvr>
                                      <p:to>
                                        <p:strVal val="visible"/>
                                      </p:to>
                                    </p:set>
                                    <p:anim calcmode="lin" valueType="num">
                                      <p:cBhvr>
                                        <p:cTn id="50" dur="250" fill="hold"/>
                                        <p:tgtEl>
                                          <p:spTgt spid="127"/>
                                        </p:tgtEl>
                                        <p:attrNameLst>
                                          <p:attrName>ppt_w</p:attrName>
                                        </p:attrNameLst>
                                      </p:cBhvr>
                                      <p:tavLst>
                                        <p:tav tm="0">
                                          <p:val>
                                            <p:fltVal val="0"/>
                                          </p:val>
                                        </p:tav>
                                        <p:tav tm="100000">
                                          <p:val>
                                            <p:strVal val="#ppt_w"/>
                                          </p:val>
                                        </p:tav>
                                      </p:tavLst>
                                    </p:anim>
                                    <p:anim calcmode="lin" valueType="num">
                                      <p:cBhvr>
                                        <p:cTn id="51" dur="250" fill="hold"/>
                                        <p:tgtEl>
                                          <p:spTgt spid="127"/>
                                        </p:tgtEl>
                                        <p:attrNameLst>
                                          <p:attrName>ppt_h</p:attrName>
                                        </p:attrNameLst>
                                      </p:cBhvr>
                                      <p:tavLst>
                                        <p:tav tm="0">
                                          <p:val>
                                            <p:fltVal val="0"/>
                                          </p:val>
                                        </p:tav>
                                        <p:tav tm="100000">
                                          <p:val>
                                            <p:strVal val="#ppt_h"/>
                                          </p:val>
                                        </p:tav>
                                      </p:tavLst>
                                    </p:anim>
                                    <p:animEffect transition="in" filter="fade">
                                      <p:cBhvr>
                                        <p:cTn id="52" dur="250"/>
                                        <p:tgtEl>
                                          <p:spTgt spid="127"/>
                                        </p:tgtEl>
                                      </p:cBhvr>
                                    </p:animEffect>
                                  </p:childTnLst>
                                </p:cTn>
                              </p:par>
                              <p:par>
                                <p:cTn id="53" presetID="53" presetClass="entr" presetSubtype="16" fill="hold" nodeType="withEffect">
                                  <p:stCondLst>
                                    <p:cond delay="0"/>
                                  </p:stCondLst>
                                  <p:childTnLst>
                                    <p:set>
                                      <p:cBhvr>
                                        <p:cTn id="54" dur="1" fill="hold">
                                          <p:stCondLst>
                                            <p:cond delay="0"/>
                                          </p:stCondLst>
                                        </p:cTn>
                                        <p:tgtEl>
                                          <p:spTgt spid="130"/>
                                        </p:tgtEl>
                                        <p:attrNameLst>
                                          <p:attrName>style.visibility</p:attrName>
                                        </p:attrNameLst>
                                      </p:cBhvr>
                                      <p:to>
                                        <p:strVal val="visible"/>
                                      </p:to>
                                    </p:set>
                                    <p:anim calcmode="lin" valueType="num">
                                      <p:cBhvr>
                                        <p:cTn id="55" dur="250" fill="hold"/>
                                        <p:tgtEl>
                                          <p:spTgt spid="130"/>
                                        </p:tgtEl>
                                        <p:attrNameLst>
                                          <p:attrName>ppt_w</p:attrName>
                                        </p:attrNameLst>
                                      </p:cBhvr>
                                      <p:tavLst>
                                        <p:tav tm="0">
                                          <p:val>
                                            <p:fltVal val="0"/>
                                          </p:val>
                                        </p:tav>
                                        <p:tav tm="100000">
                                          <p:val>
                                            <p:strVal val="#ppt_w"/>
                                          </p:val>
                                        </p:tav>
                                      </p:tavLst>
                                    </p:anim>
                                    <p:anim calcmode="lin" valueType="num">
                                      <p:cBhvr>
                                        <p:cTn id="56" dur="250" fill="hold"/>
                                        <p:tgtEl>
                                          <p:spTgt spid="130"/>
                                        </p:tgtEl>
                                        <p:attrNameLst>
                                          <p:attrName>ppt_h</p:attrName>
                                        </p:attrNameLst>
                                      </p:cBhvr>
                                      <p:tavLst>
                                        <p:tav tm="0">
                                          <p:val>
                                            <p:fltVal val="0"/>
                                          </p:val>
                                        </p:tav>
                                        <p:tav tm="100000">
                                          <p:val>
                                            <p:strVal val="#ppt_h"/>
                                          </p:val>
                                        </p:tav>
                                      </p:tavLst>
                                    </p:anim>
                                    <p:animEffect transition="in" filter="fade">
                                      <p:cBhvr>
                                        <p:cTn id="57" dur="250"/>
                                        <p:tgtEl>
                                          <p:spTgt spid="130"/>
                                        </p:tgtEl>
                                      </p:cBhvr>
                                    </p:animEffect>
                                  </p:childTnLst>
                                </p:cTn>
                              </p:par>
                              <p:par>
                                <p:cTn id="58" presetID="53" presetClass="entr" presetSubtype="16" fill="hold" nodeType="withEffect">
                                  <p:stCondLst>
                                    <p:cond delay="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50" fill="hold"/>
                                        <p:tgtEl>
                                          <p:spTgt spid="133"/>
                                        </p:tgtEl>
                                        <p:attrNameLst>
                                          <p:attrName>ppt_w</p:attrName>
                                        </p:attrNameLst>
                                      </p:cBhvr>
                                      <p:tavLst>
                                        <p:tav tm="0">
                                          <p:val>
                                            <p:fltVal val="0"/>
                                          </p:val>
                                        </p:tav>
                                        <p:tav tm="100000">
                                          <p:val>
                                            <p:strVal val="#ppt_w"/>
                                          </p:val>
                                        </p:tav>
                                      </p:tavLst>
                                    </p:anim>
                                    <p:anim calcmode="lin" valueType="num">
                                      <p:cBhvr>
                                        <p:cTn id="61" dur="250" fill="hold"/>
                                        <p:tgtEl>
                                          <p:spTgt spid="133"/>
                                        </p:tgtEl>
                                        <p:attrNameLst>
                                          <p:attrName>ppt_h</p:attrName>
                                        </p:attrNameLst>
                                      </p:cBhvr>
                                      <p:tavLst>
                                        <p:tav tm="0">
                                          <p:val>
                                            <p:fltVal val="0"/>
                                          </p:val>
                                        </p:tav>
                                        <p:tav tm="100000">
                                          <p:val>
                                            <p:strVal val="#ppt_h"/>
                                          </p:val>
                                        </p:tav>
                                      </p:tavLst>
                                    </p:anim>
                                    <p:animEffect transition="in" filter="fade">
                                      <p:cBhvr>
                                        <p:cTn id="62" dur="250"/>
                                        <p:tgtEl>
                                          <p:spTgt spid="133"/>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down)">
                                      <p:cBhvr>
                                        <p:cTn id="65" dur="500"/>
                                        <p:tgtEl>
                                          <p:spTgt spid="66"/>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down)">
                                      <p:cBhvr>
                                        <p:cTn id="68" dur="500"/>
                                        <p:tgtEl>
                                          <p:spTgt spid="70"/>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wipe(down)">
                                      <p:cBhvr>
                                        <p:cTn id="71"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P spid="70" grpId="0"/>
      <p:bldP spid="72" grpId="0"/>
      <p:bldP spid="74" grpId="0"/>
      <p:bldP spid="7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BC3001EC-9F33-4C39-B780-199714C83EA2}"/>
              </a:ext>
            </a:extLst>
          </p:cNvPr>
          <p:cNvGrpSpPr/>
          <p:nvPr/>
        </p:nvGrpSpPr>
        <p:grpSpPr>
          <a:xfrm>
            <a:off x="-176620" y="0"/>
            <a:ext cx="12482920" cy="6858000"/>
            <a:chOff x="-290920" y="0"/>
            <a:chExt cx="12482920" cy="6858000"/>
          </a:xfrm>
        </p:grpSpPr>
        <p:sp>
          <p:nvSpPr>
            <p:cNvPr id="34" name="Rectangle 33">
              <a:extLst>
                <a:ext uri="{FF2B5EF4-FFF2-40B4-BE49-F238E27FC236}">
                  <a16:creationId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151F346-69C6-4F86-BC1F-C57BA2384CC6}"/>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Latar</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Belakang</a:t>
              </a:r>
              <a:endParaRPr lang="en-US" sz="2000" b="1" dirty="0">
                <a:solidFill>
                  <a:srgbClr val="F0EEF0"/>
                </a:solidFill>
                <a:latin typeface="Tw Cen MT" panose="020B0602020104020603" pitchFamily="34" charset="0"/>
              </a:endParaRPr>
            </a:p>
          </p:txBody>
        </p:sp>
        <p:pic>
          <p:nvPicPr>
            <p:cNvPr id="37" name="Picture 36">
              <a:extLst>
                <a:ext uri="{FF2B5EF4-FFF2-40B4-BE49-F238E27FC236}">
                  <a16:creationId xmlns:a16="http://schemas.microsoft.com/office/drawing/2014/main" id="{52B367FE-8530-4052-AD96-2D6FBE490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a16="http://schemas.microsoft.com/office/drawing/2014/main" id="{63E93C38-ECA5-4094-81E9-196A3BD19EBD}"/>
              </a:ext>
            </a:extLst>
          </p:cNvPr>
          <p:cNvGrpSpPr/>
          <p:nvPr/>
        </p:nvGrpSpPr>
        <p:grpSpPr>
          <a:xfrm>
            <a:off x="412529" y="-2"/>
            <a:ext cx="11447501" cy="6858000"/>
            <a:chOff x="213096" y="0"/>
            <a:chExt cx="11447501" cy="6858000"/>
          </a:xfrm>
        </p:grpSpPr>
        <p:sp>
          <p:nvSpPr>
            <p:cNvPr id="39" name="Rectangle 38">
              <a:extLst>
                <a:ext uri="{FF2B5EF4-FFF2-40B4-BE49-F238E27FC236}">
                  <a16:creationId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405DAC1A-9BF8-460E-8D8B-77BFB6B27FF9}"/>
                </a:ext>
              </a:extLst>
            </p:cNvPr>
            <p:cNvSpPr/>
            <p:nvPr/>
          </p:nvSpPr>
          <p:spPr>
            <a:xfrm>
              <a:off x="10661331" y="2337441"/>
              <a:ext cx="999265"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90DCA374-CD21-448B-8791-8A04A9A9A552}"/>
                </a:ext>
              </a:extLst>
            </p:cNvPr>
            <p:cNvSpPr txBox="1"/>
            <p:nvPr/>
          </p:nvSpPr>
          <p:spPr>
            <a:xfrm rot="16200000">
              <a:off x="10341391" y="3259720"/>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42" name="Picture 41">
              <a:extLst>
                <a:ext uri="{FF2B5EF4-FFF2-40B4-BE49-F238E27FC236}">
                  <a16:creationId xmlns:a16="http://schemas.microsoft.com/office/drawing/2014/main" id="{83A620A7-5483-4447-9670-0F8D67F3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58085" y="3247473"/>
              <a:ext cx="530600" cy="530600"/>
            </a:xfrm>
            <a:prstGeom prst="rect">
              <a:avLst/>
            </a:prstGeom>
          </p:spPr>
        </p:pic>
      </p:grpSp>
      <p:sp>
        <p:nvSpPr>
          <p:cNvPr id="84" name="Rectangle 83">
            <a:extLst>
              <a:ext uri="{FF2B5EF4-FFF2-40B4-BE49-F238E27FC236}">
                <a16:creationId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AE5E6693-B9D1-4ED4-BBEF-303C664E2902}"/>
              </a:ext>
            </a:extLst>
          </p:cNvPr>
          <p:cNvCxnSpPr/>
          <p:nvPr/>
        </p:nvCxnSpPr>
        <p:spPr>
          <a:xfrm>
            <a:off x="3850016"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3B1F077-B004-40F4-B832-4938E4CC9B06}"/>
              </a:ext>
            </a:extLst>
          </p:cNvPr>
          <p:cNvCxnSpPr/>
          <p:nvPr/>
        </p:nvCxnSpPr>
        <p:spPr>
          <a:xfrm>
            <a:off x="5997735"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0C092F7-E294-42E9-9CCA-9CC6895B24E6}"/>
              </a:ext>
            </a:extLst>
          </p:cNvPr>
          <p:cNvSpPr txBox="1"/>
          <p:nvPr/>
        </p:nvSpPr>
        <p:spPr>
          <a:xfrm>
            <a:off x="2594536" y="4142156"/>
            <a:ext cx="2289049" cy="646331"/>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Fasilitas</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Pendukung</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Pembelajaran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Daring</a:t>
            </a:r>
            <a:endParaRPr lang="en-US" b="1" dirty="0">
              <a:solidFill>
                <a:schemeClr val="tx1">
                  <a:lumMod val="85000"/>
                  <a:lumOff val="15000"/>
                </a:schemeClr>
              </a:solidFill>
              <a:latin typeface="Tw Cen MT" panose="020B0602020104020603" pitchFamily="34" charset="0"/>
            </a:endParaRPr>
          </a:p>
        </p:txBody>
      </p:sp>
      <p:sp>
        <p:nvSpPr>
          <p:cNvPr id="68" name="TextBox 67">
            <a:extLst>
              <a:ext uri="{FF2B5EF4-FFF2-40B4-BE49-F238E27FC236}">
                <a16:creationId xmlns:a16="http://schemas.microsoft.com/office/drawing/2014/main" id="{FF1CA300-3552-45F9-8CC2-2FE94B9F46B4}"/>
              </a:ext>
            </a:extLst>
          </p:cNvPr>
          <p:cNvSpPr txBox="1"/>
          <p:nvPr/>
        </p:nvSpPr>
        <p:spPr>
          <a:xfrm>
            <a:off x="2594536" y="3709155"/>
            <a:ext cx="2289049" cy="523220"/>
          </a:xfrm>
          <a:prstGeom prst="rect">
            <a:avLst/>
          </a:prstGeom>
          <a:noFill/>
        </p:spPr>
        <p:txBody>
          <a:bodyPr wrap="square" rtlCol="0">
            <a:spAutoFit/>
          </a:bodyPr>
          <a:lstStyle/>
          <a:p>
            <a:pPr algn="ctr"/>
            <a:r>
              <a:rPr lang="en-US" sz="2800" b="1" dirty="0">
                <a:solidFill>
                  <a:srgbClr val="FF5969"/>
                </a:solidFill>
                <a:latin typeface="Tw Cen MT" panose="020B0602020104020603" pitchFamily="34" charset="0"/>
              </a:rPr>
              <a:t>1</a:t>
            </a:r>
          </a:p>
        </p:txBody>
      </p:sp>
      <p:sp>
        <p:nvSpPr>
          <p:cNvPr id="70" name="TextBox 69">
            <a:extLst>
              <a:ext uri="{FF2B5EF4-FFF2-40B4-BE49-F238E27FC236}">
                <a16:creationId xmlns:a16="http://schemas.microsoft.com/office/drawing/2014/main" id="{A9FA5B31-CC22-4828-81BB-108974CBC5B1}"/>
              </a:ext>
            </a:extLst>
          </p:cNvPr>
          <p:cNvSpPr txBox="1"/>
          <p:nvPr/>
        </p:nvSpPr>
        <p:spPr>
          <a:xfrm>
            <a:off x="4783446" y="4142156"/>
            <a:ext cx="2289049" cy="646331"/>
          </a:xfrm>
          <a:prstGeom prst="rect">
            <a:avLst/>
          </a:prstGeom>
          <a:noFill/>
        </p:spPr>
        <p:txBody>
          <a:bodyPr wrap="square" rtlCol="0">
            <a:spAutoFit/>
          </a:bodyPr>
          <a:lstStyle/>
          <a:p>
            <a:pPr algn="ct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Video Conference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Komersial</a:t>
            </a:r>
            <a:endParaRPr lang="en-US" b="1" dirty="0">
              <a:solidFill>
                <a:schemeClr val="tx1">
                  <a:lumMod val="85000"/>
                  <a:lumOff val="15000"/>
                </a:schemeClr>
              </a:solidFill>
              <a:latin typeface="Tw Cen MT" panose="020B0602020104020603" pitchFamily="34" charset="0"/>
            </a:endParaRPr>
          </a:p>
        </p:txBody>
      </p:sp>
      <p:sp>
        <p:nvSpPr>
          <p:cNvPr id="72" name="TextBox 71">
            <a:extLst>
              <a:ext uri="{FF2B5EF4-FFF2-40B4-BE49-F238E27FC236}">
                <a16:creationId xmlns:a16="http://schemas.microsoft.com/office/drawing/2014/main" id="{45343A5F-6D74-4049-B77F-C819CFF7A969}"/>
              </a:ext>
            </a:extLst>
          </p:cNvPr>
          <p:cNvSpPr txBox="1"/>
          <p:nvPr/>
        </p:nvSpPr>
        <p:spPr>
          <a:xfrm>
            <a:off x="4783446" y="3709155"/>
            <a:ext cx="2289049" cy="523220"/>
          </a:xfrm>
          <a:prstGeom prst="rect">
            <a:avLst/>
          </a:prstGeom>
          <a:noFill/>
        </p:spPr>
        <p:txBody>
          <a:bodyPr wrap="square" rtlCol="0">
            <a:spAutoFit/>
          </a:bodyPr>
          <a:lstStyle/>
          <a:p>
            <a:pPr algn="ctr"/>
            <a:r>
              <a:rPr lang="en-US" sz="2800" b="1" dirty="0">
                <a:solidFill>
                  <a:srgbClr val="52CBBE"/>
                </a:solidFill>
                <a:latin typeface="Tw Cen MT" panose="020B0602020104020603" pitchFamily="34" charset="0"/>
              </a:rPr>
              <a:t>3</a:t>
            </a:r>
          </a:p>
        </p:txBody>
      </p:sp>
      <p:sp>
        <p:nvSpPr>
          <p:cNvPr id="74" name="TextBox 73">
            <a:extLst>
              <a:ext uri="{FF2B5EF4-FFF2-40B4-BE49-F238E27FC236}">
                <a16:creationId xmlns:a16="http://schemas.microsoft.com/office/drawing/2014/main" id="{1C98C57F-7593-4997-889A-0BF6C2751BC2}"/>
              </a:ext>
            </a:extLst>
          </p:cNvPr>
          <p:cNvSpPr txBox="1"/>
          <p:nvPr/>
        </p:nvSpPr>
        <p:spPr>
          <a:xfrm>
            <a:off x="6912585" y="4142156"/>
            <a:ext cx="2289049" cy="369332"/>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Manajemen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Berkas</a:t>
            </a:r>
            <a:endParaRPr lang="en-US" b="1" dirty="0">
              <a:solidFill>
                <a:schemeClr val="tx1">
                  <a:lumMod val="85000"/>
                  <a:lumOff val="15000"/>
                </a:schemeClr>
              </a:solidFill>
              <a:latin typeface="Tw Cen MT" panose="020B0602020104020603" pitchFamily="34" charset="0"/>
            </a:endParaRPr>
          </a:p>
        </p:txBody>
      </p:sp>
      <p:sp>
        <p:nvSpPr>
          <p:cNvPr id="76" name="TextBox 75">
            <a:extLst>
              <a:ext uri="{FF2B5EF4-FFF2-40B4-BE49-F238E27FC236}">
                <a16:creationId xmlns:a16="http://schemas.microsoft.com/office/drawing/2014/main" id="{D26852A0-8FCE-449A-90A7-25E5705A0625}"/>
              </a:ext>
            </a:extLst>
          </p:cNvPr>
          <p:cNvSpPr txBox="1"/>
          <p:nvPr/>
        </p:nvSpPr>
        <p:spPr>
          <a:xfrm>
            <a:off x="6912585" y="3709155"/>
            <a:ext cx="2289049" cy="523220"/>
          </a:xfrm>
          <a:prstGeom prst="rect">
            <a:avLst/>
          </a:prstGeom>
          <a:noFill/>
        </p:spPr>
        <p:txBody>
          <a:bodyPr wrap="square" rtlCol="0">
            <a:spAutoFit/>
          </a:bodyPr>
          <a:lstStyle/>
          <a:p>
            <a:pPr algn="ctr"/>
            <a:r>
              <a:rPr lang="en-US" sz="2800" b="1" dirty="0">
                <a:solidFill>
                  <a:srgbClr val="FEC630"/>
                </a:solidFill>
                <a:latin typeface="Tw Cen MT" panose="020B0602020104020603" pitchFamily="34" charset="0"/>
              </a:rPr>
              <a:t>3</a:t>
            </a:r>
          </a:p>
        </p:txBody>
      </p:sp>
      <p:grpSp>
        <p:nvGrpSpPr>
          <p:cNvPr id="77" name="Group 76">
            <a:extLst>
              <a:ext uri="{FF2B5EF4-FFF2-40B4-BE49-F238E27FC236}">
                <a16:creationId xmlns:a16="http://schemas.microsoft.com/office/drawing/2014/main" id="{8F82A200-3A06-499F-9E6A-761899292C91}"/>
              </a:ext>
            </a:extLst>
          </p:cNvPr>
          <p:cNvGrpSpPr/>
          <p:nvPr/>
        </p:nvGrpSpPr>
        <p:grpSpPr>
          <a:xfrm>
            <a:off x="3101220" y="1755914"/>
            <a:ext cx="1275682" cy="1275682"/>
            <a:chOff x="3063120" y="1755914"/>
            <a:chExt cx="1275682" cy="1275682"/>
          </a:xfrm>
        </p:grpSpPr>
        <p:sp>
          <p:nvSpPr>
            <p:cNvPr id="78" name="Teardrop 77">
              <a:extLst>
                <a:ext uri="{FF2B5EF4-FFF2-40B4-BE49-F238E27FC236}">
                  <a16:creationId xmlns:a16="http://schemas.microsoft.com/office/drawing/2014/main" id="{E98DCD5D-E7AC-4807-8C71-0405E311A37C}"/>
                </a:ext>
              </a:extLst>
            </p:cNvPr>
            <p:cNvSpPr/>
            <p:nvPr/>
          </p:nvSpPr>
          <p:spPr>
            <a:xfrm rot="8100000">
              <a:off x="3063120" y="1755914"/>
              <a:ext cx="1275682" cy="1275682"/>
            </a:xfrm>
            <a:prstGeom prst="teardrop">
              <a:avLst>
                <a:gd name="adj" fmla="val 109962"/>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5C3F1904-7912-4897-945F-D9D07004DC3B}"/>
                </a:ext>
              </a:extLst>
            </p:cNvPr>
            <p:cNvSpPr/>
            <p:nvPr/>
          </p:nvSpPr>
          <p:spPr>
            <a:xfrm>
              <a:off x="325746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31593FD0-64A3-4D81-ABAD-CAD7832F8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6696" y="2066644"/>
              <a:ext cx="627392" cy="627390"/>
            </a:xfrm>
            <a:prstGeom prst="rect">
              <a:avLst/>
            </a:prstGeom>
          </p:spPr>
        </p:pic>
      </p:grpSp>
      <p:grpSp>
        <p:nvGrpSpPr>
          <p:cNvPr id="95" name="Group 94">
            <a:extLst>
              <a:ext uri="{FF2B5EF4-FFF2-40B4-BE49-F238E27FC236}">
                <a16:creationId xmlns:a16="http://schemas.microsoft.com/office/drawing/2014/main" id="{9CEF97A3-5525-4B23-8ED3-DE52D18C6AC9}"/>
              </a:ext>
            </a:extLst>
          </p:cNvPr>
          <p:cNvGrpSpPr/>
          <p:nvPr/>
        </p:nvGrpSpPr>
        <p:grpSpPr>
          <a:xfrm>
            <a:off x="5280540" y="1755914"/>
            <a:ext cx="1275682" cy="1275682"/>
            <a:chOff x="5242440" y="1755914"/>
            <a:chExt cx="1275682" cy="1275682"/>
          </a:xfrm>
        </p:grpSpPr>
        <p:sp>
          <p:nvSpPr>
            <p:cNvPr id="111" name="Teardrop 110">
              <a:extLst>
                <a:ext uri="{FF2B5EF4-FFF2-40B4-BE49-F238E27FC236}">
                  <a16:creationId xmlns:a16="http://schemas.microsoft.com/office/drawing/2014/main" id="{50BC144A-C56B-402B-A40E-D588FAD19B40}"/>
                </a:ext>
              </a:extLst>
            </p:cNvPr>
            <p:cNvSpPr/>
            <p:nvPr/>
          </p:nvSpPr>
          <p:spPr>
            <a:xfrm rot="8100000">
              <a:off x="5242440" y="1755914"/>
              <a:ext cx="1275682" cy="1275682"/>
            </a:xfrm>
            <a:prstGeom prst="teardrop">
              <a:avLst>
                <a:gd name="adj" fmla="val 109962"/>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53982AC9-F3CB-4E50-ABB4-803298B4C9F4}"/>
                </a:ext>
              </a:extLst>
            </p:cNvPr>
            <p:cNvSpPr/>
            <p:nvPr/>
          </p:nvSpPr>
          <p:spPr>
            <a:xfrm>
              <a:off x="543678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0904263C-8FFC-4242-9EB2-D4E0F0999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5681" y="2061164"/>
              <a:ext cx="659146" cy="659144"/>
            </a:xfrm>
            <a:prstGeom prst="rect">
              <a:avLst/>
            </a:prstGeom>
          </p:spPr>
        </p:pic>
      </p:grpSp>
      <p:grpSp>
        <p:nvGrpSpPr>
          <p:cNvPr id="123" name="Group 122">
            <a:extLst>
              <a:ext uri="{FF2B5EF4-FFF2-40B4-BE49-F238E27FC236}">
                <a16:creationId xmlns:a16="http://schemas.microsoft.com/office/drawing/2014/main" id="{CA1627D3-08B8-4852-B618-C7C4D2638F26}"/>
              </a:ext>
            </a:extLst>
          </p:cNvPr>
          <p:cNvGrpSpPr/>
          <p:nvPr/>
        </p:nvGrpSpPr>
        <p:grpSpPr>
          <a:xfrm>
            <a:off x="7391281" y="1755914"/>
            <a:ext cx="1275682" cy="1275682"/>
            <a:chOff x="7353181" y="1755914"/>
            <a:chExt cx="1275682" cy="1275682"/>
          </a:xfrm>
        </p:grpSpPr>
        <p:sp>
          <p:nvSpPr>
            <p:cNvPr id="124" name="Teardrop 123">
              <a:extLst>
                <a:ext uri="{FF2B5EF4-FFF2-40B4-BE49-F238E27FC236}">
                  <a16:creationId xmlns:a16="http://schemas.microsoft.com/office/drawing/2014/main" id="{8A6CD21D-9341-40F1-A5BD-1CA0BB52C9C6}"/>
                </a:ext>
              </a:extLst>
            </p:cNvPr>
            <p:cNvSpPr/>
            <p:nvPr/>
          </p:nvSpPr>
          <p:spPr>
            <a:xfrm rot="8100000">
              <a:off x="7353181" y="1755914"/>
              <a:ext cx="1275682" cy="1275682"/>
            </a:xfrm>
            <a:prstGeom prst="teardrop">
              <a:avLst>
                <a:gd name="adj" fmla="val 109962"/>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3AAB7DD9-4074-409E-89C9-CAD58944A04F}"/>
                </a:ext>
              </a:extLst>
            </p:cNvPr>
            <p:cNvSpPr/>
            <p:nvPr/>
          </p:nvSpPr>
          <p:spPr>
            <a:xfrm>
              <a:off x="7547530"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6" name="Picture 125">
              <a:extLst>
                <a:ext uri="{FF2B5EF4-FFF2-40B4-BE49-F238E27FC236}">
                  <a16:creationId xmlns:a16="http://schemas.microsoft.com/office/drawing/2014/main" id="{39516112-622F-4EC9-8E36-5AACED5D52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8666" y="2048456"/>
              <a:ext cx="684562" cy="684560"/>
            </a:xfrm>
            <a:prstGeom prst="rect">
              <a:avLst/>
            </a:prstGeom>
          </p:spPr>
        </p:pic>
      </p:grpSp>
      <p:grpSp>
        <p:nvGrpSpPr>
          <p:cNvPr id="127" name="Group 126">
            <a:extLst>
              <a:ext uri="{FF2B5EF4-FFF2-40B4-BE49-F238E27FC236}">
                <a16:creationId xmlns:a16="http://schemas.microsoft.com/office/drawing/2014/main" id="{9D6568B3-A658-40E5-9108-FD55FD6780FD}"/>
              </a:ext>
            </a:extLst>
          </p:cNvPr>
          <p:cNvGrpSpPr/>
          <p:nvPr/>
        </p:nvGrpSpPr>
        <p:grpSpPr>
          <a:xfrm>
            <a:off x="3638922" y="3517706"/>
            <a:ext cx="211094" cy="211094"/>
            <a:chOff x="1677812" y="4248152"/>
            <a:chExt cx="211094" cy="211094"/>
          </a:xfrm>
        </p:grpSpPr>
        <p:sp>
          <p:nvSpPr>
            <p:cNvPr id="128" name="Oval 127">
              <a:extLst>
                <a:ext uri="{FF2B5EF4-FFF2-40B4-BE49-F238E27FC236}">
                  <a16:creationId xmlns:a16="http://schemas.microsoft.com/office/drawing/2014/main" id="{A0F41BC5-538A-436D-96CE-5BF186A1B9C0}"/>
                </a:ext>
              </a:extLst>
            </p:cNvPr>
            <p:cNvSpPr/>
            <p:nvPr/>
          </p:nvSpPr>
          <p:spPr>
            <a:xfrm>
              <a:off x="1677812"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0C82E18B-6211-4E0E-B341-A375BF21C638}"/>
                </a:ext>
              </a:extLst>
            </p:cNvPr>
            <p:cNvSpPr/>
            <p:nvPr/>
          </p:nvSpPr>
          <p:spPr>
            <a:xfrm>
              <a:off x="1708100" y="4278440"/>
              <a:ext cx="150518" cy="150518"/>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3CA914DC-85F2-4FF9-8B35-B754D0496A9F}"/>
              </a:ext>
            </a:extLst>
          </p:cNvPr>
          <p:cNvGrpSpPr/>
          <p:nvPr/>
        </p:nvGrpSpPr>
        <p:grpSpPr>
          <a:xfrm>
            <a:off x="5816929" y="3517706"/>
            <a:ext cx="211094" cy="211094"/>
            <a:chOff x="3855819" y="4248152"/>
            <a:chExt cx="211094" cy="211094"/>
          </a:xfrm>
        </p:grpSpPr>
        <p:sp>
          <p:nvSpPr>
            <p:cNvPr id="131" name="Oval 130">
              <a:extLst>
                <a:ext uri="{FF2B5EF4-FFF2-40B4-BE49-F238E27FC236}">
                  <a16:creationId xmlns:a16="http://schemas.microsoft.com/office/drawing/2014/main" id="{37925582-D117-410B-AB01-22C2051F3E1B}"/>
                </a:ext>
              </a:extLst>
            </p:cNvPr>
            <p:cNvSpPr/>
            <p:nvPr/>
          </p:nvSpPr>
          <p:spPr>
            <a:xfrm>
              <a:off x="3855819"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EECA96D8-E406-4AB4-A7AF-C0969311312E}"/>
                </a:ext>
              </a:extLst>
            </p:cNvPr>
            <p:cNvSpPr/>
            <p:nvPr/>
          </p:nvSpPr>
          <p:spPr>
            <a:xfrm>
              <a:off x="3886107" y="4278440"/>
              <a:ext cx="150518" cy="150518"/>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32D488C7-993A-4046-84D5-C5C1D3921994}"/>
              </a:ext>
            </a:extLst>
          </p:cNvPr>
          <p:cNvGrpSpPr/>
          <p:nvPr/>
        </p:nvGrpSpPr>
        <p:grpSpPr>
          <a:xfrm>
            <a:off x="7934360" y="3517706"/>
            <a:ext cx="211094" cy="211094"/>
            <a:chOff x="5973250" y="4248152"/>
            <a:chExt cx="211094" cy="211094"/>
          </a:xfrm>
        </p:grpSpPr>
        <p:sp>
          <p:nvSpPr>
            <p:cNvPr id="134" name="Oval 133">
              <a:extLst>
                <a:ext uri="{FF2B5EF4-FFF2-40B4-BE49-F238E27FC236}">
                  <a16:creationId xmlns:a16="http://schemas.microsoft.com/office/drawing/2014/main" id="{1BD518F5-B2EA-4A0C-8251-81B075518DC4}"/>
                </a:ext>
              </a:extLst>
            </p:cNvPr>
            <p:cNvSpPr/>
            <p:nvPr/>
          </p:nvSpPr>
          <p:spPr>
            <a:xfrm>
              <a:off x="5973250"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1F5C5634-ECA4-4D92-B617-58C5C2D48A63}"/>
                </a:ext>
              </a:extLst>
            </p:cNvPr>
            <p:cNvSpPr/>
            <p:nvPr/>
          </p:nvSpPr>
          <p:spPr>
            <a:xfrm>
              <a:off x="6003538" y="4278440"/>
              <a:ext cx="150518" cy="150518"/>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BF8EBA3D-452D-47CD-B904-0B23290B33D1}"/>
              </a:ext>
            </a:extLst>
          </p:cNvPr>
          <p:cNvGrpSpPr/>
          <p:nvPr/>
        </p:nvGrpSpPr>
        <p:grpSpPr>
          <a:xfrm>
            <a:off x="1496411" y="0"/>
            <a:ext cx="9961092" cy="6858000"/>
            <a:chOff x="491575" y="0"/>
            <a:chExt cx="9961092" cy="6858000"/>
          </a:xfrm>
        </p:grpSpPr>
        <p:sp>
          <p:nvSpPr>
            <p:cNvPr id="146" name="Rectangle 145">
              <a:extLst>
                <a:ext uri="{FF2B5EF4-FFF2-40B4-BE49-F238E27FC236}">
                  <a16:creationId xmlns:a16="http://schemas.microsoft.com/office/drawing/2014/main" id="{BEF50569-12D0-443A-A8E7-A819E72B4F7B}"/>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32659E1F-B511-4620-BC32-708DD10CBC1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TextBox 147">
              <a:extLst>
                <a:ext uri="{FF2B5EF4-FFF2-40B4-BE49-F238E27FC236}">
                  <a16:creationId xmlns:a16="http://schemas.microsoft.com/office/drawing/2014/main" id="{D75E0FF4-DD95-4374-A96E-74902F41406D}"/>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49" name="Picture 148">
              <a:extLst>
                <a:ext uri="{FF2B5EF4-FFF2-40B4-BE49-F238E27FC236}">
                  <a16:creationId xmlns:a16="http://schemas.microsoft.com/office/drawing/2014/main" id="{13B43634-15E2-4DD3-86FC-8718B1C8F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150" name="Group 149">
            <a:extLst>
              <a:ext uri="{FF2B5EF4-FFF2-40B4-BE49-F238E27FC236}">
                <a16:creationId xmlns:a16="http://schemas.microsoft.com/office/drawing/2014/main" id="{59CDFFC8-1070-4F56-90DB-02B9C56598D7}"/>
              </a:ext>
            </a:extLst>
          </p:cNvPr>
          <p:cNvGrpSpPr/>
          <p:nvPr/>
        </p:nvGrpSpPr>
        <p:grpSpPr>
          <a:xfrm>
            <a:off x="1387418" y="0"/>
            <a:ext cx="9574094" cy="6858000"/>
            <a:chOff x="491575" y="0"/>
            <a:chExt cx="9574094" cy="6858000"/>
          </a:xfrm>
        </p:grpSpPr>
        <p:sp>
          <p:nvSpPr>
            <p:cNvPr id="151" name="Rectangle 150">
              <a:extLst>
                <a:ext uri="{FF2B5EF4-FFF2-40B4-BE49-F238E27FC236}">
                  <a16:creationId xmlns:a16="http://schemas.microsoft.com/office/drawing/2014/main" id="{8B3ED22B-75E8-4E51-82D5-B179B14CBCD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CA2B3163-CAEF-4C00-B78F-8CCFB7D69F8A}"/>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Box 152">
              <a:extLst>
                <a:ext uri="{FF2B5EF4-FFF2-40B4-BE49-F238E27FC236}">
                  <a16:creationId xmlns:a16="http://schemas.microsoft.com/office/drawing/2014/main" id="{6BE980A4-9FF8-447C-AAD8-DB0DE4BAE3F5}"/>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54" name="Picture 153">
              <a:extLst>
                <a:ext uri="{FF2B5EF4-FFF2-40B4-BE49-F238E27FC236}">
                  <a16:creationId xmlns:a16="http://schemas.microsoft.com/office/drawing/2014/main" id="{CC7C8902-130A-42BA-83B9-8B76BFF39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155" name="Group 154">
            <a:extLst>
              <a:ext uri="{FF2B5EF4-FFF2-40B4-BE49-F238E27FC236}">
                <a16:creationId xmlns:a16="http://schemas.microsoft.com/office/drawing/2014/main" id="{413D7F57-DC06-4DD4-B258-FF8D62457991}"/>
              </a:ext>
            </a:extLst>
          </p:cNvPr>
          <p:cNvGrpSpPr/>
          <p:nvPr/>
        </p:nvGrpSpPr>
        <p:grpSpPr>
          <a:xfrm>
            <a:off x="1762646" y="-1"/>
            <a:ext cx="8692332" cy="6858000"/>
            <a:chOff x="718505" y="-1"/>
            <a:chExt cx="8692332" cy="6858000"/>
          </a:xfrm>
        </p:grpSpPr>
        <p:sp>
          <p:nvSpPr>
            <p:cNvPr id="156" name="Rectangle 155">
              <a:extLst>
                <a:ext uri="{FF2B5EF4-FFF2-40B4-BE49-F238E27FC236}">
                  <a16:creationId xmlns:a16="http://schemas.microsoft.com/office/drawing/2014/main" id="{0A010B44-F2BA-4BDE-BF22-60FCCA85E1D8}"/>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3AC48898-A626-4933-9DBE-504CD30DA59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TextBox 157">
              <a:extLst>
                <a:ext uri="{FF2B5EF4-FFF2-40B4-BE49-F238E27FC236}">
                  <a16:creationId xmlns:a16="http://schemas.microsoft.com/office/drawing/2014/main" id="{4D28EC67-A3BA-4ADF-8961-3F5667831832}"/>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159" name="Picture 158">
              <a:extLst>
                <a:ext uri="{FF2B5EF4-FFF2-40B4-BE49-F238E27FC236}">
                  <a16:creationId xmlns:a16="http://schemas.microsoft.com/office/drawing/2014/main" id="{1B35D458-ABD3-496F-80F2-A7DF5517D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60" name="Group 159">
            <a:extLst>
              <a:ext uri="{FF2B5EF4-FFF2-40B4-BE49-F238E27FC236}">
                <a16:creationId xmlns:a16="http://schemas.microsoft.com/office/drawing/2014/main" id="{AB89704A-10D9-4678-B55F-4A6DC496B903}"/>
              </a:ext>
            </a:extLst>
          </p:cNvPr>
          <p:cNvGrpSpPr/>
          <p:nvPr/>
        </p:nvGrpSpPr>
        <p:grpSpPr>
          <a:xfrm>
            <a:off x="-8180638" y="-1"/>
            <a:ext cx="9948758" cy="6858000"/>
            <a:chOff x="-9337032" y="-1"/>
            <a:chExt cx="9948758" cy="6858000"/>
          </a:xfrm>
        </p:grpSpPr>
        <p:sp>
          <p:nvSpPr>
            <p:cNvPr id="161" name="Rectangle 160">
              <a:extLst>
                <a:ext uri="{FF2B5EF4-FFF2-40B4-BE49-F238E27FC236}">
                  <a16:creationId xmlns:a16="http://schemas.microsoft.com/office/drawing/2014/main" id="{5264F1BB-1B3F-49E9-80CA-3C511CA23371}"/>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Freeform: Shape 161">
              <a:extLst>
                <a:ext uri="{FF2B5EF4-FFF2-40B4-BE49-F238E27FC236}">
                  <a16:creationId xmlns:a16="http://schemas.microsoft.com/office/drawing/2014/main" id="{2B61D79C-FE90-47FB-B78B-B3B793AB02CA}"/>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TextBox 162">
              <a:extLst>
                <a:ext uri="{FF2B5EF4-FFF2-40B4-BE49-F238E27FC236}">
                  <a16:creationId xmlns:a16="http://schemas.microsoft.com/office/drawing/2014/main" id="{E9B70F99-384A-4A5C-A23E-1F49CAADEFD4}"/>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164" name="Picture 163">
              <a:extLst>
                <a:ext uri="{FF2B5EF4-FFF2-40B4-BE49-F238E27FC236}">
                  <a16:creationId xmlns:a16="http://schemas.microsoft.com/office/drawing/2014/main" id="{BB5632DE-AE54-40EA-95F5-CB8E8FFF1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4" name="Group 3">
            <a:extLst>
              <a:ext uri="{FF2B5EF4-FFF2-40B4-BE49-F238E27FC236}">
                <a16:creationId xmlns:a16="http://schemas.microsoft.com/office/drawing/2014/main" id="{7237CDAF-9D5B-4A0C-BD1B-BEF880DF7E55}"/>
              </a:ext>
            </a:extLst>
          </p:cNvPr>
          <p:cNvGrpSpPr/>
          <p:nvPr/>
        </p:nvGrpSpPr>
        <p:grpSpPr>
          <a:xfrm>
            <a:off x="2066411" y="1562024"/>
            <a:ext cx="7074877" cy="3947143"/>
            <a:chOff x="2437685" y="1434803"/>
            <a:chExt cx="7405148" cy="4257696"/>
          </a:xfrm>
        </p:grpSpPr>
        <p:sp>
          <p:nvSpPr>
            <p:cNvPr id="2" name="Rectangle: Rounded Corners 1">
              <a:extLst>
                <a:ext uri="{FF2B5EF4-FFF2-40B4-BE49-F238E27FC236}">
                  <a16:creationId xmlns:a16="http://schemas.microsoft.com/office/drawing/2014/main" id="{B1EC8C09-F03A-403A-9D30-87F77A4F1800}"/>
                </a:ext>
              </a:extLst>
            </p:cNvPr>
            <p:cNvSpPr/>
            <p:nvPr/>
          </p:nvSpPr>
          <p:spPr>
            <a:xfrm>
              <a:off x="2437685" y="2472834"/>
              <a:ext cx="7405148" cy="2181626"/>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Menghasilka</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n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Sebuah</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Platform yang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Dapat</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Diterapkan</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untuk</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Pembelajaran</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Daring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Berbasis</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Web Conference </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dan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Diintergrasikan</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dirty="0" err="1">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dengan</a:t>
              </a:r>
              <a:r>
                <a:rPr lang="en-US"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400" i="1"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Matrix</a:t>
              </a:r>
              <a:r>
                <a:rPr lang="id-ID" sz="24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endParaRPr lang="en-ID" sz="32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3" name="Oval 2">
              <a:extLst>
                <a:ext uri="{FF2B5EF4-FFF2-40B4-BE49-F238E27FC236}">
                  <a16:creationId xmlns:a16="http://schemas.microsoft.com/office/drawing/2014/main" id="{9F9E6C9F-E109-4F7C-A5F0-DD423A7179FD}"/>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5" name="Oval 64">
              <a:extLst>
                <a:ext uri="{FF2B5EF4-FFF2-40B4-BE49-F238E27FC236}">
                  <a16:creationId xmlns:a16="http://schemas.microsoft.com/office/drawing/2014/main" id="{37C11F16-F710-44A5-B072-F1BCF147DB3A}"/>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153760044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250" fill="hold"/>
                                        <p:tgtEl>
                                          <p:spTgt spid="68"/>
                                        </p:tgtEl>
                                        <p:attrNameLst>
                                          <p:attrName>ppt_w</p:attrName>
                                        </p:attrNameLst>
                                      </p:cBhvr>
                                      <p:tavLst>
                                        <p:tav tm="0">
                                          <p:val>
                                            <p:fltVal val="0"/>
                                          </p:val>
                                        </p:tav>
                                        <p:tav tm="100000">
                                          <p:val>
                                            <p:strVal val="#ppt_w"/>
                                          </p:val>
                                        </p:tav>
                                      </p:tavLst>
                                    </p:anim>
                                    <p:anim calcmode="lin" valueType="num">
                                      <p:cBhvr>
                                        <p:cTn id="8" dur="250" fill="hold"/>
                                        <p:tgtEl>
                                          <p:spTgt spid="68"/>
                                        </p:tgtEl>
                                        <p:attrNameLst>
                                          <p:attrName>ppt_h</p:attrName>
                                        </p:attrNameLst>
                                      </p:cBhvr>
                                      <p:tavLst>
                                        <p:tav tm="0">
                                          <p:val>
                                            <p:fltVal val="0"/>
                                          </p:val>
                                        </p:tav>
                                        <p:tav tm="100000">
                                          <p:val>
                                            <p:strVal val="#ppt_h"/>
                                          </p:val>
                                        </p:tav>
                                      </p:tavLst>
                                    </p:anim>
                                    <p:animEffect transition="in" filter="fade">
                                      <p:cBhvr>
                                        <p:cTn id="9" dur="250"/>
                                        <p:tgtEl>
                                          <p:spTgt spid="68"/>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p:cTn id="13" dur="250" fill="hold"/>
                                        <p:tgtEl>
                                          <p:spTgt spid="77"/>
                                        </p:tgtEl>
                                        <p:attrNameLst>
                                          <p:attrName>ppt_w</p:attrName>
                                        </p:attrNameLst>
                                      </p:cBhvr>
                                      <p:tavLst>
                                        <p:tav tm="0">
                                          <p:val>
                                            <p:fltVal val="0"/>
                                          </p:val>
                                        </p:tav>
                                        <p:tav tm="100000">
                                          <p:val>
                                            <p:strVal val="#ppt_w"/>
                                          </p:val>
                                        </p:tav>
                                      </p:tavLst>
                                    </p:anim>
                                    <p:anim calcmode="lin" valueType="num">
                                      <p:cBhvr>
                                        <p:cTn id="14" dur="250" fill="hold"/>
                                        <p:tgtEl>
                                          <p:spTgt spid="77"/>
                                        </p:tgtEl>
                                        <p:attrNameLst>
                                          <p:attrName>ppt_h</p:attrName>
                                        </p:attrNameLst>
                                      </p:cBhvr>
                                      <p:tavLst>
                                        <p:tav tm="0">
                                          <p:val>
                                            <p:fltVal val="0"/>
                                          </p:val>
                                        </p:tav>
                                        <p:tav tm="100000">
                                          <p:val>
                                            <p:strVal val="#ppt_h"/>
                                          </p:val>
                                        </p:tav>
                                      </p:tavLst>
                                    </p:anim>
                                    <p:animEffect transition="in" filter="fade">
                                      <p:cBhvr>
                                        <p:cTn id="15" dur="250"/>
                                        <p:tgtEl>
                                          <p:spTgt spid="77"/>
                                        </p:tgtEl>
                                      </p:cBhvr>
                                    </p:animEffect>
                                  </p:childTnLst>
                                </p:cTn>
                              </p:par>
                            </p:childTnLst>
                          </p:cTn>
                        </p:par>
                        <p:par>
                          <p:cTn id="16" fill="hold">
                            <p:stCondLst>
                              <p:cond delay="500"/>
                            </p:stCondLst>
                            <p:childTnLst>
                              <p:par>
                                <p:cTn id="17" presetID="22" presetClass="entr" presetSubtype="8" fill="hold" nodeType="afterEffect">
                                  <p:stCondLst>
                                    <p:cond delay="250"/>
                                  </p:stCondLst>
                                  <p:childTnLst>
                                    <p:set>
                                      <p:cBhvr>
                                        <p:cTn id="18" dur="1" fill="hold">
                                          <p:stCondLst>
                                            <p:cond delay="0"/>
                                          </p:stCondLst>
                                        </p:cTn>
                                        <p:tgtEl>
                                          <p:spTgt spid="63"/>
                                        </p:tgtEl>
                                        <p:attrNameLst>
                                          <p:attrName>style.visibility</p:attrName>
                                        </p:attrNameLst>
                                      </p:cBhvr>
                                      <p:to>
                                        <p:strVal val="visible"/>
                                      </p:to>
                                    </p:set>
                                    <p:animEffect transition="in" filter="wipe(left)">
                                      <p:cBhvr>
                                        <p:cTn id="19" dur="500"/>
                                        <p:tgtEl>
                                          <p:spTgt spid="63"/>
                                        </p:tgtEl>
                                      </p:cBhvr>
                                    </p:animEffect>
                                  </p:childTnLst>
                                </p:cTn>
                              </p:par>
                            </p:childTnLst>
                          </p:cTn>
                        </p:par>
                        <p:par>
                          <p:cTn id="20" fill="hold">
                            <p:stCondLst>
                              <p:cond delay="1250"/>
                            </p:stCondLst>
                            <p:childTnLst>
                              <p:par>
                                <p:cTn id="21" presetID="53" presetClass="entr" presetSubtype="16" fill="hold" nodeType="after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p:cTn id="23" dur="250" fill="hold"/>
                                        <p:tgtEl>
                                          <p:spTgt spid="95"/>
                                        </p:tgtEl>
                                        <p:attrNameLst>
                                          <p:attrName>ppt_w</p:attrName>
                                        </p:attrNameLst>
                                      </p:cBhvr>
                                      <p:tavLst>
                                        <p:tav tm="0">
                                          <p:val>
                                            <p:fltVal val="0"/>
                                          </p:val>
                                        </p:tav>
                                        <p:tav tm="100000">
                                          <p:val>
                                            <p:strVal val="#ppt_w"/>
                                          </p:val>
                                        </p:tav>
                                      </p:tavLst>
                                    </p:anim>
                                    <p:anim calcmode="lin" valueType="num">
                                      <p:cBhvr>
                                        <p:cTn id="24" dur="250" fill="hold"/>
                                        <p:tgtEl>
                                          <p:spTgt spid="95"/>
                                        </p:tgtEl>
                                        <p:attrNameLst>
                                          <p:attrName>ppt_h</p:attrName>
                                        </p:attrNameLst>
                                      </p:cBhvr>
                                      <p:tavLst>
                                        <p:tav tm="0">
                                          <p:val>
                                            <p:fltVal val="0"/>
                                          </p:val>
                                        </p:tav>
                                        <p:tav tm="100000">
                                          <p:val>
                                            <p:strVal val="#ppt_h"/>
                                          </p:val>
                                        </p:tav>
                                      </p:tavLst>
                                    </p:anim>
                                    <p:animEffect transition="in" filter="fade">
                                      <p:cBhvr>
                                        <p:cTn id="25" dur="250"/>
                                        <p:tgtEl>
                                          <p:spTgt spid="95"/>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p:cTn id="29" dur="250" fill="hold"/>
                                        <p:tgtEl>
                                          <p:spTgt spid="72"/>
                                        </p:tgtEl>
                                        <p:attrNameLst>
                                          <p:attrName>ppt_w</p:attrName>
                                        </p:attrNameLst>
                                      </p:cBhvr>
                                      <p:tavLst>
                                        <p:tav tm="0">
                                          <p:val>
                                            <p:fltVal val="0"/>
                                          </p:val>
                                        </p:tav>
                                        <p:tav tm="100000">
                                          <p:val>
                                            <p:strVal val="#ppt_w"/>
                                          </p:val>
                                        </p:tav>
                                      </p:tavLst>
                                    </p:anim>
                                    <p:anim calcmode="lin" valueType="num">
                                      <p:cBhvr>
                                        <p:cTn id="30" dur="250" fill="hold"/>
                                        <p:tgtEl>
                                          <p:spTgt spid="72"/>
                                        </p:tgtEl>
                                        <p:attrNameLst>
                                          <p:attrName>ppt_h</p:attrName>
                                        </p:attrNameLst>
                                      </p:cBhvr>
                                      <p:tavLst>
                                        <p:tav tm="0">
                                          <p:val>
                                            <p:fltVal val="0"/>
                                          </p:val>
                                        </p:tav>
                                        <p:tav tm="100000">
                                          <p:val>
                                            <p:strVal val="#ppt_h"/>
                                          </p:val>
                                        </p:tav>
                                      </p:tavLst>
                                    </p:anim>
                                    <p:animEffect transition="in" filter="fade">
                                      <p:cBhvr>
                                        <p:cTn id="31" dur="250"/>
                                        <p:tgtEl>
                                          <p:spTgt spid="72"/>
                                        </p:tgtEl>
                                      </p:cBhvr>
                                    </p:animEffect>
                                  </p:childTnLst>
                                </p:cTn>
                              </p:par>
                            </p:childTnLst>
                          </p:cTn>
                        </p:par>
                        <p:par>
                          <p:cTn id="32" fill="hold">
                            <p:stCondLst>
                              <p:cond delay="1750"/>
                            </p:stCondLst>
                            <p:childTnLst>
                              <p:par>
                                <p:cTn id="33" presetID="22" presetClass="entr" presetSubtype="8" fill="hold" nodeType="afterEffect">
                                  <p:stCondLst>
                                    <p:cond delay="25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500"/>
                                        <p:tgtEl>
                                          <p:spTgt spid="64"/>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 calcmode="lin" valueType="num">
                                      <p:cBhvr>
                                        <p:cTn id="39" dur="250" fill="hold"/>
                                        <p:tgtEl>
                                          <p:spTgt spid="76"/>
                                        </p:tgtEl>
                                        <p:attrNameLst>
                                          <p:attrName>ppt_w</p:attrName>
                                        </p:attrNameLst>
                                      </p:cBhvr>
                                      <p:tavLst>
                                        <p:tav tm="0">
                                          <p:val>
                                            <p:fltVal val="0"/>
                                          </p:val>
                                        </p:tav>
                                        <p:tav tm="100000">
                                          <p:val>
                                            <p:strVal val="#ppt_w"/>
                                          </p:val>
                                        </p:tav>
                                      </p:tavLst>
                                    </p:anim>
                                    <p:anim calcmode="lin" valueType="num">
                                      <p:cBhvr>
                                        <p:cTn id="40" dur="250" fill="hold"/>
                                        <p:tgtEl>
                                          <p:spTgt spid="76"/>
                                        </p:tgtEl>
                                        <p:attrNameLst>
                                          <p:attrName>ppt_h</p:attrName>
                                        </p:attrNameLst>
                                      </p:cBhvr>
                                      <p:tavLst>
                                        <p:tav tm="0">
                                          <p:val>
                                            <p:fltVal val="0"/>
                                          </p:val>
                                        </p:tav>
                                        <p:tav tm="100000">
                                          <p:val>
                                            <p:strVal val="#ppt_h"/>
                                          </p:val>
                                        </p:tav>
                                      </p:tavLst>
                                    </p:anim>
                                    <p:animEffect transition="in" filter="fade">
                                      <p:cBhvr>
                                        <p:cTn id="41" dur="250"/>
                                        <p:tgtEl>
                                          <p:spTgt spid="76"/>
                                        </p:tgtEl>
                                      </p:cBhvr>
                                    </p:animEffect>
                                  </p:childTnLst>
                                </p:cTn>
                              </p:par>
                            </p:childTnLst>
                          </p:cTn>
                        </p:par>
                        <p:par>
                          <p:cTn id="42" fill="hold">
                            <p:stCondLst>
                              <p:cond delay="2750"/>
                            </p:stCondLst>
                            <p:childTnLst>
                              <p:par>
                                <p:cTn id="43" presetID="53" presetClass="entr" presetSubtype="16" fill="hold" nodeType="afterEffect">
                                  <p:stCondLst>
                                    <p:cond delay="0"/>
                                  </p:stCondLst>
                                  <p:childTnLst>
                                    <p:set>
                                      <p:cBhvr>
                                        <p:cTn id="44" dur="1" fill="hold">
                                          <p:stCondLst>
                                            <p:cond delay="0"/>
                                          </p:stCondLst>
                                        </p:cTn>
                                        <p:tgtEl>
                                          <p:spTgt spid="123"/>
                                        </p:tgtEl>
                                        <p:attrNameLst>
                                          <p:attrName>style.visibility</p:attrName>
                                        </p:attrNameLst>
                                      </p:cBhvr>
                                      <p:to>
                                        <p:strVal val="visible"/>
                                      </p:to>
                                    </p:set>
                                    <p:anim calcmode="lin" valueType="num">
                                      <p:cBhvr>
                                        <p:cTn id="45" dur="250" fill="hold"/>
                                        <p:tgtEl>
                                          <p:spTgt spid="123"/>
                                        </p:tgtEl>
                                        <p:attrNameLst>
                                          <p:attrName>ppt_w</p:attrName>
                                        </p:attrNameLst>
                                      </p:cBhvr>
                                      <p:tavLst>
                                        <p:tav tm="0">
                                          <p:val>
                                            <p:fltVal val="0"/>
                                          </p:val>
                                        </p:tav>
                                        <p:tav tm="100000">
                                          <p:val>
                                            <p:strVal val="#ppt_w"/>
                                          </p:val>
                                        </p:tav>
                                      </p:tavLst>
                                    </p:anim>
                                    <p:anim calcmode="lin" valueType="num">
                                      <p:cBhvr>
                                        <p:cTn id="46" dur="250" fill="hold"/>
                                        <p:tgtEl>
                                          <p:spTgt spid="123"/>
                                        </p:tgtEl>
                                        <p:attrNameLst>
                                          <p:attrName>ppt_h</p:attrName>
                                        </p:attrNameLst>
                                      </p:cBhvr>
                                      <p:tavLst>
                                        <p:tav tm="0">
                                          <p:val>
                                            <p:fltVal val="0"/>
                                          </p:val>
                                        </p:tav>
                                        <p:tav tm="100000">
                                          <p:val>
                                            <p:strVal val="#ppt_h"/>
                                          </p:val>
                                        </p:tav>
                                      </p:tavLst>
                                    </p:anim>
                                    <p:animEffect transition="in" filter="fade">
                                      <p:cBhvr>
                                        <p:cTn id="47" dur="250"/>
                                        <p:tgtEl>
                                          <p:spTgt spid="123"/>
                                        </p:tgtEl>
                                      </p:cBhvr>
                                    </p:animEffect>
                                  </p:childTnLst>
                                </p:cTn>
                              </p:par>
                              <p:par>
                                <p:cTn id="48" presetID="53" presetClass="entr" presetSubtype="16" fill="hold" nodeType="withEffect">
                                  <p:stCondLst>
                                    <p:cond delay="0"/>
                                  </p:stCondLst>
                                  <p:childTnLst>
                                    <p:set>
                                      <p:cBhvr>
                                        <p:cTn id="49" dur="1" fill="hold">
                                          <p:stCondLst>
                                            <p:cond delay="0"/>
                                          </p:stCondLst>
                                        </p:cTn>
                                        <p:tgtEl>
                                          <p:spTgt spid="127"/>
                                        </p:tgtEl>
                                        <p:attrNameLst>
                                          <p:attrName>style.visibility</p:attrName>
                                        </p:attrNameLst>
                                      </p:cBhvr>
                                      <p:to>
                                        <p:strVal val="visible"/>
                                      </p:to>
                                    </p:set>
                                    <p:anim calcmode="lin" valueType="num">
                                      <p:cBhvr>
                                        <p:cTn id="50" dur="250" fill="hold"/>
                                        <p:tgtEl>
                                          <p:spTgt spid="127"/>
                                        </p:tgtEl>
                                        <p:attrNameLst>
                                          <p:attrName>ppt_w</p:attrName>
                                        </p:attrNameLst>
                                      </p:cBhvr>
                                      <p:tavLst>
                                        <p:tav tm="0">
                                          <p:val>
                                            <p:fltVal val="0"/>
                                          </p:val>
                                        </p:tav>
                                        <p:tav tm="100000">
                                          <p:val>
                                            <p:strVal val="#ppt_w"/>
                                          </p:val>
                                        </p:tav>
                                      </p:tavLst>
                                    </p:anim>
                                    <p:anim calcmode="lin" valueType="num">
                                      <p:cBhvr>
                                        <p:cTn id="51" dur="250" fill="hold"/>
                                        <p:tgtEl>
                                          <p:spTgt spid="127"/>
                                        </p:tgtEl>
                                        <p:attrNameLst>
                                          <p:attrName>ppt_h</p:attrName>
                                        </p:attrNameLst>
                                      </p:cBhvr>
                                      <p:tavLst>
                                        <p:tav tm="0">
                                          <p:val>
                                            <p:fltVal val="0"/>
                                          </p:val>
                                        </p:tav>
                                        <p:tav tm="100000">
                                          <p:val>
                                            <p:strVal val="#ppt_h"/>
                                          </p:val>
                                        </p:tav>
                                      </p:tavLst>
                                    </p:anim>
                                    <p:animEffect transition="in" filter="fade">
                                      <p:cBhvr>
                                        <p:cTn id="52" dur="250"/>
                                        <p:tgtEl>
                                          <p:spTgt spid="127"/>
                                        </p:tgtEl>
                                      </p:cBhvr>
                                    </p:animEffect>
                                  </p:childTnLst>
                                </p:cTn>
                              </p:par>
                              <p:par>
                                <p:cTn id="53" presetID="53" presetClass="entr" presetSubtype="16" fill="hold" nodeType="withEffect">
                                  <p:stCondLst>
                                    <p:cond delay="0"/>
                                  </p:stCondLst>
                                  <p:childTnLst>
                                    <p:set>
                                      <p:cBhvr>
                                        <p:cTn id="54" dur="1" fill="hold">
                                          <p:stCondLst>
                                            <p:cond delay="0"/>
                                          </p:stCondLst>
                                        </p:cTn>
                                        <p:tgtEl>
                                          <p:spTgt spid="130"/>
                                        </p:tgtEl>
                                        <p:attrNameLst>
                                          <p:attrName>style.visibility</p:attrName>
                                        </p:attrNameLst>
                                      </p:cBhvr>
                                      <p:to>
                                        <p:strVal val="visible"/>
                                      </p:to>
                                    </p:set>
                                    <p:anim calcmode="lin" valueType="num">
                                      <p:cBhvr>
                                        <p:cTn id="55" dur="250" fill="hold"/>
                                        <p:tgtEl>
                                          <p:spTgt spid="130"/>
                                        </p:tgtEl>
                                        <p:attrNameLst>
                                          <p:attrName>ppt_w</p:attrName>
                                        </p:attrNameLst>
                                      </p:cBhvr>
                                      <p:tavLst>
                                        <p:tav tm="0">
                                          <p:val>
                                            <p:fltVal val="0"/>
                                          </p:val>
                                        </p:tav>
                                        <p:tav tm="100000">
                                          <p:val>
                                            <p:strVal val="#ppt_w"/>
                                          </p:val>
                                        </p:tav>
                                      </p:tavLst>
                                    </p:anim>
                                    <p:anim calcmode="lin" valueType="num">
                                      <p:cBhvr>
                                        <p:cTn id="56" dur="250" fill="hold"/>
                                        <p:tgtEl>
                                          <p:spTgt spid="130"/>
                                        </p:tgtEl>
                                        <p:attrNameLst>
                                          <p:attrName>ppt_h</p:attrName>
                                        </p:attrNameLst>
                                      </p:cBhvr>
                                      <p:tavLst>
                                        <p:tav tm="0">
                                          <p:val>
                                            <p:fltVal val="0"/>
                                          </p:val>
                                        </p:tav>
                                        <p:tav tm="100000">
                                          <p:val>
                                            <p:strVal val="#ppt_h"/>
                                          </p:val>
                                        </p:tav>
                                      </p:tavLst>
                                    </p:anim>
                                    <p:animEffect transition="in" filter="fade">
                                      <p:cBhvr>
                                        <p:cTn id="57" dur="250"/>
                                        <p:tgtEl>
                                          <p:spTgt spid="130"/>
                                        </p:tgtEl>
                                      </p:cBhvr>
                                    </p:animEffect>
                                  </p:childTnLst>
                                </p:cTn>
                              </p:par>
                              <p:par>
                                <p:cTn id="58" presetID="53" presetClass="entr" presetSubtype="16" fill="hold" nodeType="withEffect">
                                  <p:stCondLst>
                                    <p:cond delay="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50" fill="hold"/>
                                        <p:tgtEl>
                                          <p:spTgt spid="133"/>
                                        </p:tgtEl>
                                        <p:attrNameLst>
                                          <p:attrName>ppt_w</p:attrName>
                                        </p:attrNameLst>
                                      </p:cBhvr>
                                      <p:tavLst>
                                        <p:tav tm="0">
                                          <p:val>
                                            <p:fltVal val="0"/>
                                          </p:val>
                                        </p:tav>
                                        <p:tav tm="100000">
                                          <p:val>
                                            <p:strVal val="#ppt_w"/>
                                          </p:val>
                                        </p:tav>
                                      </p:tavLst>
                                    </p:anim>
                                    <p:anim calcmode="lin" valueType="num">
                                      <p:cBhvr>
                                        <p:cTn id="61" dur="250" fill="hold"/>
                                        <p:tgtEl>
                                          <p:spTgt spid="133"/>
                                        </p:tgtEl>
                                        <p:attrNameLst>
                                          <p:attrName>ppt_h</p:attrName>
                                        </p:attrNameLst>
                                      </p:cBhvr>
                                      <p:tavLst>
                                        <p:tav tm="0">
                                          <p:val>
                                            <p:fltVal val="0"/>
                                          </p:val>
                                        </p:tav>
                                        <p:tav tm="100000">
                                          <p:val>
                                            <p:strVal val="#ppt_h"/>
                                          </p:val>
                                        </p:tav>
                                      </p:tavLst>
                                    </p:anim>
                                    <p:animEffect transition="in" filter="fade">
                                      <p:cBhvr>
                                        <p:cTn id="62" dur="250"/>
                                        <p:tgtEl>
                                          <p:spTgt spid="133"/>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down)">
                                      <p:cBhvr>
                                        <p:cTn id="65" dur="500"/>
                                        <p:tgtEl>
                                          <p:spTgt spid="66"/>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down)">
                                      <p:cBhvr>
                                        <p:cTn id="68" dur="500"/>
                                        <p:tgtEl>
                                          <p:spTgt spid="70"/>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wipe(down)">
                                      <p:cBhvr>
                                        <p:cTn id="71"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P spid="70" grpId="0"/>
      <p:bldP spid="72" grpId="0"/>
      <p:bldP spid="74" grpId="0"/>
      <p:bldP spid="7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BC3001EC-9F33-4C39-B780-199714C83EA2}"/>
              </a:ext>
            </a:extLst>
          </p:cNvPr>
          <p:cNvGrpSpPr/>
          <p:nvPr/>
        </p:nvGrpSpPr>
        <p:grpSpPr>
          <a:xfrm>
            <a:off x="-176620" y="0"/>
            <a:ext cx="12482920" cy="6858000"/>
            <a:chOff x="-290920" y="0"/>
            <a:chExt cx="12482920" cy="6858000"/>
          </a:xfrm>
        </p:grpSpPr>
        <p:sp>
          <p:nvSpPr>
            <p:cNvPr id="34" name="Rectangle 33">
              <a:extLst>
                <a:ext uri="{FF2B5EF4-FFF2-40B4-BE49-F238E27FC236}">
                  <a16:creationId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151F346-69C6-4F86-BC1F-C57BA2384CC6}"/>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Latar</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Belakang</a:t>
              </a:r>
              <a:endParaRPr lang="en-US" sz="2000" b="1" dirty="0">
                <a:solidFill>
                  <a:srgbClr val="F0EEF0"/>
                </a:solidFill>
                <a:latin typeface="Tw Cen MT" panose="020B0602020104020603" pitchFamily="34" charset="0"/>
              </a:endParaRPr>
            </a:p>
          </p:txBody>
        </p:sp>
        <p:pic>
          <p:nvPicPr>
            <p:cNvPr id="37" name="Picture 36">
              <a:extLst>
                <a:ext uri="{FF2B5EF4-FFF2-40B4-BE49-F238E27FC236}">
                  <a16:creationId xmlns:a16="http://schemas.microsoft.com/office/drawing/2014/main" id="{52B367FE-8530-4052-AD96-2D6FBE490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a16="http://schemas.microsoft.com/office/drawing/2014/main" id="{63E93C38-ECA5-4094-81E9-196A3BD19EBD}"/>
              </a:ext>
            </a:extLst>
          </p:cNvPr>
          <p:cNvGrpSpPr/>
          <p:nvPr/>
        </p:nvGrpSpPr>
        <p:grpSpPr>
          <a:xfrm>
            <a:off x="412529" y="-2"/>
            <a:ext cx="11447501" cy="6858000"/>
            <a:chOff x="213096" y="0"/>
            <a:chExt cx="11447501" cy="6858000"/>
          </a:xfrm>
        </p:grpSpPr>
        <p:sp>
          <p:nvSpPr>
            <p:cNvPr id="39" name="Rectangle 38">
              <a:extLst>
                <a:ext uri="{FF2B5EF4-FFF2-40B4-BE49-F238E27FC236}">
                  <a16:creationId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405DAC1A-9BF8-460E-8D8B-77BFB6B27FF9}"/>
                </a:ext>
              </a:extLst>
            </p:cNvPr>
            <p:cNvSpPr/>
            <p:nvPr/>
          </p:nvSpPr>
          <p:spPr>
            <a:xfrm>
              <a:off x="10661331" y="2337441"/>
              <a:ext cx="999265"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90DCA374-CD21-448B-8791-8A04A9A9A552}"/>
                </a:ext>
              </a:extLst>
            </p:cNvPr>
            <p:cNvSpPr txBox="1"/>
            <p:nvPr/>
          </p:nvSpPr>
          <p:spPr>
            <a:xfrm rot="16200000">
              <a:off x="10341391" y="3259720"/>
              <a:ext cx="1992086" cy="338554"/>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Identifikasi</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Masalah</a:t>
              </a:r>
              <a:endParaRPr lang="en-US" sz="1600" b="1" dirty="0">
                <a:solidFill>
                  <a:srgbClr val="F0EEF0"/>
                </a:solidFill>
                <a:latin typeface="Tw Cen MT" panose="020B0602020104020603" pitchFamily="34" charset="0"/>
              </a:endParaRPr>
            </a:p>
          </p:txBody>
        </p:sp>
        <p:pic>
          <p:nvPicPr>
            <p:cNvPr id="42" name="Picture 41">
              <a:extLst>
                <a:ext uri="{FF2B5EF4-FFF2-40B4-BE49-F238E27FC236}">
                  <a16:creationId xmlns:a16="http://schemas.microsoft.com/office/drawing/2014/main" id="{83A620A7-5483-4447-9670-0F8D67F3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58085" y="3247473"/>
              <a:ext cx="530600" cy="530600"/>
            </a:xfrm>
            <a:prstGeom prst="rect">
              <a:avLst/>
            </a:prstGeom>
          </p:spPr>
        </p:pic>
      </p:grpSp>
      <p:cxnSp>
        <p:nvCxnSpPr>
          <p:cNvPr id="63" name="Straight Connector 62">
            <a:extLst>
              <a:ext uri="{FF2B5EF4-FFF2-40B4-BE49-F238E27FC236}">
                <a16:creationId xmlns:a16="http://schemas.microsoft.com/office/drawing/2014/main" id="{AE5E6693-B9D1-4ED4-BBEF-303C664E2902}"/>
              </a:ext>
            </a:extLst>
          </p:cNvPr>
          <p:cNvCxnSpPr/>
          <p:nvPr/>
        </p:nvCxnSpPr>
        <p:spPr>
          <a:xfrm>
            <a:off x="3850016"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3B1F077-B004-40F4-B832-4938E4CC9B06}"/>
              </a:ext>
            </a:extLst>
          </p:cNvPr>
          <p:cNvCxnSpPr/>
          <p:nvPr/>
        </p:nvCxnSpPr>
        <p:spPr>
          <a:xfrm>
            <a:off x="5997735" y="3623253"/>
            <a:ext cx="1966913"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0C092F7-E294-42E9-9CCA-9CC6895B24E6}"/>
              </a:ext>
            </a:extLst>
          </p:cNvPr>
          <p:cNvSpPr txBox="1"/>
          <p:nvPr/>
        </p:nvSpPr>
        <p:spPr>
          <a:xfrm>
            <a:off x="2594536" y="4142156"/>
            <a:ext cx="2289049" cy="646331"/>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Fasilitas</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Pendukung</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Pembelajaran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Daring</a:t>
            </a:r>
            <a:endParaRPr lang="en-US" b="1" dirty="0">
              <a:solidFill>
                <a:schemeClr val="tx1">
                  <a:lumMod val="85000"/>
                  <a:lumOff val="15000"/>
                </a:schemeClr>
              </a:solidFill>
              <a:latin typeface="Tw Cen MT" panose="020B0602020104020603" pitchFamily="34" charset="0"/>
            </a:endParaRPr>
          </a:p>
        </p:txBody>
      </p:sp>
      <p:sp>
        <p:nvSpPr>
          <p:cNvPr id="68" name="TextBox 67">
            <a:extLst>
              <a:ext uri="{FF2B5EF4-FFF2-40B4-BE49-F238E27FC236}">
                <a16:creationId xmlns:a16="http://schemas.microsoft.com/office/drawing/2014/main" id="{FF1CA300-3552-45F9-8CC2-2FE94B9F46B4}"/>
              </a:ext>
            </a:extLst>
          </p:cNvPr>
          <p:cNvSpPr txBox="1"/>
          <p:nvPr/>
        </p:nvSpPr>
        <p:spPr>
          <a:xfrm>
            <a:off x="2594536" y="3709155"/>
            <a:ext cx="2289049" cy="523220"/>
          </a:xfrm>
          <a:prstGeom prst="rect">
            <a:avLst/>
          </a:prstGeom>
          <a:noFill/>
        </p:spPr>
        <p:txBody>
          <a:bodyPr wrap="square" rtlCol="0">
            <a:spAutoFit/>
          </a:bodyPr>
          <a:lstStyle/>
          <a:p>
            <a:pPr algn="ctr"/>
            <a:r>
              <a:rPr lang="en-US" sz="2800" b="1" dirty="0">
                <a:solidFill>
                  <a:srgbClr val="FF5969"/>
                </a:solidFill>
                <a:latin typeface="Tw Cen MT" panose="020B0602020104020603" pitchFamily="34" charset="0"/>
              </a:rPr>
              <a:t>1</a:t>
            </a:r>
          </a:p>
        </p:txBody>
      </p:sp>
      <p:sp>
        <p:nvSpPr>
          <p:cNvPr id="70" name="TextBox 69">
            <a:extLst>
              <a:ext uri="{FF2B5EF4-FFF2-40B4-BE49-F238E27FC236}">
                <a16:creationId xmlns:a16="http://schemas.microsoft.com/office/drawing/2014/main" id="{A9FA5B31-CC22-4828-81BB-108974CBC5B1}"/>
              </a:ext>
            </a:extLst>
          </p:cNvPr>
          <p:cNvSpPr txBox="1"/>
          <p:nvPr/>
        </p:nvSpPr>
        <p:spPr>
          <a:xfrm>
            <a:off x="4783446" y="4142156"/>
            <a:ext cx="2289049" cy="646331"/>
          </a:xfrm>
          <a:prstGeom prst="rect">
            <a:avLst/>
          </a:prstGeom>
          <a:noFill/>
        </p:spPr>
        <p:txBody>
          <a:bodyPr wrap="square" rtlCol="0">
            <a:spAutoFit/>
          </a:bodyPr>
          <a:lstStyle/>
          <a:p>
            <a:pPr algn="ct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Video Conference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Komersial</a:t>
            </a:r>
            <a:endParaRPr lang="en-US" b="1" dirty="0">
              <a:solidFill>
                <a:schemeClr val="tx1">
                  <a:lumMod val="85000"/>
                  <a:lumOff val="15000"/>
                </a:schemeClr>
              </a:solidFill>
              <a:latin typeface="Tw Cen MT" panose="020B0602020104020603" pitchFamily="34" charset="0"/>
            </a:endParaRPr>
          </a:p>
        </p:txBody>
      </p:sp>
      <p:sp>
        <p:nvSpPr>
          <p:cNvPr id="72" name="TextBox 71">
            <a:extLst>
              <a:ext uri="{FF2B5EF4-FFF2-40B4-BE49-F238E27FC236}">
                <a16:creationId xmlns:a16="http://schemas.microsoft.com/office/drawing/2014/main" id="{45343A5F-6D74-4049-B77F-C819CFF7A969}"/>
              </a:ext>
            </a:extLst>
          </p:cNvPr>
          <p:cNvSpPr txBox="1"/>
          <p:nvPr/>
        </p:nvSpPr>
        <p:spPr>
          <a:xfrm>
            <a:off x="4783446" y="3709155"/>
            <a:ext cx="2289049" cy="523220"/>
          </a:xfrm>
          <a:prstGeom prst="rect">
            <a:avLst/>
          </a:prstGeom>
          <a:noFill/>
        </p:spPr>
        <p:txBody>
          <a:bodyPr wrap="square" rtlCol="0">
            <a:spAutoFit/>
          </a:bodyPr>
          <a:lstStyle/>
          <a:p>
            <a:pPr algn="ctr"/>
            <a:r>
              <a:rPr lang="en-US" sz="2800" b="1" dirty="0">
                <a:solidFill>
                  <a:srgbClr val="52CBBE"/>
                </a:solidFill>
                <a:latin typeface="Tw Cen MT" panose="020B0602020104020603" pitchFamily="34" charset="0"/>
              </a:rPr>
              <a:t>3</a:t>
            </a:r>
          </a:p>
        </p:txBody>
      </p:sp>
      <p:sp>
        <p:nvSpPr>
          <p:cNvPr id="74" name="TextBox 73">
            <a:extLst>
              <a:ext uri="{FF2B5EF4-FFF2-40B4-BE49-F238E27FC236}">
                <a16:creationId xmlns:a16="http://schemas.microsoft.com/office/drawing/2014/main" id="{1C98C57F-7593-4997-889A-0BF6C2751BC2}"/>
              </a:ext>
            </a:extLst>
          </p:cNvPr>
          <p:cNvSpPr txBox="1"/>
          <p:nvPr/>
        </p:nvSpPr>
        <p:spPr>
          <a:xfrm>
            <a:off x="6912585" y="4142156"/>
            <a:ext cx="2289049" cy="369332"/>
          </a:xfrm>
          <a:prstGeom prst="rect">
            <a:avLst/>
          </a:prstGeom>
          <a:noFill/>
        </p:spPr>
        <p:txBody>
          <a:bodyPr wrap="square" rtlCol="0">
            <a:spAutoFit/>
          </a:bodyPr>
          <a:lstStyle/>
          <a:p>
            <a:pPr algn="ct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Manajemen</a:t>
            </a:r>
            <a:r>
              <a:rPr lang="en-US" sz="1800" dirty="0">
                <a:solidFill>
                  <a:schemeClr val="tx1">
                    <a:lumMod val="85000"/>
                    <a:lumOff val="15000"/>
                  </a:schemeClr>
                </a:solidFill>
                <a:effectLst/>
                <a:latin typeface="Tw Cen MT" panose="020B0602020104020603" pitchFamily="34" charset="0"/>
                <a:ea typeface="Times New Roman" panose="02020603050405020304" pitchFamily="18" charset="0"/>
              </a:rPr>
              <a:t> </a:t>
            </a:r>
            <a:r>
              <a:rPr lang="en-US" sz="1800" dirty="0" err="1">
                <a:solidFill>
                  <a:schemeClr val="tx1">
                    <a:lumMod val="85000"/>
                    <a:lumOff val="15000"/>
                  </a:schemeClr>
                </a:solidFill>
                <a:effectLst/>
                <a:latin typeface="Tw Cen MT" panose="020B0602020104020603" pitchFamily="34" charset="0"/>
                <a:ea typeface="Times New Roman" panose="02020603050405020304" pitchFamily="18" charset="0"/>
              </a:rPr>
              <a:t>Berkas</a:t>
            </a:r>
            <a:endParaRPr lang="en-US" b="1" dirty="0">
              <a:solidFill>
                <a:schemeClr val="tx1">
                  <a:lumMod val="85000"/>
                  <a:lumOff val="15000"/>
                </a:schemeClr>
              </a:solidFill>
              <a:latin typeface="Tw Cen MT" panose="020B0602020104020603" pitchFamily="34" charset="0"/>
            </a:endParaRPr>
          </a:p>
        </p:txBody>
      </p:sp>
      <p:sp>
        <p:nvSpPr>
          <p:cNvPr id="76" name="TextBox 75">
            <a:extLst>
              <a:ext uri="{FF2B5EF4-FFF2-40B4-BE49-F238E27FC236}">
                <a16:creationId xmlns:a16="http://schemas.microsoft.com/office/drawing/2014/main" id="{D26852A0-8FCE-449A-90A7-25E5705A0625}"/>
              </a:ext>
            </a:extLst>
          </p:cNvPr>
          <p:cNvSpPr txBox="1"/>
          <p:nvPr/>
        </p:nvSpPr>
        <p:spPr>
          <a:xfrm>
            <a:off x="6912585" y="3709155"/>
            <a:ext cx="2289049" cy="523220"/>
          </a:xfrm>
          <a:prstGeom prst="rect">
            <a:avLst/>
          </a:prstGeom>
          <a:noFill/>
        </p:spPr>
        <p:txBody>
          <a:bodyPr wrap="square" rtlCol="0">
            <a:spAutoFit/>
          </a:bodyPr>
          <a:lstStyle/>
          <a:p>
            <a:pPr algn="ctr"/>
            <a:r>
              <a:rPr lang="en-US" sz="2800" b="1" dirty="0">
                <a:solidFill>
                  <a:srgbClr val="FEC630"/>
                </a:solidFill>
                <a:latin typeface="Tw Cen MT" panose="020B0602020104020603" pitchFamily="34" charset="0"/>
              </a:rPr>
              <a:t>3</a:t>
            </a:r>
          </a:p>
        </p:txBody>
      </p:sp>
      <p:grpSp>
        <p:nvGrpSpPr>
          <p:cNvPr id="77" name="Group 76">
            <a:extLst>
              <a:ext uri="{FF2B5EF4-FFF2-40B4-BE49-F238E27FC236}">
                <a16:creationId xmlns:a16="http://schemas.microsoft.com/office/drawing/2014/main" id="{8F82A200-3A06-499F-9E6A-761899292C91}"/>
              </a:ext>
            </a:extLst>
          </p:cNvPr>
          <p:cNvGrpSpPr/>
          <p:nvPr/>
        </p:nvGrpSpPr>
        <p:grpSpPr>
          <a:xfrm>
            <a:off x="3101220" y="1755914"/>
            <a:ext cx="1275682" cy="1275682"/>
            <a:chOff x="3063120" y="1755914"/>
            <a:chExt cx="1275682" cy="1275682"/>
          </a:xfrm>
        </p:grpSpPr>
        <p:sp>
          <p:nvSpPr>
            <p:cNvPr id="78" name="Teardrop 77">
              <a:extLst>
                <a:ext uri="{FF2B5EF4-FFF2-40B4-BE49-F238E27FC236}">
                  <a16:creationId xmlns:a16="http://schemas.microsoft.com/office/drawing/2014/main" id="{E98DCD5D-E7AC-4807-8C71-0405E311A37C}"/>
                </a:ext>
              </a:extLst>
            </p:cNvPr>
            <p:cNvSpPr/>
            <p:nvPr/>
          </p:nvSpPr>
          <p:spPr>
            <a:xfrm rot="8100000">
              <a:off x="3063120" y="1755914"/>
              <a:ext cx="1275682" cy="1275682"/>
            </a:xfrm>
            <a:prstGeom prst="teardrop">
              <a:avLst>
                <a:gd name="adj" fmla="val 109962"/>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5C3F1904-7912-4897-945F-D9D07004DC3B}"/>
                </a:ext>
              </a:extLst>
            </p:cNvPr>
            <p:cNvSpPr/>
            <p:nvPr/>
          </p:nvSpPr>
          <p:spPr>
            <a:xfrm>
              <a:off x="325746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31593FD0-64A3-4D81-ABAD-CAD7832F8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6696" y="2066644"/>
              <a:ext cx="627392" cy="627390"/>
            </a:xfrm>
            <a:prstGeom prst="rect">
              <a:avLst/>
            </a:prstGeom>
          </p:spPr>
        </p:pic>
      </p:grpSp>
      <p:grpSp>
        <p:nvGrpSpPr>
          <p:cNvPr id="95" name="Group 94">
            <a:extLst>
              <a:ext uri="{FF2B5EF4-FFF2-40B4-BE49-F238E27FC236}">
                <a16:creationId xmlns:a16="http://schemas.microsoft.com/office/drawing/2014/main" id="{9CEF97A3-5525-4B23-8ED3-DE52D18C6AC9}"/>
              </a:ext>
            </a:extLst>
          </p:cNvPr>
          <p:cNvGrpSpPr/>
          <p:nvPr/>
        </p:nvGrpSpPr>
        <p:grpSpPr>
          <a:xfrm>
            <a:off x="5280540" y="1755914"/>
            <a:ext cx="1275682" cy="1275682"/>
            <a:chOff x="5242440" y="1755914"/>
            <a:chExt cx="1275682" cy="1275682"/>
          </a:xfrm>
        </p:grpSpPr>
        <p:sp>
          <p:nvSpPr>
            <p:cNvPr id="111" name="Teardrop 110">
              <a:extLst>
                <a:ext uri="{FF2B5EF4-FFF2-40B4-BE49-F238E27FC236}">
                  <a16:creationId xmlns:a16="http://schemas.microsoft.com/office/drawing/2014/main" id="{50BC144A-C56B-402B-A40E-D588FAD19B40}"/>
                </a:ext>
              </a:extLst>
            </p:cNvPr>
            <p:cNvSpPr/>
            <p:nvPr/>
          </p:nvSpPr>
          <p:spPr>
            <a:xfrm rot="8100000">
              <a:off x="5242440" y="1755914"/>
              <a:ext cx="1275682" cy="1275682"/>
            </a:xfrm>
            <a:prstGeom prst="teardrop">
              <a:avLst>
                <a:gd name="adj" fmla="val 109962"/>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53982AC9-F3CB-4E50-ABB4-803298B4C9F4}"/>
                </a:ext>
              </a:extLst>
            </p:cNvPr>
            <p:cNvSpPr/>
            <p:nvPr/>
          </p:nvSpPr>
          <p:spPr>
            <a:xfrm>
              <a:off x="5436789"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0904263C-8FFC-4242-9EB2-D4E0F0999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5681" y="2061164"/>
              <a:ext cx="659146" cy="659144"/>
            </a:xfrm>
            <a:prstGeom prst="rect">
              <a:avLst/>
            </a:prstGeom>
          </p:spPr>
        </p:pic>
      </p:grpSp>
      <p:grpSp>
        <p:nvGrpSpPr>
          <p:cNvPr id="123" name="Group 122">
            <a:extLst>
              <a:ext uri="{FF2B5EF4-FFF2-40B4-BE49-F238E27FC236}">
                <a16:creationId xmlns:a16="http://schemas.microsoft.com/office/drawing/2014/main" id="{CA1627D3-08B8-4852-B618-C7C4D2638F26}"/>
              </a:ext>
            </a:extLst>
          </p:cNvPr>
          <p:cNvGrpSpPr/>
          <p:nvPr/>
        </p:nvGrpSpPr>
        <p:grpSpPr>
          <a:xfrm>
            <a:off x="7391281" y="1755914"/>
            <a:ext cx="1275682" cy="1275682"/>
            <a:chOff x="7353181" y="1755914"/>
            <a:chExt cx="1275682" cy="1275682"/>
          </a:xfrm>
        </p:grpSpPr>
        <p:sp>
          <p:nvSpPr>
            <p:cNvPr id="124" name="Teardrop 123">
              <a:extLst>
                <a:ext uri="{FF2B5EF4-FFF2-40B4-BE49-F238E27FC236}">
                  <a16:creationId xmlns:a16="http://schemas.microsoft.com/office/drawing/2014/main" id="{8A6CD21D-9341-40F1-A5BD-1CA0BB52C9C6}"/>
                </a:ext>
              </a:extLst>
            </p:cNvPr>
            <p:cNvSpPr/>
            <p:nvPr/>
          </p:nvSpPr>
          <p:spPr>
            <a:xfrm rot="8100000">
              <a:off x="7353181" y="1755914"/>
              <a:ext cx="1275682" cy="1275682"/>
            </a:xfrm>
            <a:prstGeom prst="teardrop">
              <a:avLst>
                <a:gd name="adj" fmla="val 109962"/>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3AAB7DD9-4074-409E-89C9-CAD58944A04F}"/>
                </a:ext>
              </a:extLst>
            </p:cNvPr>
            <p:cNvSpPr/>
            <p:nvPr/>
          </p:nvSpPr>
          <p:spPr>
            <a:xfrm>
              <a:off x="7547530" y="1948912"/>
              <a:ext cx="889686" cy="889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6" name="Picture 125">
              <a:extLst>
                <a:ext uri="{FF2B5EF4-FFF2-40B4-BE49-F238E27FC236}">
                  <a16:creationId xmlns:a16="http://schemas.microsoft.com/office/drawing/2014/main" id="{39516112-622F-4EC9-8E36-5AACED5D52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8666" y="2048456"/>
              <a:ext cx="684562" cy="684560"/>
            </a:xfrm>
            <a:prstGeom prst="rect">
              <a:avLst/>
            </a:prstGeom>
          </p:spPr>
        </p:pic>
      </p:grpSp>
      <p:grpSp>
        <p:nvGrpSpPr>
          <p:cNvPr id="127" name="Group 126">
            <a:extLst>
              <a:ext uri="{FF2B5EF4-FFF2-40B4-BE49-F238E27FC236}">
                <a16:creationId xmlns:a16="http://schemas.microsoft.com/office/drawing/2014/main" id="{9D6568B3-A658-40E5-9108-FD55FD6780FD}"/>
              </a:ext>
            </a:extLst>
          </p:cNvPr>
          <p:cNvGrpSpPr/>
          <p:nvPr/>
        </p:nvGrpSpPr>
        <p:grpSpPr>
          <a:xfrm>
            <a:off x="3638922" y="3517706"/>
            <a:ext cx="211094" cy="211094"/>
            <a:chOff x="1677812" y="4248152"/>
            <a:chExt cx="211094" cy="211094"/>
          </a:xfrm>
        </p:grpSpPr>
        <p:sp>
          <p:nvSpPr>
            <p:cNvPr id="128" name="Oval 127">
              <a:extLst>
                <a:ext uri="{FF2B5EF4-FFF2-40B4-BE49-F238E27FC236}">
                  <a16:creationId xmlns:a16="http://schemas.microsoft.com/office/drawing/2014/main" id="{A0F41BC5-538A-436D-96CE-5BF186A1B9C0}"/>
                </a:ext>
              </a:extLst>
            </p:cNvPr>
            <p:cNvSpPr/>
            <p:nvPr/>
          </p:nvSpPr>
          <p:spPr>
            <a:xfrm>
              <a:off x="1677812"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0C82E18B-6211-4E0E-B341-A375BF21C638}"/>
                </a:ext>
              </a:extLst>
            </p:cNvPr>
            <p:cNvSpPr/>
            <p:nvPr/>
          </p:nvSpPr>
          <p:spPr>
            <a:xfrm>
              <a:off x="1708100" y="4278440"/>
              <a:ext cx="150518" cy="150518"/>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3CA914DC-85F2-4FF9-8B35-B754D0496A9F}"/>
              </a:ext>
            </a:extLst>
          </p:cNvPr>
          <p:cNvGrpSpPr/>
          <p:nvPr/>
        </p:nvGrpSpPr>
        <p:grpSpPr>
          <a:xfrm>
            <a:off x="5816929" y="3517706"/>
            <a:ext cx="211094" cy="211094"/>
            <a:chOff x="3855819" y="4248152"/>
            <a:chExt cx="211094" cy="211094"/>
          </a:xfrm>
        </p:grpSpPr>
        <p:sp>
          <p:nvSpPr>
            <p:cNvPr id="131" name="Oval 130">
              <a:extLst>
                <a:ext uri="{FF2B5EF4-FFF2-40B4-BE49-F238E27FC236}">
                  <a16:creationId xmlns:a16="http://schemas.microsoft.com/office/drawing/2014/main" id="{37925582-D117-410B-AB01-22C2051F3E1B}"/>
                </a:ext>
              </a:extLst>
            </p:cNvPr>
            <p:cNvSpPr/>
            <p:nvPr/>
          </p:nvSpPr>
          <p:spPr>
            <a:xfrm>
              <a:off x="3855819"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EECA96D8-E406-4AB4-A7AF-C0969311312E}"/>
                </a:ext>
              </a:extLst>
            </p:cNvPr>
            <p:cNvSpPr/>
            <p:nvPr/>
          </p:nvSpPr>
          <p:spPr>
            <a:xfrm>
              <a:off x="3886107" y="4278440"/>
              <a:ext cx="150518" cy="150518"/>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32D488C7-993A-4046-84D5-C5C1D3921994}"/>
              </a:ext>
            </a:extLst>
          </p:cNvPr>
          <p:cNvGrpSpPr/>
          <p:nvPr/>
        </p:nvGrpSpPr>
        <p:grpSpPr>
          <a:xfrm>
            <a:off x="7934360" y="3517706"/>
            <a:ext cx="211094" cy="211094"/>
            <a:chOff x="5973250" y="4248152"/>
            <a:chExt cx="211094" cy="211094"/>
          </a:xfrm>
        </p:grpSpPr>
        <p:sp>
          <p:nvSpPr>
            <p:cNvPr id="134" name="Oval 133">
              <a:extLst>
                <a:ext uri="{FF2B5EF4-FFF2-40B4-BE49-F238E27FC236}">
                  <a16:creationId xmlns:a16="http://schemas.microsoft.com/office/drawing/2014/main" id="{1BD518F5-B2EA-4A0C-8251-81B075518DC4}"/>
                </a:ext>
              </a:extLst>
            </p:cNvPr>
            <p:cNvSpPr/>
            <p:nvPr/>
          </p:nvSpPr>
          <p:spPr>
            <a:xfrm>
              <a:off x="5973250"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1F5C5634-ECA4-4D92-B617-58C5C2D48A63}"/>
                </a:ext>
              </a:extLst>
            </p:cNvPr>
            <p:cNvSpPr/>
            <p:nvPr/>
          </p:nvSpPr>
          <p:spPr>
            <a:xfrm>
              <a:off x="6003538" y="4278440"/>
              <a:ext cx="150518" cy="150518"/>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BF8EBA3D-452D-47CD-B904-0B23290B33D1}"/>
              </a:ext>
            </a:extLst>
          </p:cNvPr>
          <p:cNvGrpSpPr/>
          <p:nvPr/>
        </p:nvGrpSpPr>
        <p:grpSpPr>
          <a:xfrm>
            <a:off x="1496411" y="0"/>
            <a:ext cx="9961092" cy="6858000"/>
            <a:chOff x="491575" y="0"/>
            <a:chExt cx="9961092" cy="6858000"/>
          </a:xfrm>
        </p:grpSpPr>
        <p:sp>
          <p:nvSpPr>
            <p:cNvPr id="146" name="Rectangle 145">
              <a:extLst>
                <a:ext uri="{FF2B5EF4-FFF2-40B4-BE49-F238E27FC236}">
                  <a16:creationId xmlns:a16="http://schemas.microsoft.com/office/drawing/2014/main" id="{BEF50569-12D0-443A-A8E7-A819E72B4F7B}"/>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32659E1F-B511-4620-BC32-708DD10CBC1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TextBox 147">
              <a:extLst>
                <a:ext uri="{FF2B5EF4-FFF2-40B4-BE49-F238E27FC236}">
                  <a16:creationId xmlns:a16="http://schemas.microsoft.com/office/drawing/2014/main" id="{D75E0FF4-DD95-4374-A96E-74902F41406D}"/>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Batasan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49" name="Picture 148">
              <a:extLst>
                <a:ext uri="{FF2B5EF4-FFF2-40B4-BE49-F238E27FC236}">
                  <a16:creationId xmlns:a16="http://schemas.microsoft.com/office/drawing/2014/main" id="{13B43634-15E2-4DD3-86FC-8718B1C8F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150" name="Group 149">
            <a:extLst>
              <a:ext uri="{FF2B5EF4-FFF2-40B4-BE49-F238E27FC236}">
                <a16:creationId xmlns:a16="http://schemas.microsoft.com/office/drawing/2014/main" id="{59CDFFC8-1070-4F56-90DB-02B9C56598D7}"/>
              </a:ext>
            </a:extLst>
          </p:cNvPr>
          <p:cNvGrpSpPr/>
          <p:nvPr/>
        </p:nvGrpSpPr>
        <p:grpSpPr>
          <a:xfrm>
            <a:off x="1387418" y="0"/>
            <a:ext cx="9574094" cy="6858000"/>
            <a:chOff x="491575" y="0"/>
            <a:chExt cx="9574094" cy="6858000"/>
          </a:xfrm>
        </p:grpSpPr>
        <p:sp>
          <p:nvSpPr>
            <p:cNvPr id="151" name="Rectangle 150">
              <a:extLst>
                <a:ext uri="{FF2B5EF4-FFF2-40B4-BE49-F238E27FC236}">
                  <a16:creationId xmlns:a16="http://schemas.microsoft.com/office/drawing/2014/main" id="{8B3ED22B-75E8-4E51-82D5-B179B14CBCD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CA2B3163-CAEF-4C00-B78F-8CCFB7D69F8A}"/>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Box 152">
              <a:extLst>
                <a:ext uri="{FF2B5EF4-FFF2-40B4-BE49-F238E27FC236}">
                  <a16:creationId xmlns:a16="http://schemas.microsoft.com/office/drawing/2014/main" id="{6BE980A4-9FF8-447C-AAD8-DB0DE4BAE3F5}"/>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Rumusan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Masalah</a:t>
              </a:r>
              <a:endParaRPr lang="en-US" b="1" dirty="0">
                <a:solidFill>
                  <a:srgbClr val="F0EEF0"/>
                </a:solidFill>
                <a:latin typeface="Tw Cen MT" panose="020B0602020104020603" pitchFamily="34" charset="0"/>
              </a:endParaRPr>
            </a:p>
          </p:txBody>
        </p:sp>
        <p:pic>
          <p:nvPicPr>
            <p:cNvPr id="154" name="Picture 153">
              <a:extLst>
                <a:ext uri="{FF2B5EF4-FFF2-40B4-BE49-F238E27FC236}">
                  <a16:creationId xmlns:a16="http://schemas.microsoft.com/office/drawing/2014/main" id="{CC7C8902-130A-42BA-83B9-8B76BFF39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155" name="Group 154">
            <a:extLst>
              <a:ext uri="{FF2B5EF4-FFF2-40B4-BE49-F238E27FC236}">
                <a16:creationId xmlns:a16="http://schemas.microsoft.com/office/drawing/2014/main" id="{413D7F57-DC06-4DD4-B258-FF8D62457991}"/>
              </a:ext>
            </a:extLst>
          </p:cNvPr>
          <p:cNvGrpSpPr/>
          <p:nvPr/>
        </p:nvGrpSpPr>
        <p:grpSpPr>
          <a:xfrm>
            <a:off x="1762646" y="-1"/>
            <a:ext cx="8692332" cy="6858000"/>
            <a:chOff x="718505" y="-1"/>
            <a:chExt cx="8692332" cy="6858000"/>
          </a:xfrm>
        </p:grpSpPr>
        <p:sp>
          <p:nvSpPr>
            <p:cNvPr id="156" name="Rectangle 155">
              <a:extLst>
                <a:ext uri="{FF2B5EF4-FFF2-40B4-BE49-F238E27FC236}">
                  <a16:creationId xmlns:a16="http://schemas.microsoft.com/office/drawing/2014/main" id="{0A010B44-F2BA-4BDE-BF22-60FCCA85E1D8}"/>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3AC48898-A626-4933-9DBE-504CD30DA59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TextBox 157">
              <a:extLst>
                <a:ext uri="{FF2B5EF4-FFF2-40B4-BE49-F238E27FC236}">
                  <a16:creationId xmlns:a16="http://schemas.microsoft.com/office/drawing/2014/main" id="{4D28EC67-A3BA-4ADF-8961-3F5667831832}"/>
                </a:ext>
              </a:extLst>
            </p:cNvPr>
            <p:cNvSpPr txBox="1"/>
            <p:nvPr/>
          </p:nvSpPr>
          <p:spPr>
            <a:xfrm rot="16200000">
              <a:off x="8091629" y="3189608"/>
              <a:ext cx="1992086" cy="646331"/>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Tujuan</a:t>
              </a:r>
              <a:r>
                <a:rPr lang="en-US" b="1" dirty="0">
                  <a:solidFill>
                    <a:srgbClr val="F0EEF0"/>
                  </a:solidFill>
                  <a:latin typeface="Tw Cen MT" panose="020B0602020104020603" pitchFamily="34" charset="0"/>
                </a:rPr>
                <a:t> </a:t>
              </a:r>
              <a:r>
                <a:rPr lang="en-US" b="1" dirty="0" err="1">
                  <a:solidFill>
                    <a:srgbClr val="F0EEF0"/>
                  </a:solidFill>
                  <a:latin typeface="Tw Cen MT" panose="020B0602020104020603" pitchFamily="34" charset="0"/>
                </a:rPr>
                <a:t>Perancangan</a:t>
              </a:r>
              <a:endParaRPr lang="en-US" b="1" dirty="0">
                <a:solidFill>
                  <a:srgbClr val="F0EEF0"/>
                </a:solidFill>
                <a:latin typeface="Tw Cen MT" panose="020B0602020104020603" pitchFamily="34" charset="0"/>
              </a:endParaRPr>
            </a:p>
          </p:txBody>
        </p:sp>
        <p:pic>
          <p:nvPicPr>
            <p:cNvPr id="159" name="Picture 158">
              <a:extLst>
                <a:ext uri="{FF2B5EF4-FFF2-40B4-BE49-F238E27FC236}">
                  <a16:creationId xmlns:a16="http://schemas.microsoft.com/office/drawing/2014/main" id="{1B35D458-ABD3-496F-80F2-A7DF5517D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60" name="Group 159">
            <a:extLst>
              <a:ext uri="{FF2B5EF4-FFF2-40B4-BE49-F238E27FC236}">
                <a16:creationId xmlns:a16="http://schemas.microsoft.com/office/drawing/2014/main" id="{AB89704A-10D9-4678-B55F-4A6DC496B903}"/>
              </a:ext>
            </a:extLst>
          </p:cNvPr>
          <p:cNvGrpSpPr/>
          <p:nvPr/>
        </p:nvGrpSpPr>
        <p:grpSpPr>
          <a:xfrm>
            <a:off x="-8166" y="-1"/>
            <a:ext cx="9948758" cy="6858000"/>
            <a:chOff x="-9337032" y="-1"/>
            <a:chExt cx="9948758" cy="6858000"/>
          </a:xfrm>
        </p:grpSpPr>
        <p:sp>
          <p:nvSpPr>
            <p:cNvPr id="161" name="Rectangle 160">
              <a:extLst>
                <a:ext uri="{FF2B5EF4-FFF2-40B4-BE49-F238E27FC236}">
                  <a16:creationId xmlns:a16="http://schemas.microsoft.com/office/drawing/2014/main" id="{5264F1BB-1B3F-49E9-80CA-3C511CA23371}"/>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Freeform: Shape 161">
              <a:extLst>
                <a:ext uri="{FF2B5EF4-FFF2-40B4-BE49-F238E27FC236}">
                  <a16:creationId xmlns:a16="http://schemas.microsoft.com/office/drawing/2014/main" id="{2B61D79C-FE90-47FB-B78B-B3B793AB02CA}"/>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TextBox 162">
              <a:extLst>
                <a:ext uri="{FF2B5EF4-FFF2-40B4-BE49-F238E27FC236}">
                  <a16:creationId xmlns:a16="http://schemas.microsoft.com/office/drawing/2014/main" id="{E9B70F99-384A-4A5C-A23E-1F49CAADEFD4}"/>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Manfaat</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Perancangan</a:t>
              </a:r>
              <a:endParaRPr lang="en-US" sz="2000" b="1" dirty="0">
                <a:solidFill>
                  <a:srgbClr val="F0EEF0"/>
                </a:solidFill>
                <a:latin typeface="Tw Cen MT" panose="020B0602020104020603" pitchFamily="34" charset="0"/>
              </a:endParaRPr>
            </a:p>
          </p:txBody>
        </p:sp>
        <p:pic>
          <p:nvPicPr>
            <p:cNvPr id="164" name="Picture 163">
              <a:extLst>
                <a:ext uri="{FF2B5EF4-FFF2-40B4-BE49-F238E27FC236}">
                  <a16:creationId xmlns:a16="http://schemas.microsoft.com/office/drawing/2014/main" id="{BB5632DE-AE54-40EA-95F5-CB8E8FFF1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13" name="Group 12">
            <a:extLst>
              <a:ext uri="{FF2B5EF4-FFF2-40B4-BE49-F238E27FC236}">
                <a16:creationId xmlns:a16="http://schemas.microsoft.com/office/drawing/2014/main" id="{4F5026F5-DA60-4696-A52C-322974B25419}"/>
              </a:ext>
            </a:extLst>
          </p:cNvPr>
          <p:cNvGrpSpPr/>
          <p:nvPr/>
        </p:nvGrpSpPr>
        <p:grpSpPr>
          <a:xfrm>
            <a:off x="3269943" y="1100627"/>
            <a:ext cx="3264698" cy="771525"/>
            <a:chOff x="3269943" y="1100627"/>
            <a:chExt cx="3264698" cy="771525"/>
          </a:xfrm>
        </p:grpSpPr>
        <p:sp>
          <p:nvSpPr>
            <p:cNvPr id="69" name="Rectangle: Rounded Corners 68">
              <a:extLst>
                <a:ext uri="{FF2B5EF4-FFF2-40B4-BE49-F238E27FC236}">
                  <a16:creationId xmlns:a16="http://schemas.microsoft.com/office/drawing/2014/main" id="{2B550BBD-F18C-479F-A54D-2B53160169B5}"/>
                </a:ext>
              </a:extLst>
            </p:cNvPr>
            <p:cNvSpPr/>
            <p:nvPr/>
          </p:nvSpPr>
          <p:spPr>
            <a:xfrm>
              <a:off x="3269943" y="1100627"/>
              <a:ext cx="3264698" cy="771525"/>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solidFill>
                    <a:schemeClr val="bg1"/>
                  </a:solidFill>
                </a:rPr>
                <a:t>Bagi</a:t>
              </a:r>
              <a:r>
                <a:rPr lang="en-US" sz="2400" dirty="0">
                  <a:solidFill>
                    <a:schemeClr val="bg1"/>
                  </a:solidFill>
                </a:rPr>
                <a:t> </a:t>
              </a:r>
              <a:r>
                <a:rPr lang="en-US" sz="2400" dirty="0" err="1">
                  <a:solidFill>
                    <a:schemeClr val="bg1"/>
                  </a:solidFill>
                </a:rPr>
                <a:t>Pengguna</a:t>
              </a:r>
              <a:endParaRPr lang="en-ID" sz="2400" dirty="0">
                <a:solidFill>
                  <a:schemeClr val="bg1"/>
                </a:solidFill>
              </a:endParaRPr>
            </a:p>
          </p:txBody>
        </p:sp>
        <p:pic>
          <p:nvPicPr>
            <p:cNvPr id="6" name="Graphic 5" descr="User">
              <a:extLst>
                <a:ext uri="{FF2B5EF4-FFF2-40B4-BE49-F238E27FC236}">
                  <a16:creationId xmlns:a16="http://schemas.microsoft.com/office/drawing/2014/main" id="{5CC31AD1-465B-4B55-AAF2-CEF72381F39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06107" y="1114594"/>
              <a:ext cx="674959" cy="674959"/>
            </a:xfrm>
            <a:prstGeom prst="rect">
              <a:avLst/>
            </a:prstGeom>
          </p:spPr>
        </p:pic>
      </p:grpSp>
      <p:grpSp>
        <p:nvGrpSpPr>
          <p:cNvPr id="12" name="Group 11">
            <a:extLst>
              <a:ext uri="{FF2B5EF4-FFF2-40B4-BE49-F238E27FC236}">
                <a16:creationId xmlns:a16="http://schemas.microsoft.com/office/drawing/2014/main" id="{A2E4DF16-35C6-4EDE-810B-728FB5091258}"/>
              </a:ext>
            </a:extLst>
          </p:cNvPr>
          <p:cNvGrpSpPr/>
          <p:nvPr/>
        </p:nvGrpSpPr>
        <p:grpSpPr>
          <a:xfrm>
            <a:off x="3269943" y="2721414"/>
            <a:ext cx="3264698" cy="771525"/>
            <a:chOff x="3269943" y="2305153"/>
            <a:chExt cx="3264698" cy="771525"/>
          </a:xfrm>
        </p:grpSpPr>
        <p:sp>
          <p:nvSpPr>
            <p:cNvPr id="75" name="Rectangle: Rounded Corners 74">
              <a:extLst>
                <a:ext uri="{FF2B5EF4-FFF2-40B4-BE49-F238E27FC236}">
                  <a16:creationId xmlns:a16="http://schemas.microsoft.com/office/drawing/2014/main" id="{0E2C2B0B-3C92-40DB-8B29-014F9939D166}"/>
                </a:ext>
              </a:extLst>
            </p:cNvPr>
            <p:cNvSpPr/>
            <p:nvPr/>
          </p:nvSpPr>
          <p:spPr>
            <a:xfrm>
              <a:off x="3269943" y="2305153"/>
              <a:ext cx="3264698" cy="771525"/>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solidFill>
                    <a:schemeClr val="bg1"/>
                  </a:solidFill>
                </a:rPr>
                <a:t>Bagi</a:t>
              </a:r>
              <a:r>
                <a:rPr lang="en-US" sz="2400" dirty="0">
                  <a:solidFill>
                    <a:schemeClr val="bg1"/>
                  </a:solidFill>
                </a:rPr>
                <a:t> </a:t>
              </a:r>
              <a:r>
                <a:rPr lang="en-US" sz="2400" dirty="0" err="1">
                  <a:solidFill>
                    <a:schemeClr val="bg1"/>
                  </a:solidFill>
                </a:rPr>
                <a:t>Penulis</a:t>
              </a:r>
              <a:endParaRPr lang="en-ID" sz="2400" dirty="0">
                <a:solidFill>
                  <a:schemeClr val="bg1"/>
                </a:solidFill>
              </a:endParaRPr>
            </a:p>
          </p:txBody>
        </p:sp>
        <p:pic>
          <p:nvPicPr>
            <p:cNvPr id="8" name="Graphic 7" descr="Typewriter">
              <a:extLst>
                <a:ext uri="{FF2B5EF4-FFF2-40B4-BE49-F238E27FC236}">
                  <a16:creationId xmlns:a16="http://schemas.microsoft.com/office/drawing/2014/main" id="{91737CB6-F645-4CDD-B03B-6E4ED2437B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365951" y="2344698"/>
              <a:ext cx="627392" cy="627392"/>
            </a:xfrm>
            <a:prstGeom prst="rect">
              <a:avLst/>
            </a:prstGeom>
          </p:spPr>
        </p:pic>
      </p:grpSp>
      <p:grpSp>
        <p:nvGrpSpPr>
          <p:cNvPr id="11" name="Group 10">
            <a:extLst>
              <a:ext uri="{FF2B5EF4-FFF2-40B4-BE49-F238E27FC236}">
                <a16:creationId xmlns:a16="http://schemas.microsoft.com/office/drawing/2014/main" id="{B88C1FBC-D035-4275-8DF4-4B704325EBDA}"/>
              </a:ext>
            </a:extLst>
          </p:cNvPr>
          <p:cNvGrpSpPr/>
          <p:nvPr/>
        </p:nvGrpSpPr>
        <p:grpSpPr>
          <a:xfrm>
            <a:off x="3259417" y="4423824"/>
            <a:ext cx="3264698" cy="771525"/>
            <a:chOff x="3269943" y="3537110"/>
            <a:chExt cx="3264698" cy="771525"/>
          </a:xfrm>
        </p:grpSpPr>
        <p:sp>
          <p:nvSpPr>
            <p:cNvPr id="83" name="Rectangle: Rounded Corners 82">
              <a:extLst>
                <a:ext uri="{FF2B5EF4-FFF2-40B4-BE49-F238E27FC236}">
                  <a16:creationId xmlns:a16="http://schemas.microsoft.com/office/drawing/2014/main" id="{4BA88FD2-A8EB-4044-956A-E709A6DD4F8A}"/>
                </a:ext>
              </a:extLst>
            </p:cNvPr>
            <p:cNvSpPr/>
            <p:nvPr/>
          </p:nvSpPr>
          <p:spPr>
            <a:xfrm>
              <a:off x="3269943" y="3537110"/>
              <a:ext cx="3264698" cy="771525"/>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solidFill>
                    <a:schemeClr val="bg1"/>
                  </a:solidFill>
                </a:rPr>
                <a:t>Bagi</a:t>
              </a:r>
              <a:r>
                <a:rPr lang="en-US" sz="2400" dirty="0">
                  <a:solidFill>
                    <a:schemeClr val="bg1"/>
                  </a:solidFill>
                </a:rPr>
                <a:t> </a:t>
              </a:r>
              <a:r>
                <a:rPr lang="en-US" sz="2400" dirty="0" err="1">
                  <a:solidFill>
                    <a:schemeClr val="bg1"/>
                  </a:solidFill>
                </a:rPr>
                <a:t>Pembaca</a:t>
              </a:r>
              <a:endParaRPr lang="en-ID" sz="2400" dirty="0">
                <a:solidFill>
                  <a:schemeClr val="bg1"/>
                </a:solidFill>
              </a:endParaRPr>
            </a:p>
          </p:txBody>
        </p:sp>
        <p:pic>
          <p:nvPicPr>
            <p:cNvPr id="10" name="Graphic 9" descr="Books">
              <a:extLst>
                <a:ext uri="{FF2B5EF4-FFF2-40B4-BE49-F238E27FC236}">
                  <a16:creationId xmlns:a16="http://schemas.microsoft.com/office/drawing/2014/main" id="{DE1B26B9-95D6-41B8-951C-2654C8B26CB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00142" y="3588781"/>
              <a:ext cx="624127" cy="624127"/>
            </a:xfrm>
            <a:prstGeom prst="rect">
              <a:avLst/>
            </a:prstGeom>
          </p:spPr>
        </p:pic>
      </p:grpSp>
    </p:spTree>
    <p:extLst>
      <p:ext uri="{BB962C8B-B14F-4D97-AF65-F5344CB8AC3E}">
        <p14:creationId xmlns:p14="http://schemas.microsoft.com/office/powerpoint/2010/main" val="398473017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250" fill="hold"/>
                                        <p:tgtEl>
                                          <p:spTgt spid="68"/>
                                        </p:tgtEl>
                                        <p:attrNameLst>
                                          <p:attrName>ppt_w</p:attrName>
                                        </p:attrNameLst>
                                      </p:cBhvr>
                                      <p:tavLst>
                                        <p:tav tm="0">
                                          <p:val>
                                            <p:fltVal val="0"/>
                                          </p:val>
                                        </p:tav>
                                        <p:tav tm="100000">
                                          <p:val>
                                            <p:strVal val="#ppt_w"/>
                                          </p:val>
                                        </p:tav>
                                      </p:tavLst>
                                    </p:anim>
                                    <p:anim calcmode="lin" valueType="num">
                                      <p:cBhvr>
                                        <p:cTn id="8" dur="250" fill="hold"/>
                                        <p:tgtEl>
                                          <p:spTgt spid="68"/>
                                        </p:tgtEl>
                                        <p:attrNameLst>
                                          <p:attrName>ppt_h</p:attrName>
                                        </p:attrNameLst>
                                      </p:cBhvr>
                                      <p:tavLst>
                                        <p:tav tm="0">
                                          <p:val>
                                            <p:fltVal val="0"/>
                                          </p:val>
                                        </p:tav>
                                        <p:tav tm="100000">
                                          <p:val>
                                            <p:strVal val="#ppt_h"/>
                                          </p:val>
                                        </p:tav>
                                      </p:tavLst>
                                    </p:anim>
                                    <p:animEffect transition="in" filter="fade">
                                      <p:cBhvr>
                                        <p:cTn id="9" dur="250"/>
                                        <p:tgtEl>
                                          <p:spTgt spid="68"/>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p:cTn id="13" dur="250" fill="hold"/>
                                        <p:tgtEl>
                                          <p:spTgt spid="77"/>
                                        </p:tgtEl>
                                        <p:attrNameLst>
                                          <p:attrName>ppt_w</p:attrName>
                                        </p:attrNameLst>
                                      </p:cBhvr>
                                      <p:tavLst>
                                        <p:tav tm="0">
                                          <p:val>
                                            <p:fltVal val="0"/>
                                          </p:val>
                                        </p:tav>
                                        <p:tav tm="100000">
                                          <p:val>
                                            <p:strVal val="#ppt_w"/>
                                          </p:val>
                                        </p:tav>
                                      </p:tavLst>
                                    </p:anim>
                                    <p:anim calcmode="lin" valueType="num">
                                      <p:cBhvr>
                                        <p:cTn id="14" dur="250" fill="hold"/>
                                        <p:tgtEl>
                                          <p:spTgt spid="77"/>
                                        </p:tgtEl>
                                        <p:attrNameLst>
                                          <p:attrName>ppt_h</p:attrName>
                                        </p:attrNameLst>
                                      </p:cBhvr>
                                      <p:tavLst>
                                        <p:tav tm="0">
                                          <p:val>
                                            <p:fltVal val="0"/>
                                          </p:val>
                                        </p:tav>
                                        <p:tav tm="100000">
                                          <p:val>
                                            <p:strVal val="#ppt_h"/>
                                          </p:val>
                                        </p:tav>
                                      </p:tavLst>
                                    </p:anim>
                                    <p:animEffect transition="in" filter="fade">
                                      <p:cBhvr>
                                        <p:cTn id="15" dur="250"/>
                                        <p:tgtEl>
                                          <p:spTgt spid="77"/>
                                        </p:tgtEl>
                                      </p:cBhvr>
                                    </p:animEffect>
                                  </p:childTnLst>
                                </p:cTn>
                              </p:par>
                            </p:childTnLst>
                          </p:cTn>
                        </p:par>
                        <p:par>
                          <p:cTn id="16" fill="hold">
                            <p:stCondLst>
                              <p:cond delay="500"/>
                            </p:stCondLst>
                            <p:childTnLst>
                              <p:par>
                                <p:cTn id="17" presetID="22" presetClass="entr" presetSubtype="8" fill="hold" nodeType="afterEffect">
                                  <p:stCondLst>
                                    <p:cond delay="250"/>
                                  </p:stCondLst>
                                  <p:childTnLst>
                                    <p:set>
                                      <p:cBhvr>
                                        <p:cTn id="18" dur="1" fill="hold">
                                          <p:stCondLst>
                                            <p:cond delay="0"/>
                                          </p:stCondLst>
                                        </p:cTn>
                                        <p:tgtEl>
                                          <p:spTgt spid="63"/>
                                        </p:tgtEl>
                                        <p:attrNameLst>
                                          <p:attrName>style.visibility</p:attrName>
                                        </p:attrNameLst>
                                      </p:cBhvr>
                                      <p:to>
                                        <p:strVal val="visible"/>
                                      </p:to>
                                    </p:set>
                                    <p:animEffect transition="in" filter="wipe(left)">
                                      <p:cBhvr>
                                        <p:cTn id="19" dur="500"/>
                                        <p:tgtEl>
                                          <p:spTgt spid="63"/>
                                        </p:tgtEl>
                                      </p:cBhvr>
                                    </p:animEffect>
                                  </p:childTnLst>
                                </p:cTn>
                              </p:par>
                            </p:childTnLst>
                          </p:cTn>
                        </p:par>
                        <p:par>
                          <p:cTn id="20" fill="hold">
                            <p:stCondLst>
                              <p:cond delay="1250"/>
                            </p:stCondLst>
                            <p:childTnLst>
                              <p:par>
                                <p:cTn id="21" presetID="53" presetClass="entr" presetSubtype="16" fill="hold" nodeType="after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p:cTn id="23" dur="250" fill="hold"/>
                                        <p:tgtEl>
                                          <p:spTgt spid="95"/>
                                        </p:tgtEl>
                                        <p:attrNameLst>
                                          <p:attrName>ppt_w</p:attrName>
                                        </p:attrNameLst>
                                      </p:cBhvr>
                                      <p:tavLst>
                                        <p:tav tm="0">
                                          <p:val>
                                            <p:fltVal val="0"/>
                                          </p:val>
                                        </p:tav>
                                        <p:tav tm="100000">
                                          <p:val>
                                            <p:strVal val="#ppt_w"/>
                                          </p:val>
                                        </p:tav>
                                      </p:tavLst>
                                    </p:anim>
                                    <p:anim calcmode="lin" valueType="num">
                                      <p:cBhvr>
                                        <p:cTn id="24" dur="250" fill="hold"/>
                                        <p:tgtEl>
                                          <p:spTgt spid="95"/>
                                        </p:tgtEl>
                                        <p:attrNameLst>
                                          <p:attrName>ppt_h</p:attrName>
                                        </p:attrNameLst>
                                      </p:cBhvr>
                                      <p:tavLst>
                                        <p:tav tm="0">
                                          <p:val>
                                            <p:fltVal val="0"/>
                                          </p:val>
                                        </p:tav>
                                        <p:tav tm="100000">
                                          <p:val>
                                            <p:strVal val="#ppt_h"/>
                                          </p:val>
                                        </p:tav>
                                      </p:tavLst>
                                    </p:anim>
                                    <p:animEffect transition="in" filter="fade">
                                      <p:cBhvr>
                                        <p:cTn id="25" dur="250"/>
                                        <p:tgtEl>
                                          <p:spTgt spid="95"/>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p:cTn id="29" dur="250" fill="hold"/>
                                        <p:tgtEl>
                                          <p:spTgt spid="72"/>
                                        </p:tgtEl>
                                        <p:attrNameLst>
                                          <p:attrName>ppt_w</p:attrName>
                                        </p:attrNameLst>
                                      </p:cBhvr>
                                      <p:tavLst>
                                        <p:tav tm="0">
                                          <p:val>
                                            <p:fltVal val="0"/>
                                          </p:val>
                                        </p:tav>
                                        <p:tav tm="100000">
                                          <p:val>
                                            <p:strVal val="#ppt_w"/>
                                          </p:val>
                                        </p:tav>
                                      </p:tavLst>
                                    </p:anim>
                                    <p:anim calcmode="lin" valueType="num">
                                      <p:cBhvr>
                                        <p:cTn id="30" dur="250" fill="hold"/>
                                        <p:tgtEl>
                                          <p:spTgt spid="72"/>
                                        </p:tgtEl>
                                        <p:attrNameLst>
                                          <p:attrName>ppt_h</p:attrName>
                                        </p:attrNameLst>
                                      </p:cBhvr>
                                      <p:tavLst>
                                        <p:tav tm="0">
                                          <p:val>
                                            <p:fltVal val="0"/>
                                          </p:val>
                                        </p:tav>
                                        <p:tav tm="100000">
                                          <p:val>
                                            <p:strVal val="#ppt_h"/>
                                          </p:val>
                                        </p:tav>
                                      </p:tavLst>
                                    </p:anim>
                                    <p:animEffect transition="in" filter="fade">
                                      <p:cBhvr>
                                        <p:cTn id="31" dur="250"/>
                                        <p:tgtEl>
                                          <p:spTgt spid="72"/>
                                        </p:tgtEl>
                                      </p:cBhvr>
                                    </p:animEffect>
                                  </p:childTnLst>
                                </p:cTn>
                              </p:par>
                            </p:childTnLst>
                          </p:cTn>
                        </p:par>
                        <p:par>
                          <p:cTn id="32" fill="hold">
                            <p:stCondLst>
                              <p:cond delay="1750"/>
                            </p:stCondLst>
                            <p:childTnLst>
                              <p:par>
                                <p:cTn id="33" presetID="22" presetClass="entr" presetSubtype="8" fill="hold" nodeType="afterEffect">
                                  <p:stCondLst>
                                    <p:cond delay="25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500"/>
                                        <p:tgtEl>
                                          <p:spTgt spid="64"/>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 calcmode="lin" valueType="num">
                                      <p:cBhvr>
                                        <p:cTn id="39" dur="250" fill="hold"/>
                                        <p:tgtEl>
                                          <p:spTgt spid="76"/>
                                        </p:tgtEl>
                                        <p:attrNameLst>
                                          <p:attrName>ppt_w</p:attrName>
                                        </p:attrNameLst>
                                      </p:cBhvr>
                                      <p:tavLst>
                                        <p:tav tm="0">
                                          <p:val>
                                            <p:fltVal val="0"/>
                                          </p:val>
                                        </p:tav>
                                        <p:tav tm="100000">
                                          <p:val>
                                            <p:strVal val="#ppt_w"/>
                                          </p:val>
                                        </p:tav>
                                      </p:tavLst>
                                    </p:anim>
                                    <p:anim calcmode="lin" valueType="num">
                                      <p:cBhvr>
                                        <p:cTn id="40" dur="250" fill="hold"/>
                                        <p:tgtEl>
                                          <p:spTgt spid="76"/>
                                        </p:tgtEl>
                                        <p:attrNameLst>
                                          <p:attrName>ppt_h</p:attrName>
                                        </p:attrNameLst>
                                      </p:cBhvr>
                                      <p:tavLst>
                                        <p:tav tm="0">
                                          <p:val>
                                            <p:fltVal val="0"/>
                                          </p:val>
                                        </p:tav>
                                        <p:tav tm="100000">
                                          <p:val>
                                            <p:strVal val="#ppt_h"/>
                                          </p:val>
                                        </p:tav>
                                      </p:tavLst>
                                    </p:anim>
                                    <p:animEffect transition="in" filter="fade">
                                      <p:cBhvr>
                                        <p:cTn id="41" dur="250"/>
                                        <p:tgtEl>
                                          <p:spTgt spid="76"/>
                                        </p:tgtEl>
                                      </p:cBhvr>
                                    </p:animEffect>
                                  </p:childTnLst>
                                </p:cTn>
                              </p:par>
                            </p:childTnLst>
                          </p:cTn>
                        </p:par>
                        <p:par>
                          <p:cTn id="42" fill="hold">
                            <p:stCondLst>
                              <p:cond delay="2750"/>
                            </p:stCondLst>
                            <p:childTnLst>
                              <p:par>
                                <p:cTn id="43" presetID="53" presetClass="entr" presetSubtype="16" fill="hold" nodeType="afterEffect">
                                  <p:stCondLst>
                                    <p:cond delay="0"/>
                                  </p:stCondLst>
                                  <p:childTnLst>
                                    <p:set>
                                      <p:cBhvr>
                                        <p:cTn id="44" dur="1" fill="hold">
                                          <p:stCondLst>
                                            <p:cond delay="0"/>
                                          </p:stCondLst>
                                        </p:cTn>
                                        <p:tgtEl>
                                          <p:spTgt spid="123"/>
                                        </p:tgtEl>
                                        <p:attrNameLst>
                                          <p:attrName>style.visibility</p:attrName>
                                        </p:attrNameLst>
                                      </p:cBhvr>
                                      <p:to>
                                        <p:strVal val="visible"/>
                                      </p:to>
                                    </p:set>
                                    <p:anim calcmode="lin" valueType="num">
                                      <p:cBhvr>
                                        <p:cTn id="45" dur="250" fill="hold"/>
                                        <p:tgtEl>
                                          <p:spTgt spid="123"/>
                                        </p:tgtEl>
                                        <p:attrNameLst>
                                          <p:attrName>ppt_w</p:attrName>
                                        </p:attrNameLst>
                                      </p:cBhvr>
                                      <p:tavLst>
                                        <p:tav tm="0">
                                          <p:val>
                                            <p:fltVal val="0"/>
                                          </p:val>
                                        </p:tav>
                                        <p:tav tm="100000">
                                          <p:val>
                                            <p:strVal val="#ppt_w"/>
                                          </p:val>
                                        </p:tav>
                                      </p:tavLst>
                                    </p:anim>
                                    <p:anim calcmode="lin" valueType="num">
                                      <p:cBhvr>
                                        <p:cTn id="46" dur="250" fill="hold"/>
                                        <p:tgtEl>
                                          <p:spTgt spid="123"/>
                                        </p:tgtEl>
                                        <p:attrNameLst>
                                          <p:attrName>ppt_h</p:attrName>
                                        </p:attrNameLst>
                                      </p:cBhvr>
                                      <p:tavLst>
                                        <p:tav tm="0">
                                          <p:val>
                                            <p:fltVal val="0"/>
                                          </p:val>
                                        </p:tav>
                                        <p:tav tm="100000">
                                          <p:val>
                                            <p:strVal val="#ppt_h"/>
                                          </p:val>
                                        </p:tav>
                                      </p:tavLst>
                                    </p:anim>
                                    <p:animEffect transition="in" filter="fade">
                                      <p:cBhvr>
                                        <p:cTn id="47" dur="250"/>
                                        <p:tgtEl>
                                          <p:spTgt spid="123"/>
                                        </p:tgtEl>
                                      </p:cBhvr>
                                    </p:animEffect>
                                  </p:childTnLst>
                                </p:cTn>
                              </p:par>
                              <p:par>
                                <p:cTn id="48" presetID="53" presetClass="entr" presetSubtype="16" fill="hold" nodeType="withEffect">
                                  <p:stCondLst>
                                    <p:cond delay="0"/>
                                  </p:stCondLst>
                                  <p:childTnLst>
                                    <p:set>
                                      <p:cBhvr>
                                        <p:cTn id="49" dur="1" fill="hold">
                                          <p:stCondLst>
                                            <p:cond delay="0"/>
                                          </p:stCondLst>
                                        </p:cTn>
                                        <p:tgtEl>
                                          <p:spTgt spid="127"/>
                                        </p:tgtEl>
                                        <p:attrNameLst>
                                          <p:attrName>style.visibility</p:attrName>
                                        </p:attrNameLst>
                                      </p:cBhvr>
                                      <p:to>
                                        <p:strVal val="visible"/>
                                      </p:to>
                                    </p:set>
                                    <p:anim calcmode="lin" valueType="num">
                                      <p:cBhvr>
                                        <p:cTn id="50" dur="250" fill="hold"/>
                                        <p:tgtEl>
                                          <p:spTgt spid="127"/>
                                        </p:tgtEl>
                                        <p:attrNameLst>
                                          <p:attrName>ppt_w</p:attrName>
                                        </p:attrNameLst>
                                      </p:cBhvr>
                                      <p:tavLst>
                                        <p:tav tm="0">
                                          <p:val>
                                            <p:fltVal val="0"/>
                                          </p:val>
                                        </p:tav>
                                        <p:tav tm="100000">
                                          <p:val>
                                            <p:strVal val="#ppt_w"/>
                                          </p:val>
                                        </p:tav>
                                      </p:tavLst>
                                    </p:anim>
                                    <p:anim calcmode="lin" valueType="num">
                                      <p:cBhvr>
                                        <p:cTn id="51" dur="250" fill="hold"/>
                                        <p:tgtEl>
                                          <p:spTgt spid="127"/>
                                        </p:tgtEl>
                                        <p:attrNameLst>
                                          <p:attrName>ppt_h</p:attrName>
                                        </p:attrNameLst>
                                      </p:cBhvr>
                                      <p:tavLst>
                                        <p:tav tm="0">
                                          <p:val>
                                            <p:fltVal val="0"/>
                                          </p:val>
                                        </p:tav>
                                        <p:tav tm="100000">
                                          <p:val>
                                            <p:strVal val="#ppt_h"/>
                                          </p:val>
                                        </p:tav>
                                      </p:tavLst>
                                    </p:anim>
                                    <p:animEffect transition="in" filter="fade">
                                      <p:cBhvr>
                                        <p:cTn id="52" dur="250"/>
                                        <p:tgtEl>
                                          <p:spTgt spid="127"/>
                                        </p:tgtEl>
                                      </p:cBhvr>
                                    </p:animEffect>
                                  </p:childTnLst>
                                </p:cTn>
                              </p:par>
                              <p:par>
                                <p:cTn id="53" presetID="53" presetClass="entr" presetSubtype="16" fill="hold" nodeType="withEffect">
                                  <p:stCondLst>
                                    <p:cond delay="0"/>
                                  </p:stCondLst>
                                  <p:childTnLst>
                                    <p:set>
                                      <p:cBhvr>
                                        <p:cTn id="54" dur="1" fill="hold">
                                          <p:stCondLst>
                                            <p:cond delay="0"/>
                                          </p:stCondLst>
                                        </p:cTn>
                                        <p:tgtEl>
                                          <p:spTgt spid="130"/>
                                        </p:tgtEl>
                                        <p:attrNameLst>
                                          <p:attrName>style.visibility</p:attrName>
                                        </p:attrNameLst>
                                      </p:cBhvr>
                                      <p:to>
                                        <p:strVal val="visible"/>
                                      </p:to>
                                    </p:set>
                                    <p:anim calcmode="lin" valueType="num">
                                      <p:cBhvr>
                                        <p:cTn id="55" dur="250" fill="hold"/>
                                        <p:tgtEl>
                                          <p:spTgt spid="130"/>
                                        </p:tgtEl>
                                        <p:attrNameLst>
                                          <p:attrName>ppt_w</p:attrName>
                                        </p:attrNameLst>
                                      </p:cBhvr>
                                      <p:tavLst>
                                        <p:tav tm="0">
                                          <p:val>
                                            <p:fltVal val="0"/>
                                          </p:val>
                                        </p:tav>
                                        <p:tav tm="100000">
                                          <p:val>
                                            <p:strVal val="#ppt_w"/>
                                          </p:val>
                                        </p:tav>
                                      </p:tavLst>
                                    </p:anim>
                                    <p:anim calcmode="lin" valueType="num">
                                      <p:cBhvr>
                                        <p:cTn id="56" dur="250" fill="hold"/>
                                        <p:tgtEl>
                                          <p:spTgt spid="130"/>
                                        </p:tgtEl>
                                        <p:attrNameLst>
                                          <p:attrName>ppt_h</p:attrName>
                                        </p:attrNameLst>
                                      </p:cBhvr>
                                      <p:tavLst>
                                        <p:tav tm="0">
                                          <p:val>
                                            <p:fltVal val="0"/>
                                          </p:val>
                                        </p:tav>
                                        <p:tav tm="100000">
                                          <p:val>
                                            <p:strVal val="#ppt_h"/>
                                          </p:val>
                                        </p:tav>
                                      </p:tavLst>
                                    </p:anim>
                                    <p:animEffect transition="in" filter="fade">
                                      <p:cBhvr>
                                        <p:cTn id="57" dur="250"/>
                                        <p:tgtEl>
                                          <p:spTgt spid="130"/>
                                        </p:tgtEl>
                                      </p:cBhvr>
                                    </p:animEffect>
                                  </p:childTnLst>
                                </p:cTn>
                              </p:par>
                              <p:par>
                                <p:cTn id="58" presetID="53" presetClass="entr" presetSubtype="16" fill="hold" nodeType="withEffect">
                                  <p:stCondLst>
                                    <p:cond delay="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50" fill="hold"/>
                                        <p:tgtEl>
                                          <p:spTgt spid="133"/>
                                        </p:tgtEl>
                                        <p:attrNameLst>
                                          <p:attrName>ppt_w</p:attrName>
                                        </p:attrNameLst>
                                      </p:cBhvr>
                                      <p:tavLst>
                                        <p:tav tm="0">
                                          <p:val>
                                            <p:fltVal val="0"/>
                                          </p:val>
                                        </p:tav>
                                        <p:tav tm="100000">
                                          <p:val>
                                            <p:strVal val="#ppt_w"/>
                                          </p:val>
                                        </p:tav>
                                      </p:tavLst>
                                    </p:anim>
                                    <p:anim calcmode="lin" valueType="num">
                                      <p:cBhvr>
                                        <p:cTn id="61" dur="250" fill="hold"/>
                                        <p:tgtEl>
                                          <p:spTgt spid="133"/>
                                        </p:tgtEl>
                                        <p:attrNameLst>
                                          <p:attrName>ppt_h</p:attrName>
                                        </p:attrNameLst>
                                      </p:cBhvr>
                                      <p:tavLst>
                                        <p:tav tm="0">
                                          <p:val>
                                            <p:fltVal val="0"/>
                                          </p:val>
                                        </p:tav>
                                        <p:tav tm="100000">
                                          <p:val>
                                            <p:strVal val="#ppt_h"/>
                                          </p:val>
                                        </p:tav>
                                      </p:tavLst>
                                    </p:anim>
                                    <p:animEffect transition="in" filter="fade">
                                      <p:cBhvr>
                                        <p:cTn id="62" dur="250"/>
                                        <p:tgtEl>
                                          <p:spTgt spid="133"/>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down)">
                                      <p:cBhvr>
                                        <p:cTn id="65" dur="500"/>
                                        <p:tgtEl>
                                          <p:spTgt spid="66"/>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down)">
                                      <p:cBhvr>
                                        <p:cTn id="68" dur="500"/>
                                        <p:tgtEl>
                                          <p:spTgt spid="70"/>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wipe(down)">
                                      <p:cBhvr>
                                        <p:cTn id="71" dur="500"/>
                                        <p:tgtEl>
                                          <p:spTgt spid="74"/>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1000"/>
                                        <p:tgtEl>
                                          <p:spTgt spid="13"/>
                                        </p:tgtEl>
                                      </p:cBhvr>
                                    </p:animEffect>
                                    <p:anim calcmode="lin" valueType="num">
                                      <p:cBhvr>
                                        <p:cTn id="77" dur="1000" fill="hold"/>
                                        <p:tgtEl>
                                          <p:spTgt spid="13"/>
                                        </p:tgtEl>
                                        <p:attrNameLst>
                                          <p:attrName>ppt_x</p:attrName>
                                        </p:attrNameLst>
                                      </p:cBhvr>
                                      <p:tavLst>
                                        <p:tav tm="0">
                                          <p:val>
                                            <p:strVal val="#ppt_x"/>
                                          </p:val>
                                        </p:tav>
                                        <p:tav tm="100000">
                                          <p:val>
                                            <p:strVal val="#ppt_x"/>
                                          </p:val>
                                        </p:tav>
                                      </p:tavLst>
                                    </p:anim>
                                    <p:anim calcmode="lin" valueType="num">
                                      <p:cBhvr>
                                        <p:cTn id="7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1000"/>
                                        <p:tgtEl>
                                          <p:spTgt spid="12"/>
                                        </p:tgtEl>
                                      </p:cBhvr>
                                    </p:animEffect>
                                    <p:anim calcmode="lin" valueType="num">
                                      <p:cBhvr>
                                        <p:cTn id="84" dur="1000" fill="hold"/>
                                        <p:tgtEl>
                                          <p:spTgt spid="12"/>
                                        </p:tgtEl>
                                        <p:attrNameLst>
                                          <p:attrName>ppt_x</p:attrName>
                                        </p:attrNameLst>
                                      </p:cBhvr>
                                      <p:tavLst>
                                        <p:tav tm="0">
                                          <p:val>
                                            <p:strVal val="#ppt_x"/>
                                          </p:val>
                                        </p:tav>
                                        <p:tav tm="100000">
                                          <p:val>
                                            <p:strVal val="#ppt_x"/>
                                          </p:val>
                                        </p:tav>
                                      </p:tavLst>
                                    </p:anim>
                                    <p:anim calcmode="lin" valueType="num">
                                      <p:cBhvr>
                                        <p:cTn id="8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1000"/>
                                        <p:tgtEl>
                                          <p:spTgt spid="11"/>
                                        </p:tgtEl>
                                      </p:cBhvr>
                                    </p:animEffect>
                                    <p:anim calcmode="lin" valueType="num">
                                      <p:cBhvr>
                                        <p:cTn id="91" dur="1000" fill="hold"/>
                                        <p:tgtEl>
                                          <p:spTgt spid="11"/>
                                        </p:tgtEl>
                                        <p:attrNameLst>
                                          <p:attrName>ppt_x</p:attrName>
                                        </p:attrNameLst>
                                      </p:cBhvr>
                                      <p:tavLst>
                                        <p:tav tm="0">
                                          <p:val>
                                            <p:strVal val="#ppt_x"/>
                                          </p:val>
                                        </p:tav>
                                        <p:tav tm="100000">
                                          <p:val>
                                            <p:strVal val="#ppt_x"/>
                                          </p:val>
                                        </p:tav>
                                      </p:tavLst>
                                    </p:anim>
                                    <p:anim calcmode="lin" valueType="num">
                                      <p:cBhvr>
                                        <p:cTn id="9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P spid="70" grpId="0"/>
      <p:bldP spid="72" grpId="0"/>
      <p:bldP spid="74" grpId="0"/>
      <p:bldP spid="7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9302800"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8798784"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395082"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3970318"/>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Implementasi</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Pembelajaran</a:t>
            </a:r>
            <a:r>
              <a:rPr lang="en-US" sz="2800" dirty="0">
                <a:solidFill>
                  <a:srgbClr val="52CBBE"/>
                </a:solidFill>
                <a:latin typeface="Tw Cen MT" panose="020B0602020104020603" pitchFamily="34" charset="0"/>
              </a:rPr>
              <a:t> Jarak </a:t>
            </a:r>
            <a:r>
              <a:rPr lang="en-US" sz="2800" dirty="0" err="1">
                <a:solidFill>
                  <a:srgbClr val="52CBBE"/>
                </a:solidFill>
                <a:latin typeface="Tw Cen MT" panose="020B0602020104020603" pitchFamily="34" charset="0"/>
              </a:rPr>
              <a:t>Jauh</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Conference Call</a:t>
            </a: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WebRTC</a:t>
            </a: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Hosting</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Konsep</a:t>
            </a:r>
            <a:r>
              <a:rPr lang="en-US" sz="2800" dirty="0">
                <a:solidFill>
                  <a:srgbClr val="52CBBE"/>
                </a:solidFill>
                <a:latin typeface="Tw Cen MT" panose="020B0602020104020603" pitchFamily="34" charset="0"/>
              </a:rPr>
              <a:t> QoS</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Jitsi</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Matrix</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Penelitian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Relevan</a:t>
            </a:r>
            <a:endParaRPr lang="en-US" sz="2800" dirty="0">
              <a:solidFill>
                <a:srgbClr val="52CBBE"/>
              </a:solidFill>
              <a:latin typeface="Tw Cen MT" panose="020B0602020104020603" pitchFamily="34" charset="0"/>
            </a:endParaRPr>
          </a:p>
        </p:txBody>
      </p:sp>
    </p:spTree>
    <p:extLst>
      <p:ext uri="{BB962C8B-B14F-4D97-AF65-F5344CB8AC3E}">
        <p14:creationId xmlns:p14="http://schemas.microsoft.com/office/powerpoint/2010/main" val="16789881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down)">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6"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8798784"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395082"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57" name="Group 56">
            <a:extLst>
              <a:ext uri="{FF2B5EF4-FFF2-40B4-BE49-F238E27FC236}">
                <a16:creationId xmlns:a16="http://schemas.microsoft.com/office/drawing/2014/main" id="{1DC71EDC-78DE-4D8A-A93C-E6150A9CA424}"/>
              </a:ext>
            </a:extLst>
          </p:cNvPr>
          <p:cNvGrpSpPr/>
          <p:nvPr/>
        </p:nvGrpSpPr>
        <p:grpSpPr>
          <a:xfrm>
            <a:off x="3378738" y="1383925"/>
            <a:ext cx="7405148" cy="4257696"/>
            <a:chOff x="2437685" y="1434803"/>
            <a:chExt cx="7405148" cy="4257696"/>
          </a:xfrm>
        </p:grpSpPr>
        <p:sp>
          <p:nvSpPr>
            <p:cNvPr id="59" name="Rectangle: Rounded Corners 58">
              <a:extLst>
                <a:ext uri="{FF2B5EF4-FFF2-40B4-BE49-F238E27FC236}">
                  <a16:creationId xmlns:a16="http://schemas.microsoft.com/office/drawing/2014/main" id="{08406C54-56B4-4C95-8CBF-CF01EB5A7C7B}"/>
                </a:ext>
              </a:extLst>
            </p:cNvPr>
            <p:cNvSpPr/>
            <p:nvPr/>
          </p:nvSpPr>
          <p:spPr>
            <a:xfrm>
              <a:off x="2437685" y="2472834"/>
              <a:ext cx="7405148" cy="2181626"/>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000" dirty="0">
                  <a:solidFill>
                    <a:schemeClr val="bg1">
                      <a:lumMod val="85000"/>
                    </a:schemeClr>
                  </a:solidFill>
                  <a:effectLst/>
                  <a:latin typeface="Times New Roman" panose="02020603050405020304" pitchFamily="18" charset="0"/>
                  <a:ea typeface="Times New Roman" panose="02020603050405020304" pitchFamily="18" charset="0"/>
                </a:rPr>
                <a:t>Menurut Usman (2002:70), implementasi adalah bermua</a:t>
              </a:r>
              <a:r>
                <a:rPr lang="en-US" sz="2000" dirty="0">
                  <a:solidFill>
                    <a:schemeClr val="bg1">
                      <a:lumMod val="85000"/>
                    </a:schemeClr>
                  </a:solidFill>
                  <a:effectLst/>
                  <a:latin typeface="Times New Roman" panose="02020603050405020304" pitchFamily="18" charset="0"/>
                  <a:ea typeface="Times New Roman" panose="02020603050405020304" pitchFamily="18" charset="0"/>
                </a:rPr>
                <a:t>l</a:t>
              </a:r>
              <a:r>
                <a:rPr lang="id-ID" sz="2000" dirty="0">
                  <a:solidFill>
                    <a:schemeClr val="bg1">
                      <a:lumMod val="85000"/>
                    </a:schemeClr>
                  </a:solidFill>
                  <a:effectLst/>
                  <a:latin typeface="Times New Roman" panose="02020603050405020304" pitchFamily="18" charset="0"/>
                  <a:ea typeface="Times New Roman" panose="02020603050405020304" pitchFamily="18" charset="0"/>
                </a:rPr>
                <a:t>a pada aktivitas, aksi, tindakan atau adanya mekanisme suatu sistem. Implementasi bukan sekedar aktivitas, tapi suatu kegiatan yang terencana dan untuk mencapai tujuan kegiatan.</a:t>
              </a:r>
              <a:endParaRPr lang="en-ID" sz="2800" dirty="0">
                <a:solidFill>
                  <a:schemeClr val="bg1">
                    <a:lumMod val="8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60" name="Oval 59">
              <a:extLst>
                <a:ext uri="{FF2B5EF4-FFF2-40B4-BE49-F238E27FC236}">
                  <a16:creationId xmlns:a16="http://schemas.microsoft.com/office/drawing/2014/main" id="{55479E53-BEE4-4E73-9CFF-DE85230F6D2D}"/>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1" name="Oval 60">
              <a:extLst>
                <a:ext uri="{FF2B5EF4-FFF2-40B4-BE49-F238E27FC236}">
                  <a16:creationId xmlns:a16="http://schemas.microsoft.com/office/drawing/2014/main" id="{66CFC4F4-F11D-4EE5-8CBA-7BBEF62AF4AB}"/>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30886768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barn(inVertical)">
                                      <p:cBhvr>
                                        <p:cTn id="1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6"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316654"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74762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88518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53853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295072"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577639" y="3247473"/>
              <a:ext cx="530600" cy="530600"/>
            </a:xfrm>
            <a:prstGeom prst="rect">
              <a:avLst/>
            </a:prstGeom>
          </p:spPr>
        </p:pic>
      </p:grpSp>
      <p:grpSp>
        <p:nvGrpSpPr>
          <p:cNvPr id="51" name="Group 50">
            <a:extLst>
              <a:ext uri="{FF2B5EF4-FFF2-40B4-BE49-F238E27FC236}">
                <a16:creationId xmlns:a16="http://schemas.microsoft.com/office/drawing/2014/main" id="{81B5FC33-CE20-4FC6-B832-D93803287777}"/>
              </a:ext>
            </a:extLst>
          </p:cNvPr>
          <p:cNvGrpSpPr/>
          <p:nvPr/>
        </p:nvGrpSpPr>
        <p:grpSpPr>
          <a:xfrm>
            <a:off x="2749133" y="-595406"/>
            <a:ext cx="7405148" cy="4257696"/>
            <a:chOff x="2437685" y="1434803"/>
            <a:chExt cx="7405148" cy="4257696"/>
          </a:xfrm>
        </p:grpSpPr>
        <p:sp>
          <p:nvSpPr>
            <p:cNvPr id="52" name="Rectangle: Rounded Corners 51">
              <a:extLst>
                <a:ext uri="{FF2B5EF4-FFF2-40B4-BE49-F238E27FC236}">
                  <a16:creationId xmlns:a16="http://schemas.microsoft.com/office/drawing/2014/main" id="{E81FE1E8-E5DF-494F-B420-F290C6FF3063}"/>
                </a:ext>
              </a:extLst>
            </p:cNvPr>
            <p:cNvSpPr/>
            <p:nvPr/>
          </p:nvSpPr>
          <p:spPr>
            <a:xfrm>
              <a:off x="2437685" y="2472834"/>
              <a:ext cx="7405148" cy="2181626"/>
            </a:xfrm>
            <a:prstGeom prst="roundRect">
              <a:avLst/>
            </a:pr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Pembelajaran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Jarak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Jauh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merupakan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id-ID" sz="2000" dirty="0">
                  <a:solidFill>
                    <a:schemeClr val="tx1">
                      <a:lumMod val="65000"/>
                      <a:lumOff val="35000"/>
                    </a:schemeClr>
                  </a:solidFill>
                  <a:effectLst/>
                  <a:latin typeface="Times New Roman" panose="02020603050405020304" pitchFamily="18" charset="0"/>
                  <a:ea typeface="Times New Roman" panose="02020603050405020304" pitchFamily="18" charset="0"/>
                </a:rPr>
                <a:t>Proses pendidikan yang terorganisasi yang menjembatani keterpisahan antara siswa dengan pendidik dan dimediasi oleh pemanfaatan teknologi, dan pertemuan tatapmuka yang minimal.</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id-ID" sz="2000" dirty="0">
                  <a:solidFill>
                    <a:schemeClr val="tx1">
                      <a:lumMod val="65000"/>
                      <a:lumOff val="35000"/>
                    </a:schemeClr>
                  </a:solidFill>
                  <a:effectLst/>
                  <a:latin typeface="Times New Roman" panose="02020603050405020304" pitchFamily="18" charset="0"/>
                  <a:ea typeface="Times New Roman" panose="02020603050405020304" pitchFamily="18" charset="0"/>
                </a:rPr>
                <a:t>(Prof.Dr. Pauline Pannen, 2016</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a:t>
              </a:r>
              <a:endParaRPr lang="en-ID" sz="32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3" name="Oval 52">
              <a:extLst>
                <a:ext uri="{FF2B5EF4-FFF2-40B4-BE49-F238E27FC236}">
                  <a16:creationId xmlns:a16="http://schemas.microsoft.com/office/drawing/2014/main" id="{D8521167-5B47-4DE1-8E8A-3CC5F22524F3}"/>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4" name="Oval 53">
              <a:extLst>
                <a:ext uri="{FF2B5EF4-FFF2-40B4-BE49-F238E27FC236}">
                  <a16:creationId xmlns:a16="http://schemas.microsoft.com/office/drawing/2014/main" id="{2CA66B84-4A49-4BF0-86CD-4C80C53B8D54}"/>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55" name="Group 54">
            <a:extLst>
              <a:ext uri="{FF2B5EF4-FFF2-40B4-BE49-F238E27FC236}">
                <a16:creationId xmlns:a16="http://schemas.microsoft.com/office/drawing/2014/main" id="{63CC5D8C-E7BD-4DD1-AEFB-AAC0D07C0B29}"/>
              </a:ext>
            </a:extLst>
          </p:cNvPr>
          <p:cNvGrpSpPr/>
          <p:nvPr/>
        </p:nvGrpSpPr>
        <p:grpSpPr>
          <a:xfrm>
            <a:off x="2781679" y="2671510"/>
            <a:ext cx="7405148" cy="4257696"/>
            <a:chOff x="2437685" y="1434803"/>
            <a:chExt cx="7405148" cy="4257696"/>
          </a:xfrm>
        </p:grpSpPr>
        <p:sp>
          <p:nvSpPr>
            <p:cNvPr id="56" name="Rectangle: Rounded Corners 55">
              <a:extLst>
                <a:ext uri="{FF2B5EF4-FFF2-40B4-BE49-F238E27FC236}">
                  <a16:creationId xmlns:a16="http://schemas.microsoft.com/office/drawing/2014/main" id="{8CD8C924-846D-46A2-97CB-7088227CBB12}"/>
                </a:ext>
              </a:extLst>
            </p:cNvPr>
            <p:cNvSpPr/>
            <p:nvPr/>
          </p:nvSpPr>
          <p:spPr>
            <a:xfrm>
              <a:off x="2437685" y="2472834"/>
              <a:ext cx="7405148" cy="2181626"/>
            </a:xfrm>
            <a:prstGeom prst="roundRect">
              <a:avLst/>
            </a:pr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Panggilan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konferensi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bahasa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Inggris</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Conference</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call</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adalah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istilah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yang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digunakan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untuk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panggilan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telepon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yang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menghubungkan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tiga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atau</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lebih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saluran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telepon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dalam</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waktu</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bersamaan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Conference</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Call</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memungkinkan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pengguna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telepon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yang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berbeda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lokasi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untuk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berkomunikasi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dan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bertukar</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informasi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a:t>
              </a:r>
              <a:endParaRPr lang="en-ID" sz="32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7" name="Oval 56">
              <a:extLst>
                <a:ext uri="{FF2B5EF4-FFF2-40B4-BE49-F238E27FC236}">
                  <a16:creationId xmlns:a16="http://schemas.microsoft.com/office/drawing/2014/main" id="{5FA3BD61-6469-4A04-A13C-63848FB0D6F9}"/>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8" name="Oval 57">
              <a:extLst>
                <a:ext uri="{FF2B5EF4-FFF2-40B4-BE49-F238E27FC236}">
                  <a16:creationId xmlns:a16="http://schemas.microsoft.com/office/drawing/2014/main" id="{4F18F20E-A4EF-4CF9-ABE6-57293F323B58}"/>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Tree>
    <p:extLst>
      <p:ext uri="{BB962C8B-B14F-4D97-AF65-F5344CB8AC3E}">
        <p14:creationId xmlns:p14="http://schemas.microsoft.com/office/powerpoint/2010/main" val="2335573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6"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359518"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316863" y="-45932"/>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899474"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552820"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309359"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577640" y="3247473"/>
              <a:ext cx="530600" cy="530600"/>
            </a:xfrm>
            <a:prstGeom prst="rect">
              <a:avLst/>
            </a:prstGeom>
          </p:spPr>
        </p:pic>
      </p:grpSp>
      <p:grpSp>
        <p:nvGrpSpPr>
          <p:cNvPr id="51" name="Group 50">
            <a:extLst>
              <a:ext uri="{FF2B5EF4-FFF2-40B4-BE49-F238E27FC236}">
                <a16:creationId xmlns:a16="http://schemas.microsoft.com/office/drawing/2014/main" id="{AB53C353-8B3B-4263-B29A-D43A6B2B6077}"/>
              </a:ext>
            </a:extLst>
          </p:cNvPr>
          <p:cNvGrpSpPr/>
          <p:nvPr/>
        </p:nvGrpSpPr>
        <p:grpSpPr>
          <a:xfrm>
            <a:off x="2377329" y="3074893"/>
            <a:ext cx="7405148" cy="3827868"/>
            <a:chOff x="2046954" y="1864631"/>
            <a:chExt cx="7405148" cy="3827868"/>
          </a:xfrm>
        </p:grpSpPr>
        <p:sp>
          <p:nvSpPr>
            <p:cNvPr id="52" name="Rectangle: Rounded Corners 51">
              <a:extLst>
                <a:ext uri="{FF2B5EF4-FFF2-40B4-BE49-F238E27FC236}">
                  <a16:creationId xmlns:a16="http://schemas.microsoft.com/office/drawing/2014/main" id="{E8931AE5-C23F-41A7-A525-A1559FE4CFBB}"/>
                </a:ext>
              </a:extLst>
            </p:cNvPr>
            <p:cNvSpPr/>
            <p:nvPr/>
          </p:nvSpPr>
          <p:spPr>
            <a:xfrm>
              <a:off x="2046954" y="2472838"/>
              <a:ext cx="7405148" cy="2181626"/>
            </a:xfrm>
            <a:prstGeom prst="roundRect">
              <a:avLst/>
            </a:pr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000" dirty="0">
                  <a:solidFill>
                    <a:schemeClr val="tx1">
                      <a:lumMod val="65000"/>
                      <a:lumOff val="35000"/>
                    </a:schemeClr>
                  </a:solidFill>
                  <a:effectLst/>
                  <a:latin typeface="Times New Roman" panose="02020603050405020304" pitchFamily="18" charset="0"/>
                  <a:ea typeface="Times New Roman" panose="02020603050405020304" pitchFamily="18" charset="0"/>
                </a:rPr>
                <a:t> Menurut </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Hidayat</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2018)</a:t>
              </a:r>
              <a:r>
                <a:rPr lang="id-ID" sz="2000" dirty="0">
                  <a:solidFill>
                    <a:schemeClr val="tx1">
                      <a:lumMod val="65000"/>
                      <a:lumOff val="35000"/>
                    </a:schemeClr>
                  </a:solidFill>
                  <a:effectLst/>
                  <a:latin typeface="Times New Roman" panose="02020603050405020304" pitchFamily="18" charset="0"/>
                  <a:ea typeface="Times New Roman" panose="02020603050405020304" pitchFamily="18" charset="0"/>
                </a:rPr>
                <a:t> Hosting juga memiliki arti layanan berbasis internet sebagai tempat penyimpanan data atau tempat menjalankan aplikasi ditempat terpusat yang disebut dengan server dan dapat diakses melalui jaringan internet.</a:t>
              </a:r>
              <a:endParaRPr lang="en-ID" sz="36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3" name="Oval 52">
              <a:extLst>
                <a:ext uri="{FF2B5EF4-FFF2-40B4-BE49-F238E27FC236}">
                  <a16:creationId xmlns:a16="http://schemas.microsoft.com/office/drawing/2014/main" id="{E9765545-D5E0-47FB-BE8D-06B53FE06E1E}"/>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4" name="Oval 53">
              <a:extLst>
                <a:ext uri="{FF2B5EF4-FFF2-40B4-BE49-F238E27FC236}">
                  <a16:creationId xmlns:a16="http://schemas.microsoft.com/office/drawing/2014/main" id="{9C97D07E-1DBA-405C-98A4-11C5CA042930}"/>
                </a:ext>
              </a:extLst>
            </p:cNvPr>
            <p:cNvSpPr/>
            <p:nvPr/>
          </p:nvSpPr>
          <p:spPr>
            <a:xfrm>
              <a:off x="5725247" y="1864631"/>
              <a:ext cx="1100812" cy="941772"/>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grpSp>
        <p:nvGrpSpPr>
          <p:cNvPr id="55" name="Group 54">
            <a:extLst>
              <a:ext uri="{FF2B5EF4-FFF2-40B4-BE49-F238E27FC236}">
                <a16:creationId xmlns:a16="http://schemas.microsoft.com/office/drawing/2014/main" id="{EB265A57-F0DB-4C51-BD78-04D95C5655D1}"/>
              </a:ext>
            </a:extLst>
          </p:cNvPr>
          <p:cNvGrpSpPr/>
          <p:nvPr/>
        </p:nvGrpSpPr>
        <p:grpSpPr>
          <a:xfrm>
            <a:off x="2376557" y="-683290"/>
            <a:ext cx="7405148" cy="4343424"/>
            <a:chOff x="2437685" y="1349075"/>
            <a:chExt cx="7405148" cy="4343424"/>
          </a:xfrm>
        </p:grpSpPr>
        <p:sp>
          <p:nvSpPr>
            <p:cNvPr id="56" name="Rectangle: Rounded Corners 55">
              <a:extLst>
                <a:ext uri="{FF2B5EF4-FFF2-40B4-BE49-F238E27FC236}">
                  <a16:creationId xmlns:a16="http://schemas.microsoft.com/office/drawing/2014/main" id="{26759733-96CD-4508-A63A-C20037498F02}"/>
                </a:ext>
              </a:extLst>
            </p:cNvPr>
            <p:cNvSpPr/>
            <p:nvPr/>
          </p:nvSpPr>
          <p:spPr>
            <a:xfrm>
              <a:off x="2437685" y="2472833"/>
              <a:ext cx="7405148" cy="2554545"/>
            </a:xfrm>
            <a:prstGeom prst="roundRect">
              <a:avLst/>
            </a:pr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WebRTC (RTC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mengacu</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pada </a:t>
              </a:r>
              <a:r>
                <a:rPr lang="en-US" sz="2000" i="1" spc="-5" dirty="0">
                  <a:solidFill>
                    <a:schemeClr val="tx1">
                      <a:lumMod val="65000"/>
                      <a:lumOff val="35000"/>
                    </a:schemeClr>
                  </a:solidFill>
                  <a:effectLst/>
                  <a:latin typeface="Times New Roman" panose="02020603050405020304" pitchFamily="18" charset="0"/>
                  <a:ea typeface="Times New Roman" panose="02020603050405020304" pitchFamily="18" charset="0"/>
                </a:rPr>
                <a:t>Real-Time Communications</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adalah</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sebuah</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teknologi</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yang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memungkinkan</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pengiriman</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spc="-5" dirty="0">
                  <a:solidFill>
                    <a:schemeClr val="tx1">
                      <a:lumMod val="65000"/>
                      <a:lumOff val="35000"/>
                    </a:schemeClr>
                  </a:solidFill>
                  <a:effectLst/>
                  <a:latin typeface="Times New Roman" panose="02020603050405020304" pitchFamily="18" charset="0"/>
                  <a:ea typeface="Times New Roman" panose="02020603050405020304" pitchFamily="18" charset="0"/>
                </a:rPr>
                <a:t>audio</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atau</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spc="-5" dirty="0">
                  <a:solidFill>
                    <a:schemeClr val="tx1">
                      <a:lumMod val="65000"/>
                      <a:lumOff val="35000"/>
                    </a:schemeClr>
                  </a:solidFill>
                  <a:effectLst/>
                  <a:latin typeface="Times New Roman" panose="02020603050405020304" pitchFamily="18" charset="0"/>
                  <a:ea typeface="Times New Roman" panose="02020603050405020304" pitchFamily="18" charset="0"/>
                </a:rPr>
                <a:t>video</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serta</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berbagi</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data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antar</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peramban</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web (</a:t>
              </a:r>
              <a:r>
                <a:rPr lang="en-US" sz="2000" i="1" spc="-5" dirty="0">
                  <a:solidFill>
                    <a:schemeClr val="tx1">
                      <a:lumMod val="65000"/>
                      <a:lumOff val="35000"/>
                    </a:schemeClr>
                  </a:solidFill>
                  <a:effectLst/>
                  <a:latin typeface="Times New Roman" panose="02020603050405020304" pitchFamily="18" charset="0"/>
                  <a:ea typeface="Times New Roman" panose="02020603050405020304" pitchFamily="18" charset="0"/>
                </a:rPr>
                <a:t>peer</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Sebagai</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sebuah</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standar</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WebRTC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menghadirkan</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fitur</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pada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peramban</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web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untuk</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berbagi</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data dan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melakukan</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telekonferensi</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secara</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spc="-5" dirty="0">
                  <a:solidFill>
                    <a:schemeClr val="tx1">
                      <a:lumMod val="65000"/>
                      <a:lumOff val="35000"/>
                    </a:schemeClr>
                  </a:solidFill>
                  <a:effectLst/>
                  <a:latin typeface="Times New Roman" panose="02020603050405020304" pitchFamily="18" charset="0"/>
                  <a:ea typeface="Times New Roman" panose="02020603050405020304" pitchFamily="18" charset="0"/>
                </a:rPr>
                <a:t>peer-to-peer</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tanpa</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perlu</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memasang</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i="1" spc="-5" dirty="0">
                  <a:solidFill>
                    <a:schemeClr val="tx1">
                      <a:lumMod val="65000"/>
                      <a:lumOff val="35000"/>
                    </a:schemeClr>
                  </a:solidFill>
                  <a:effectLst/>
                  <a:latin typeface="Times New Roman" panose="02020603050405020304" pitchFamily="18" charset="0"/>
                  <a:ea typeface="Times New Roman" panose="02020603050405020304" pitchFamily="18" charset="0"/>
                </a:rPr>
                <a:t>plugins</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atau</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aplikasi</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pihak</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spc="-5" dirty="0" err="1">
                  <a:solidFill>
                    <a:schemeClr val="tx1">
                      <a:lumMod val="65000"/>
                      <a:lumOff val="35000"/>
                    </a:schemeClr>
                  </a:solidFill>
                  <a:effectLst/>
                  <a:latin typeface="Times New Roman" panose="02020603050405020304" pitchFamily="18" charset="0"/>
                  <a:ea typeface="Times New Roman" panose="02020603050405020304" pitchFamily="18" charset="0"/>
                </a:rPr>
                <a:t>ketiga</a:t>
              </a:r>
              <a:r>
                <a:rPr lang="en-US" sz="2000" spc="-5" dirty="0">
                  <a:solidFill>
                    <a:schemeClr val="tx1">
                      <a:lumMod val="65000"/>
                      <a:lumOff val="35000"/>
                    </a:schemeClr>
                  </a:solidFill>
                  <a:effectLst/>
                  <a:latin typeface="Times New Roman" panose="02020603050405020304" pitchFamily="18" charset="0"/>
                  <a:ea typeface="Times New Roman" panose="02020603050405020304" pitchFamily="18" charset="0"/>
                </a:rPr>
                <a:t>. (contributors, 2019)</a:t>
              </a:r>
              <a:endParaRPr lang="en-ID" sz="36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7" name="Oval 56">
              <a:extLst>
                <a:ext uri="{FF2B5EF4-FFF2-40B4-BE49-F238E27FC236}">
                  <a16:creationId xmlns:a16="http://schemas.microsoft.com/office/drawing/2014/main" id="{7A3FFE83-9DEA-4206-971C-362724C11056}"/>
                </a:ext>
              </a:extLst>
            </p:cNvPr>
            <p:cNvSpPr/>
            <p:nvPr/>
          </p:nvSpPr>
          <p:spPr>
            <a:xfrm>
              <a:off x="5711637" y="4849547"/>
              <a:ext cx="1145272" cy="842952"/>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8" name="Oval 57">
              <a:extLst>
                <a:ext uri="{FF2B5EF4-FFF2-40B4-BE49-F238E27FC236}">
                  <a16:creationId xmlns:a16="http://schemas.microsoft.com/office/drawing/2014/main" id="{C7C902C4-60F2-4898-9CC8-C9D8B60608DD}"/>
                </a:ext>
              </a:extLst>
            </p:cNvPr>
            <p:cNvSpPr/>
            <p:nvPr/>
          </p:nvSpPr>
          <p:spPr>
            <a:xfrm>
              <a:off x="5454459" y="1349075"/>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Tree>
    <p:extLst>
      <p:ext uri="{BB962C8B-B14F-4D97-AF65-F5344CB8AC3E}">
        <p14:creationId xmlns:p14="http://schemas.microsoft.com/office/powerpoint/2010/main" val="10621444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6"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359518"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310664"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670355" y="0"/>
            <a:ext cx="10133987"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38311"/>
              <a:ext cx="1992086" cy="348927"/>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509957"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266496"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06216" y="3247473"/>
              <a:ext cx="530600" cy="530600"/>
            </a:xfrm>
            <a:prstGeom prst="rect">
              <a:avLst/>
            </a:prstGeom>
          </p:spPr>
        </p:pic>
      </p:grpSp>
      <p:grpSp>
        <p:nvGrpSpPr>
          <p:cNvPr id="51" name="Group 50">
            <a:extLst>
              <a:ext uri="{FF2B5EF4-FFF2-40B4-BE49-F238E27FC236}">
                <a16:creationId xmlns:a16="http://schemas.microsoft.com/office/drawing/2014/main" id="{C97B2E03-9A50-4288-A736-32F24C7CC321}"/>
              </a:ext>
            </a:extLst>
          </p:cNvPr>
          <p:cNvGrpSpPr/>
          <p:nvPr/>
        </p:nvGrpSpPr>
        <p:grpSpPr>
          <a:xfrm>
            <a:off x="1723005" y="-616337"/>
            <a:ext cx="7405148" cy="3444777"/>
            <a:chOff x="2437685" y="1349075"/>
            <a:chExt cx="7405148" cy="4469801"/>
          </a:xfrm>
        </p:grpSpPr>
        <p:sp>
          <p:nvSpPr>
            <p:cNvPr id="52" name="Rectangle: Rounded Corners 51">
              <a:extLst>
                <a:ext uri="{FF2B5EF4-FFF2-40B4-BE49-F238E27FC236}">
                  <a16:creationId xmlns:a16="http://schemas.microsoft.com/office/drawing/2014/main" id="{6455720D-E7AE-4A51-9D5C-295F7E2D78D1}"/>
                </a:ext>
              </a:extLst>
            </p:cNvPr>
            <p:cNvSpPr/>
            <p:nvPr/>
          </p:nvSpPr>
          <p:spPr>
            <a:xfrm>
              <a:off x="2437685" y="2472833"/>
              <a:ext cx="7405148" cy="2554545"/>
            </a:xfrm>
            <a:prstGeom prst="roundRect">
              <a:avLst/>
            </a:pr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effectLst/>
                  <a:latin typeface="Times New Roman" panose="02020603050405020304" pitchFamily="18" charset="0"/>
                  <a:ea typeface="Times New Roman" panose="02020603050405020304" pitchFamily="18" charset="0"/>
                </a:rPr>
                <a:t>Parameter </a:t>
              </a:r>
              <a:r>
                <a:rPr lang="en-US" sz="2000" dirty="0" err="1">
                  <a:effectLst/>
                  <a:latin typeface="Times New Roman" panose="02020603050405020304" pitchFamily="18" charset="0"/>
                  <a:ea typeface="Times New Roman" panose="02020603050405020304" pitchFamily="18" charset="0"/>
                </a:rPr>
                <a:t>kualitas</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layanan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video conference </a:t>
              </a:r>
              <a:r>
                <a:rPr lang="en-US" sz="2000" dirty="0">
                  <a:effectLst/>
                  <a:latin typeface="Times New Roman" panose="02020603050405020304" pitchFamily="18" charset="0"/>
                  <a:ea typeface="Times New Roman" panose="02020603050405020304" pitchFamily="18" charset="0"/>
                </a:rPr>
                <a:t> yang </a:t>
              </a:r>
              <a:r>
                <a:rPr lang="en-US" sz="2000" dirty="0" err="1">
                  <a:effectLst/>
                  <a:latin typeface="Times New Roman" panose="02020603050405020304" pitchFamily="18" charset="0"/>
                  <a:ea typeface="Times New Roman" panose="02020603050405020304" pitchFamily="18" charset="0"/>
                </a:rPr>
                <a:t>melalui</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jaringan</a:t>
              </a:r>
              <a:r>
                <a:rPr lang="en-US" sz="2000" dirty="0">
                  <a:effectLst/>
                  <a:latin typeface="Times New Roman" panose="02020603050405020304" pitchFamily="18" charset="0"/>
                  <a:ea typeface="Times New Roman" panose="02020603050405020304" pitchFamily="18" charset="0"/>
                </a:rPr>
                <a:t> IP </a:t>
              </a:r>
              <a:r>
                <a:rPr lang="en-US" sz="2000" dirty="0" err="1">
                  <a:effectLst/>
                  <a:latin typeface="Times New Roman" panose="02020603050405020304" pitchFamily="18" charset="0"/>
                  <a:ea typeface="Times New Roman" panose="02020603050405020304" pitchFamily="18" charset="0"/>
                </a:rPr>
                <a:t>ditentukan</a:t>
              </a:r>
              <a:r>
                <a:rPr lang="en-US" sz="2000" dirty="0">
                  <a:effectLst/>
                  <a:latin typeface="Times New Roman" panose="02020603050405020304" pitchFamily="18" charset="0"/>
                  <a:ea typeface="Times New Roman" panose="02020603050405020304" pitchFamily="18" charset="0"/>
                </a:rPr>
                <a:t> oleh </a:t>
              </a:r>
              <a:r>
                <a:rPr lang="en-US" sz="2000" i="1" dirty="0">
                  <a:effectLst/>
                  <a:latin typeface="Times New Roman" panose="02020603050405020304" pitchFamily="18" charset="0"/>
                  <a:ea typeface="Times New Roman" panose="02020603050405020304" pitchFamily="18" charset="0"/>
                </a:rPr>
                <a:t>Quality of Service </a:t>
              </a:r>
              <a:r>
                <a:rPr lang="en-US" sz="2000" dirty="0">
                  <a:effectLst/>
                  <a:latin typeface="Times New Roman" panose="02020603050405020304" pitchFamily="18" charset="0"/>
                  <a:ea typeface="Times New Roman" panose="02020603050405020304" pitchFamily="18" charset="0"/>
                </a:rPr>
                <a:t>(QoS)</a:t>
              </a:r>
              <a:r>
                <a:rPr lang="en-US" sz="2000" i="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 QoS </a:t>
              </a:r>
              <a:r>
                <a:rPr lang="en-US" sz="2000" dirty="0" err="1">
                  <a:effectLst/>
                  <a:latin typeface="Times New Roman" panose="02020603050405020304" pitchFamily="18" charset="0"/>
                  <a:ea typeface="Times New Roman" panose="02020603050405020304" pitchFamily="18" charset="0"/>
                </a:rPr>
                <a:t>sangat</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tergantung</a:t>
              </a:r>
              <a:r>
                <a:rPr lang="en-US" sz="2000" dirty="0">
                  <a:effectLst/>
                  <a:latin typeface="Times New Roman" panose="02020603050405020304" pitchFamily="18" charset="0"/>
                  <a:ea typeface="Times New Roman" panose="02020603050405020304" pitchFamily="18" charset="0"/>
                </a:rPr>
                <a:t> pada </a:t>
              </a:r>
              <a:r>
                <a:rPr lang="en-US" sz="2000" i="1" dirty="0">
                  <a:effectLst/>
                  <a:latin typeface="Times New Roman" panose="02020603050405020304" pitchFamily="18" charset="0"/>
                  <a:ea typeface="Times New Roman" panose="02020603050405020304" pitchFamily="18" charset="0"/>
                </a:rPr>
                <a:t>throughput </a:t>
              </a:r>
              <a:r>
                <a:rPr lang="en-US" sz="2000" dirty="0" err="1">
                  <a:effectLst/>
                  <a:latin typeface="Times New Roman" panose="02020603050405020304" pitchFamily="18" charset="0"/>
                  <a:ea typeface="Times New Roman" panose="02020603050405020304" pitchFamily="18" charset="0"/>
                </a:rPr>
                <a:t>kanal</a:t>
              </a:r>
              <a:r>
                <a:rPr lang="en-US" sz="2000" dirty="0">
                  <a:effectLst/>
                  <a:latin typeface="Times New Roman" panose="02020603050405020304" pitchFamily="18" charset="0"/>
                  <a:ea typeface="Times New Roman" panose="02020603050405020304" pitchFamily="18" charset="0"/>
                </a:rPr>
                <a:t> dan </a:t>
              </a:r>
              <a:r>
                <a:rPr lang="en-US" sz="2000" i="1" dirty="0">
                  <a:effectLst/>
                  <a:latin typeface="Times New Roman" panose="02020603050405020304" pitchFamily="18" charset="0"/>
                  <a:ea typeface="Times New Roman" panose="02020603050405020304" pitchFamily="18" charset="0"/>
                </a:rPr>
                <a:t>traffic </a:t>
              </a:r>
              <a:r>
                <a:rPr lang="en-US" sz="2000" dirty="0">
                  <a:effectLst/>
                  <a:latin typeface="Times New Roman" panose="02020603050405020304" pitchFamily="18" charset="0"/>
                  <a:ea typeface="Times New Roman" panose="02020603050405020304" pitchFamily="18" charset="0"/>
                </a:rPr>
                <a:t> yang </a:t>
              </a:r>
              <a:r>
                <a:rPr lang="en-US" sz="2000" dirty="0" err="1">
                  <a:effectLst/>
                  <a:latin typeface="Times New Roman" panose="02020603050405020304" pitchFamily="18" charset="0"/>
                  <a:ea typeface="Times New Roman" panose="02020603050405020304" pitchFamily="18" charset="0"/>
                </a:rPr>
                <a:t>aktual</a:t>
              </a:r>
              <a:r>
                <a:rPr lang="en-US" sz="2000" dirty="0">
                  <a:effectLst/>
                  <a:latin typeface="Times New Roman" panose="02020603050405020304" pitchFamily="18" charset="0"/>
                  <a:ea typeface="Times New Roman" panose="02020603050405020304" pitchFamily="18" charset="0"/>
                </a:rPr>
                <a:t>.</a:t>
              </a:r>
              <a:endParaRPr lang="en-ID" sz="40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3" name="Oval 52">
              <a:extLst>
                <a:ext uri="{FF2B5EF4-FFF2-40B4-BE49-F238E27FC236}">
                  <a16:creationId xmlns:a16="http://schemas.microsoft.com/office/drawing/2014/main" id="{9F5C5974-6051-427B-A710-DCA067022ED7}"/>
                </a:ext>
              </a:extLst>
            </p:cNvPr>
            <p:cNvSpPr/>
            <p:nvPr/>
          </p:nvSpPr>
          <p:spPr>
            <a:xfrm>
              <a:off x="5583048" y="4589997"/>
              <a:ext cx="1145272" cy="1228879"/>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4" name="Oval 53">
              <a:extLst>
                <a:ext uri="{FF2B5EF4-FFF2-40B4-BE49-F238E27FC236}">
                  <a16:creationId xmlns:a16="http://schemas.microsoft.com/office/drawing/2014/main" id="{FF17ED5A-4597-4B10-90D4-FD266A77F420}"/>
                </a:ext>
              </a:extLst>
            </p:cNvPr>
            <p:cNvSpPr/>
            <p:nvPr/>
          </p:nvSpPr>
          <p:spPr>
            <a:xfrm>
              <a:off x="5454459" y="1349075"/>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grpSp>
        <p:nvGrpSpPr>
          <p:cNvPr id="9" name="Group 8">
            <a:extLst>
              <a:ext uri="{FF2B5EF4-FFF2-40B4-BE49-F238E27FC236}">
                <a16:creationId xmlns:a16="http://schemas.microsoft.com/office/drawing/2014/main" id="{61412B42-B0AE-4852-B239-C1EB8B032571}"/>
              </a:ext>
            </a:extLst>
          </p:cNvPr>
          <p:cNvGrpSpPr/>
          <p:nvPr/>
        </p:nvGrpSpPr>
        <p:grpSpPr>
          <a:xfrm>
            <a:off x="1753752" y="2659731"/>
            <a:ext cx="3264698" cy="787762"/>
            <a:chOff x="1753752" y="2659731"/>
            <a:chExt cx="3264698" cy="787762"/>
          </a:xfrm>
        </p:grpSpPr>
        <p:sp>
          <p:nvSpPr>
            <p:cNvPr id="69" name="Rectangle: Rounded Corners 68">
              <a:extLst>
                <a:ext uri="{FF2B5EF4-FFF2-40B4-BE49-F238E27FC236}">
                  <a16:creationId xmlns:a16="http://schemas.microsoft.com/office/drawing/2014/main" id="{8F1B377B-30D2-4550-8001-D46EDC97C923}"/>
                </a:ext>
              </a:extLst>
            </p:cNvPr>
            <p:cNvSpPr/>
            <p:nvPr/>
          </p:nvSpPr>
          <p:spPr>
            <a:xfrm>
              <a:off x="1753752" y="2659731"/>
              <a:ext cx="3264698" cy="77152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bg1"/>
                  </a:solidFill>
                </a:rPr>
                <a:t>Delay</a:t>
              </a:r>
              <a:endParaRPr lang="en-ID" sz="2400" dirty="0">
                <a:solidFill>
                  <a:schemeClr val="bg1"/>
                </a:solidFill>
              </a:endParaRPr>
            </a:p>
          </p:txBody>
        </p:sp>
        <p:pic>
          <p:nvPicPr>
            <p:cNvPr id="3" name="Graphic 2" descr="Connections">
              <a:extLst>
                <a:ext uri="{FF2B5EF4-FFF2-40B4-BE49-F238E27FC236}">
                  <a16:creationId xmlns:a16="http://schemas.microsoft.com/office/drawing/2014/main" id="{BC4CD109-342B-46E5-92C8-72DCAC8B0C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96189" y="2667987"/>
              <a:ext cx="779506" cy="779506"/>
            </a:xfrm>
            <a:prstGeom prst="rect">
              <a:avLst/>
            </a:prstGeom>
          </p:spPr>
        </p:pic>
      </p:grpSp>
      <p:grpSp>
        <p:nvGrpSpPr>
          <p:cNvPr id="10" name="Group 9">
            <a:extLst>
              <a:ext uri="{FF2B5EF4-FFF2-40B4-BE49-F238E27FC236}">
                <a16:creationId xmlns:a16="http://schemas.microsoft.com/office/drawing/2014/main" id="{0A637FB5-B8A8-43EB-9C07-215F8DF8053D}"/>
              </a:ext>
            </a:extLst>
          </p:cNvPr>
          <p:cNvGrpSpPr/>
          <p:nvPr/>
        </p:nvGrpSpPr>
        <p:grpSpPr>
          <a:xfrm>
            <a:off x="1795419" y="3810948"/>
            <a:ext cx="3264698" cy="771525"/>
            <a:chOff x="1795419" y="3810948"/>
            <a:chExt cx="3264698" cy="771525"/>
          </a:xfrm>
        </p:grpSpPr>
        <p:sp>
          <p:nvSpPr>
            <p:cNvPr id="76" name="Rectangle: Rounded Corners 75">
              <a:extLst>
                <a:ext uri="{FF2B5EF4-FFF2-40B4-BE49-F238E27FC236}">
                  <a16:creationId xmlns:a16="http://schemas.microsoft.com/office/drawing/2014/main" id="{0D9164E4-C543-4A5B-828E-072D6A6F6C36}"/>
                </a:ext>
              </a:extLst>
            </p:cNvPr>
            <p:cNvSpPr/>
            <p:nvPr/>
          </p:nvSpPr>
          <p:spPr>
            <a:xfrm>
              <a:off x="1795419" y="3810948"/>
              <a:ext cx="3264698" cy="77152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bg1"/>
                  </a:solidFill>
                </a:rPr>
                <a:t>Jitter</a:t>
              </a:r>
              <a:endParaRPr lang="en-ID" sz="2400" dirty="0">
                <a:solidFill>
                  <a:schemeClr val="bg1"/>
                </a:solidFill>
              </a:endParaRPr>
            </a:p>
          </p:txBody>
        </p:sp>
        <p:pic>
          <p:nvPicPr>
            <p:cNvPr id="5" name="Graphic 4" descr="Comet">
              <a:extLst>
                <a:ext uri="{FF2B5EF4-FFF2-40B4-BE49-F238E27FC236}">
                  <a16:creationId xmlns:a16="http://schemas.microsoft.com/office/drawing/2014/main" id="{6BCD179D-255B-4598-BAAE-335577BF31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40506" y="3810948"/>
              <a:ext cx="709935" cy="709935"/>
            </a:xfrm>
            <a:prstGeom prst="rect">
              <a:avLst/>
            </a:prstGeom>
          </p:spPr>
        </p:pic>
      </p:grpSp>
      <p:grpSp>
        <p:nvGrpSpPr>
          <p:cNvPr id="8" name="Group 7">
            <a:extLst>
              <a:ext uri="{FF2B5EF4-FFF2-40B4-BE49-F238E27FC236}">
                <a16:creationId xmlns:a16="http://schemas.microsoft.com/office/drawing/2014/main" id="{D4F56E64-834D-48F5-8C57-33BB4661BDE7}"/>
              </a:ext>
            </a:extLst>
          </p:cNvPr>
          <p:cNvGrpSpPr/>
          <p:nvPr/>
        </p:nvGrpSpPr>
        <p:grpSpPr>
          <a:xfrm>
            <a:off x="5749101" y="2613359"/>
            <a:ext cx="3264698" cy="771525"/>
            <a:chOff x="5749101" y="2613359"/>
            <a:chExt cx="3264698" cy="771525"/>
          </a:xfrm>
        </p:grpSpPr>
        <p:sp>
          <p:nvSpPr>
            <p:cNvPr id="82" name="Rectangle: Rounded Corners 81">
              <a:extLst>
                <a:ext uri="{FF2B5EF4-FFF2-40B4-BE49-F238E27FC236}">
                  <a16:creationId xmlns:a16="http://schemas.microsoft.com/office/drawing/2014/main" id="{8A96CCB7-DF6A-4BB9-8001-FAF7A2BFE5B8}"/>
                </a:ext>
              </a:extLst>
            </p:cNvPr>
            <p:cNvSpPr/>
            <p:nvPr/>
          </p:nvSpPr>
          <p:spPr>
            <a:xfrm>
              <a:off x="5749101" y="2613359"/>
              <a:ext cx="3264698" cy="77152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bg1"/>
                  </a:solidFill>
                </a:rPr>
                <a:t>Packet loss ration</a:t>
              </a:r>
              <a:endParaRPr lang="en-ID" sz="2400" dirty="0">
                <a:solidFill>
                  <a:schemeClr val="bg1"/>
                </a:solidFill>
              </a:endParaRPr>
            </a:p>
          </p:txBody>
        </p:sp>
        <p:pic>
          <p:nvPicPr>
            <p:cNvPr id="7" name="Graphic 6" descr="Downward trend">
              <a:extLst>
                <a:ext uri="{FF2B5EF4-FFF2-40B4-BE49-F238E27FC236}">
                  <a16:creationId xmlns:a16="http://schemas.microsoft.com/office/drawing/2014/main" id="{841538F4-E034-426C-BA03-6144EB60600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98033" y="2659731"/>
              <a:ext cx="654017" cy="654017"/>
            </a:xfrm>
            <a:prstGeom prst="rect">
              <a:avLst/>
            </a:prstGeom>
          </p:spPr>
        </p:pic>
      </p:grpSp>
      <p:grpSp>
        <p:nvGrpSpPr>
          <p:cNvPr id="83" name="Group 82">
            <a:extLst>
              <a:ext uri="{FF2B5EF4-FFF2-40B4-BE49-F238E27FC236}">
                <a16:creationId xmlns:a16="http://schemas.microsoft.com/office/drawing/2014/main" id="{67593766-4908-4969-9388-7196C839D443}"/>
              </a:ext>
            </a:extLst>
          </p:cNvPr>
          <p:cNvGrpSpPr/>
          <p:nvPr/>
        </p:nvGrpSpPr>
        <p:grpSpPr>
          <a:xfrm>
            <a:off x="5733264" y="3749358"/>
            <a:ext cx="3264698" cy="771525"/>
            <a:chOff x="1795419" y="3810948"/>
            <a:chExt cx="3264698" cy="771525"/>
          </a:xfrm>
        </p:grpSpPr>
        <p:sp>
          <p:nvSpPr>
            <p:cNvPr id="84" name="Rectangle: Rounded Corners 83">
              <a:extLst>
                <a:ext uri="{FF2B5EF4-FFF2-40B4-BE49-F238E27FC236}">
                  <a16:creationId xmlns:a16="http://schemas.microsoft.com/office/drawing/2014/main" id="{A80ADEB2-7533-4830-91C0-1D478E16D086}"/>
                </a:ext>
              </a:extLst>
            </p:cNvPr>
            <p:cNvSpPr/>
            <p:nvPr/>
          </p:nvSpPr>
          <p:spPr>
            <a:xfrm>
              <a:off x="1795419" y="3810948"/>
              <a:ext cx="3264698" cy="77152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effectLst/>
                  <a:latin typeface="+mj-lt"/>
                  <a:ea typeface="Times New Roman" panose="02020603050405020304" pitchFamily="18" charset="0"/>
                </a:rPr>
                <a:t>Throughput</a:t>
              </a:r>
              <a:endParaRPr lang="en-ID" sz="3200" dirty="0">
                <a:solidFill>
                  <a:schemeClr val="bg1"/>
                </a:solidFill>
                <a:latin typeface="+mj-lt"/>
              </a:endParaRPr>
            </a:p>
          </p:txBody>
        </p:sp>
        <p:pic>
          <p:nvPicPr>
            <p:cNvPr id="85" name="Graphic 84" descr="Comet">
              <a:extLst>
                <a:ext uri="{FF2B5EF4-FFF2-40B4-BE49-F238E27FC236}">
                  <a16:creationId xmlns:a16="http://schemas.microsoft.com/office/drawing/2014/main" id="{8EA7F506-EBC7-41E0-8D64-16C2E9B559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40506" y="3810948"/>
              <a:ext cx="709935" cy="709935"/>
            </a:xfrm>
            <a:prstGeom prst="rect">
              <a:avLst/>
            </a:prstGeom>
          </p:spPr>
        </p:pic>
      </p:grpSp>
    </p:spTree>
    <p:extLst>
      <p:ext uri="{BB962C8B-B14F-4D97-AF65-F5344CB8AC3E}">
        <p14:creationId xmlns:p14="http://schemas.microsoft.com/office/powerpoint/2010/main" val="41059204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par>
                                <p:cTn id="8" presetID="2" presetClass="entr" presetSubtype="1"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 calcmode="lin" valueType="num">
                                      <p:cBhvr additive="base">
                                        <p:cTn id="10" dur="500" fill="hold"/>
                                        <p:tgtEl>
                                          <p:spTgt spid="51"/>
                                        </p:tgtEl>
                                        <p:attrNameLst>
                                          <p:attrName>ppt_x</p:attrName>
                                        </p:attrNameLst>
                                      </p:cBhvr>
                                      <p:tavLst>
                                        <p:tav tm="0">
                                          <p:val>
                                            <p:strVal val="#ppt_x"/>
                                          </p:val>
                                        </p:tav>
                                        <p:tav tm="100000">
                                          <p:val>
                                            <p:strVal val="#ppt_x"/>
                                          </p:val>
                                        </p:tav>
                                      </p:tavLst>
                                    </p:anim>
                                    <p:anim calcmode="lin" valueType="num">
                                      <p:cBhvr additive="base">
                                        <p:cTn id="11"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anim calcmode="lin" valueType="num">
                                      <p:cBhvr>
                                        <p:cTn id="17" dur="1000" fill="hold"/>
                                        <p:tgtEl>
                                          <p:spTgt spid="9"/>
                                        </p:tgtEl>
                                        <p:attrNameLst>
                                          <p:attrName>ppt_x</p:attrName>
                                        </p:attrNameLst>
                                      </p:cBhvr>
                                      <p:tavLst>
                                        <p:tav tm="0">
                                          <p:val>
                                            <p:strVal val="#ppt_x"/>
                                          </p:val>
                                        </p:tav>
                                        <p:tav tm="100000">
                                          <p:val>
                                            <p:strVal val="#ppt_x"/>
                                          </p:val>
                                        </p:tav>
                                      </p:tavLst>
                                    </p:anim>
                                    <p:anim calcmode="lin" valueType="num">
                                      <p:cBhvr>
                                        <p:cTn id="1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anim calcmode="lin" valueType="num">
                                      <p:cBhvr>
                                        <p:cTn id="31" dur="1000" fill="hold"/>
                                        <p:tgtEl>
                                          <p:spTgt spid="8"/>
                                        </p:tgtEl>
                                        <p:attrNameLst>
                                          <p:attrName>ppt_x</p:attrName>
                                        </p:attrNameLst>
                                      </p:cBhvr>
                                      <p:tavLst>
                                        <p:tav tm="0">
                                          <p:val>
                                            <p:strVal val="#ppt_x"/>
                                          </p:val>
                                        </p:tav>
                                        <p:tav tm="100000">
                                          <p:val>
                                            <p:strVal val="#ppt_x"/>
                                          </p:val>
                                        </p:tav>
                                      </p:tavLst>
                                    </p:anim>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83"/>
                                        </p:tgtEl>
                                        <p:attrNameLst>
                                          <p:attrName>style.visibility</p:attrName>
                                        </p:attrNameLst>
                                      </p:cBhvr>
                                      <p:to>
                                        <p:strVal val="visible"/>
                                      </p:to>
                                    </p:set>
                                    <p:animEffect transition="in" filter="fade">
                                      <p:cBhvr>
                                        <p:cTn id="37" dur="1000"/>
                                        <p:tgtEl>
                                          <p:spTgt spid="83"/>
                                        </p:tgtEl>
                                      </p:cBhvr>
                                    </p:animEffect>
                                    <p:anim calcmode="lin" valueType="num">
                                      <p:cBhvr>
                                        <p:cTn id="38" dur="1000" fill="hold"/>
                                        <p:tgtEl>
                                          <p:spTgt spid="83"/>
                                        </p:tgtEl>
                                        <p:attrNameLst>
                                          <p:attrName>ppt_x</p:attrName>
                                        </p:attrNameLst>
                                      </p:cBhvr>
                                      <p:tavLst>
                                        <p:tav tm="0">
                                          <p:val>
                                            <p:strVal val="#ppt_x"/>
                                          </p:val>
                                        </p:tav>
                                        <p:tav tm="100000">
                                          <p:val>
                                            <p:strVal val="#ppt_x"/>
                                          </p:val>
                                        </p:tav>
                                      </p:tavLst>
                                    </p:anim>
                                    <p:anim calcmode="lin" valueType="num">
                                      <p:cBhvr>
                                        <p:cTn id="39" dur="1000" fill="hold"/>
                                        <p:tgtEl>
                                          <p:spTgt spid="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6"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359518"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310664"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1230248"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578448" y="-1"/>
            <a:ext cx="9733657"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295076"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591928" y="3247473"/>
              <a:ext cx="530600" cy="530600"/>
            </a:xfrm>
            <a:prstGeom prst="rect">
              <a:avLst/>
            </a:prstGeom>
          </p:spPr>
        </p:pic>
      </p:grpSp>
      <p:pic>
        <p:nvPicPr>
          <p:cNvPr id="4" name="Graphic 3">
            <a:extLst>
              <a:ext uri="{FF2B5EF4-FFF2-40B4-BE49-F238E27FC236}">
                <a16:creationId xmlns:a16="http://schemas.microsoft.com/office/drawing/2014/main" id="{C4F6962B-FA09-40D3-9522-695C834D9D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3358" y="1"/>
            <a:ext cx="807915" cy="1142374"/>
          </a:xfrm>
          <a:prstGeom prst="rect">
            <a:avLst/>
          </a:prstGeom>
        </p:spPr>
      </p:pic>
      <p:pic>
        <p:nvPicPr>
          <p:cNvPr id="6" name="Graphic 5">
            <a:extLst>
              <a:ext uri="{FF2B5EF4-FFF2-40B4-BE49-F238E27FC236}">
                <a16:creationId xmlns:a16="http://schemas.microsoft.com/office/drawing/2014/main" id="{4DFBE30C-FA54-495C-AD2F-897D385FE36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29742" y="3247473"/>
            <a:ext cx="1594235" cy="680207"/>
          </a:xfrm>
          <a:prstGeom prst="rect">
            <a:avLst/>
          </a:prstGeom>
        </p:spPr>
      </p:pic>
      <p:grpSp>
        <p:nvGrpSpPr>
          <p:cNvPr id="56" name="Group 55">
            <a:extLst>
              <a:ext uri="{FF2B5EF4-FFF2-40B4-BE49-F238E27FC236}">
                <a16:creationId xmlns:a16="http://schemas.microsoft.com/office/drawing/2014/main" id="{BAC52986-7062-429E-B2C3-729BE77F8358}"/>
              </a:ext>
            </a:extLst>
          </p:cNvPr>
          <p:cNvGrpSpPr/>
          <p:nvPr/>
        </p:nvGrpSpPr>
        <p:grpSpPr>
          <a:xfrm>
            <a:off x="1738868" y="416771"/>
            <a:ext cx="6062789" cy="3227600"/>
            <a:chOff x="2480549" y="1349075"/>
            <a:chExt cx="7362284" cy="4856797"/>
          </a:xfrm>
        </p:grpSpPr>
        <p:sp>
          <p:nvSpPr>
            <p:cNvPr id="57" name="Rectangle: Rounded Corners 56">
              <a:extLst>
                <a:ext uri="{FF2B5EF4-FFF2-40B4-BE49-F238E27FC236}">
                  <a16:creationId xmlns:a16="http://schemas.microsoft.com/office/drawing/2014/main" id="{B48703D7-A82B-4F86-BD3F-2EA87B27CCB8}"/>
                </a:ext>
              </a:extLst>
            </p:cNvPr>
            <p:cNvSpPr/>
            <p:nvPr/>
          </p:nvSpPr>
          <p:spPr>
            <a:xfrm>
              <a:off x="2480549" y="2472833"/>
              <a:ext cx="7362284" cy="2825353"/>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Jitsi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merupakan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perangkat</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lunak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bebas</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dan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open source </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berbasis</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browser yang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memungkinkan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penggunanya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untuk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mengatur</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lansung</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sebuah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konferensi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di Web.</a:t>
              </a:r>
              <a:r>
                <a:rPr lang="id-ID" sz="2000" dirty="0">
                  <a:solidFill>
                    <a:schemeClr val="tx1">
                      <a:lumMod val="65000"/>
                      <a:lumOff val="35000"/>
                    </a:schemeClr>
                  </a:solidFill>
                  <a:effectLst/>
                  <a:latin typeface="Times New Roman" panose="02020603050405020304" pitchFamily="18" charset="0"/>
                  <a:ea typeface="Times New Roman" panose="02020603050405020304" pitchFamily="18" charset="0"/>
                </a:rPr>
                <a:t> Jitsi memungkinkan panggilan konferensi </a:t>
              </a:r>
              <a:r>
                <a:rPr lang="id-ID"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video/audio</a:t>
              </a:r>
              <a:r>
                <a:rPr lang="id-ID" sz="2000" dirty="0">
                  <a:solidFill>
                    <a:schemeClr val="tx1">
                      <a:lumMod val="65000"/>
                      <a:lumOff val="35000"/>
                    </a:schemeClr>
                  </a:solidFill>
                  <a:effectLst/>
                  <a:latin typeface="Times New Roman" panose="02020603050405020304" pitchFamily="18" charset="0"/>
                  <a:ea typeface="Times New Roman" panose="02020603050405020304" pitchFamily="18" charset="0"/>
                </a:rPr>
                <a:t> dilakukan secara aman.</a:t>
              </a:r>
              <a:endParaRPr lang="en-ID" sz="44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8" name="Oval 57">
              <a:extLst>
                <a:ext uri="{FF2B5EF4-FFF2-40B4-BE49-F238E27FC236}">
                  <a16:creationId xmlns:a16="http://schemas.microsoft.com/office/drawing/2014/main" id="{2DCD3C0C-158F-45F7-894F-1B33A406F73F}"/>
                </a:ext>
              </a:extLst>
            </p:cNvPr>
            <p:cNvSpPr/>
            <p:nvPr/>
          </p:nvSpPr>
          <p:spPr>
            <a:xfrm>
              <a:off x="5583048" y="4976994"/>
              <a:ext cx="1145271" cy="1228878"/>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9" name="Oval 58">
              <a:extLst>
                <a:ext uri="{FF2B5EF4-FFF2-40B4-BE49-F238E27FC236}">
                  <a16:creationId xmlns:a16="http://schemas.microsoft.com/office/drawing/2014/main" id="{D8869465-8268-4367-9E66-D399C7E5F1C8}"/>
                </a:ext>
              </a:extLst>
            </p:cNvPr>
            <p:cNvSpPr/>
            <p:nvPr/>
          </p:nvSpPr>
          <p:spPr>
            <a:xfrm>
              <a:off x="5454459" y="1349075"/>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grpSp>
        <p:nvGrpSpPr>
          <p:cNvPr id="64" name="Group 63">
            <a:extLst>
              <a:ext uri="{FF2B5EF4-FFF2-40B4-BE49-F238E27FC236}">
                <a16:creationId xmlns:a16="http://schemas.microsoft.com/office/drawing/2014/main" id="{26BCFD7E-2A8E-4D3F-AE3C-5AB62BB2D3CE}"/>
              </a:ext>
            </a:extLst>
          </p:cNvPr>
          <p:cNvGrpSpPr/>
          <p:nvPr/>
        </p:nvGrpSpPr>
        <p:grpSpPr>
          <a:xfrm>
            <a:off x="1820460" y="3387191"/>
            <a:ext cx="6098087" cy="2970420"/>
            <a:chOff x="2437685" y="1349075"/>
            <a:chExt cx="7405148" cy="4469801"/>
          </a:xfrm>
        </p:grpSpPr>
        <p:sp>
          <p:nvSpPr>
            <p:cNvPr id="65" name="Rectangle: Rounded Corners 64">
              <a:extLst>
                <a:ext uri="{FF2B5EF4-FFF2-40B4-BE49-F238E27FC236}">
                  <a16:creationId xmlns:a16="http://schemas.microsoft.com/office/drawing/2014/main" id="{667EAC32-3301-42D4-A2D8-CAA50784DA9F}"/>
                </a:ext>
              </a:extLst>
            </p:cNvPr>
            <p:cNvSpPr/>
            <p:nvPr/>
          </p:nvSpPr>
          <p:spPr>
            <a:xfrm>
              <a:off x="2437685" y="2472833"/>
              <a:ext cx="7405148" cy="255454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Matrix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merupakan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sebuah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perangkat</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lunak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standar</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terbuka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untuk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komunikasi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interoperabilitas</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desentralisasi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dan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real-time communication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melalui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IP.</a:t>
              </a:r>
              <a:endParaRPr lang="en-ID" sz="44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66" name="Oval 65">
              <a:extLst>
                <a:ext uri="{FF2B5EF4-FFF2-40B4-BE49-F238E27FC236}">
                  <a16:creationId xmlns:a16="http://schemas.microsoft.com/office/drawing/2014/main" id="{C1231772-D2F5-4755-8988-15078CA17C0B}"/>
                </a:ext>
              </a:extLst>
            </p:cNvPr>
            <p:cNvSpPr/>
            <p:nvPr/>
          </p:nvSpPr>
          <p:spPr>
            <a:xfrm>
              <a:off x="5583048" y="4589997"/>
              <a:ext cx="1145272" cy="1228879"/>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7" name="Oval 66">
              <a:extLst>
                <a:ext uri="{FF2B5EF4-FFF2-40B4-BE49-F238E27FC236}">
                  <a16:creationId xmlns:a16="http://schemas.microsoft.com/office/drawing/2014/main" id="{5C5D3902-365E-4304-9337-91686AEDD430}"/>
                </a:ext>
              </a:extLst>
            </p:cNvPr>
            <p:cNvSpPr/>
            <p:nvPr/>
          </p:nvSpPr>
          <p:spPr>
            <a:xfrm>
              <a:off x="5454459" y="1349075"/>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pic>
        <p:nvPicPr>
          <p:cNvPr id="68" name="Graphic 67">
            <a:extLst>
              <a:ext uri="{FF2B5EF4-FFF2-40B4-BE49-F238E27FC236}">
                <a16:creationId xmlns:a16="http://schemas.microsoft.com/office/drawing/2014/main" id="{B7E38969-48EE-4004-AA10-FBD4DFCF9A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26891" y="3247473"/>
            <a:ext cx="1594235" cy="680207"/>
          </a:xfrm>
          <a:prstGeom prst="rect">
            <a:avLst/>
          </a:prstGeom>
        </p:spPr>
      </p:pic>
      <p:grpSp>
        <p:nvGrpSpPr>
          <p:cNvPr id="69" name="Group 68">
            <a:extLst>
              <a:ext uri="{FF2B5EF4-FFF2-40B4-BE49-F238E27FC236}">
                <a16:creationId xmlns:a16="http://schemas.microsoft.com/office/drawing/2014/main" id="{8B348C53-134B-497D-AB59-715765FB7367}"/>
              </a:ext>
            </a:extLst>
          </p:cNvPr>
          <p:cNvGrpSpPr/>
          <p:nvPr/>
        </p:nvGrpSpPr>
        <p:grpSpPr>
          <a:xfrm>
            <a:off x="1821273" y="3429000"/>
            <a:ext cx="6098087" cy="2970420"/>
            <a:chOff x="2437685" y="1349075"/>
            <a:chExt cx="7405148" cy="4469801"/>
          </a:xfrm>
        </p:grpSpPr>
        <p:sp>
          <p:nvSpPr>
            <p:cNvPr id="70" name="Rectangle: Rounded Corners 69">
              <a:extLst>
                <a:ext uri="{FF2B5EF4-FFF2-40B4-BE49-F238E27FC236}">
                  <a16:creationId xmlns:a16="http://schemas.microsoft.com/office/drawing/2014/main" id="{CF2C6C1D-5BDA-4D5F-BDD3-3CC3B75C9FBD}"/>
                </a:ext>
              </a:extLst>
            </p:cNvPr>
            <p:cNvSpPr/>
            <p:nvPr/>
          </p:nvSpPr>
          <p:spPr>
            <a:xfrm>
              <a:off x="2437685" y="2472833"/>
              <a:ext cx="7405148" cy="255454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Matrix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merupakan</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sebuah</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perangkat</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lunak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standar</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terbuka</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untuk</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komunikasi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interoperabilitas</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desentralisasi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dan </a:t>
              </a:r>
              <a:r>
                <a:rPr lang="en-US" sz="2000" i="1" dirty="0">
                  <a:solidFill>
                    <a:schemeClr val="tx1">
                      <a:lumMod val="65000"/>
                      <a:lumOff val="35000"/>
                    </a:schemeClr>
                  </a:solidFill>
                  <a:effectLst/>
                  <a:latin typeface="Times New Roman" panose="02020603050405020304" pitchFamily="18" charset="0"/>
                  <a:ea typeface="Times New Roman" panose="02020603050405020304" pitchFamily="18" charset="0"/>
                </a:rPr>
                <a:t>real-time communication </a:t>
              </a:r>
              <a:r>
                <a:rPr lang="en-US" sz="2000" dirty="0" err="1">
                  <a:solidFill>
                    <a:schemeClr val="tx1">
                      <a:lumMod val="65000"/>
                      <a:lumOff val="35000"/>
                    </a:schemeClr>
                  </a:solidFill>
                  <a:effectLst/>
                  <a:latin typeface="Times New Roman" panose="02020603050405020304" pitchFamily="18" charset="0"/>
                  <a:ea typeface="Times New Roman" panose="02020603050405020304" pitchFamily="18" charset="0"/>
                </a:rPr>
                <a:t>melalui</a:t>
              </a:r>
              <a:r>
                <a:rPr lang="en-US" sz="2000" dirty="0">
                  <a:solidFill>
                    <a:schemeClr val="tx1">
                      <a:lumMod val="65000"/>
                      <a:lumOff val="35000"/>
                    </a:schemeClr>
                  </a:solidFill>
                  <a:effectLst/>
                  <a:latin typeface="Times New Roman" panose="02020603050405020304" pitchFamily="18" charset="0"/>
                  <a:ea typeface="Times New Roman" panose="02020603050405020304" pitchFamily="18" charset="0"/>
                </a:rPr>
                <a:t> IP.</a:t>
              </a:r>
              <a:endParaRPr lang="en-ID" sz="4400"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71" name="Oval 70">
              <a:extLst>
                <a:ext uri="{FF2B5EF4-FFF2-40B4-BE49-F238E27FC236}">
                  <a16:creationId xmlns:a16="http://schemas.microsoft.com/office/drawing/2014/main" id="{6DF3E036-E136-4F97-90A4-F809E63DED2B}"/>
                </a:ext>
              </a:extLst>
            </p:cNvPr>
            <p:cNvSpPr/>
            <p:nvPr/>
          </p:nvSpPr>
          <p:spPr>
            <a:xfrm>
              <a:off x="5583048" y="4589997"/>
              <a:ext cx="1145272" cy="1228879"/>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2" name="Oval 71">
              <a:extLst>
                <a:ext uri="{FF2B5EF4-FFF2-40B4-BE49-F238E27FC236}">
                  <a16:creationId xmlns:a16="http://schemas.microsoft.com/office/drawing/2014/main" id="{82DD71A8-0A5B-41B6-A90B-E63F091FF8EE}"/>
                </a:ext>
              </a:extLst>
            </p:cNvPr>
            <p:cNvSpPr/>
            <p:nvPr/>
          </p:nvSpPr>
          <p:spPr>
            <a:xfrm>
              <a:off x="5454459" y="1349075"/>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Tree>
    <p:extLst>
      <p:ext uri="{BB962C8B-B14F-4D97-AF65-F5344CB8AC3E}">
        <p14:creationId xmlns:p14="http://schemas.microsoft.com/office/powerpoint/2010/main" val="296177014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2554545"/>
          </a:xfrm>
          <a:prstGeom prst="rect">
            <a:avLst/>
          </a:prstGeom>
          <a:noFill/>
        </p:spPr>
        <p:txBody>
          <a:bodyPr wrap="square" rtlCol="0">
            <a:spAutoFit/>
          </a:bodyPr>
          <a:lstStyle/>
          <a:p>
            <a:pPr algn="ctr"/>
            <a:r>
              <a:rPr lang="en-US" sz="8000" dirty="0">
                <a:solidFill>
                  <a:srgbClr val="FF5969"/>
                </a:solidFill>
                <a:latin typeface="Tw Cen MT" panose="020B0602020104020603" pitchFamily="34" charset="0"/>
              </a:rPr>
              <a:t>BAB II</a:t>
            </a:r>
          </a:p>
          <a:p>
            <a:pPr algn="ctr"/>
            <a:r>
              <a:rPr lang="en-US" sz="8000" dirty="0" err="1">
                <a:solidFill>
                  <a:srgbClr val="FF5969"/>
                </a:solidFill>
                <a:latin typeface="Tw Cen MT" panose="020B0602020104020603" pitchFamily="34" charset="0"/>
              </a:rPr>
              <a:t>Landasan</a:t>
            </a:r>
            <a:r>
              <a:rPr lang="en-US" sz="8000" dirty="0">
                <a:solidFill>
                  <a:srgbClr val="FF5969"/>
                </a:solidFill>
                <a:latin typeface="Tw Cen MT" panose="020B0602020104020603" pitchFamily="34" charset="0"/>
              </a:rPr>
              <a:t> </a:t>
            </a:r>
            <a:r>
              <a:rPr lang="en-US" sz="8000" dirty="0" err="1">
                <a:solidFill>
                  <a:srgbClr val="FF5969"/>
                </a:solidFill>
                <a:latin typeface="Tw Cen MT" panose="020B0602020104020603" pitchFamily="34" charset="0"/>
              </a:rPr>
              <a:t>Teori</a:t>
            </a:r>
            <a:endParaRPr lang="en-US" sz="8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6"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317843"/>
              <a:ext cx="1992086" cy="400110"/>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Implementasi</a:t>
              </a:r>
              <a:endParaRPr lang="en-US" sz="20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359518"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PJJ &amp; Conference Call</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310664"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328109"/>
              <a:ext cx="1992086" cy="369332"/>
            </a:xfrm>
            <a:prstGeom prst="rect">
              <a:avLst/>
            </a:prstGeom>
            <a:noFill/>
          </p:spPr>
          <p:txBody>
            <a:bodyPr wrap="square" rtlCol="0">
              <a:spAutoFit/>
            </a:bodyPr>
            <a:lstStyle/>
            <a:p>
              <a:pPr algn="ctr"/>
              <a:r>
                <a:rPr lang="en-US" b="1" dirty="0">
                  <a:solidFill>
                    <a:srgbClr val="F0EEF0"/>
                  </a:solidFill>
                  <a:latin typeface="Tw Cen MT" panose="020B0602020104020603" pitchFamily="34" charset="0"/>
                </a:rPr>
                <a:t>WebRTC &amp; Hosting</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1230248"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328108"/>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Konsep</a:t>
              </a:r>
              <a:r>
                <a:rPr lang="en-US" b="1" dirty="0">
                  <a:solidFill>
                    <a:srgbClr val="F0EEF0"/>
                  </a:solidFill>
                  <a:latin typeface="Tw Cen MT" panose="020B0602020104020603" pitchFamily="34" charset="0"/>
                </a:rPr>
                <a:t> QoS</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40" name="Group 39">
            <a:extLst>
              <a:ext uri="{FF2B5EF4-FFF2-40B4-BE49-F238E27FC236}">
                <a16:creationId xmlns:a16="http://schemas.microsoft.com/office/drawing/2014/main" id="{3FD3EE0D-FD02-4885-9AC0-03F414A9888F}"/>
              </a:ext>
            </a:extLst>
          </p:cNvPr>
          <p:cNvGrpSpPr/>
          <p:nvPr/>
        </p:nvGrpSpPr>
        <p:grpSpPr>
          <a:xfrm>
            <a:off x="1591198"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Jitsi</a:t>
              </a:r>
              <a:r>
                <a:rPr lang="en-US" b="1" dirty="0">
                  <a:solidFill>
                    <a:srgbClr val="F0EEF0"/>
                  </a:solidFill>
                  <a:latin typeface="Tw Cen MT" panose="020B0602020104020603" pitchFamily="34" charset="0"/>
                </a:rPr>
                <a:t> &amp; Matrix</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122470" y="-1"/>
            <a:ext cx="9948758" cy="6858000"/>
            <a:chOff x="-9337032" y="-1"/>
            <a:chExt cx="9948758"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58830"/>
              <a:ext cx="1992086" cy="707886"/>
            </a:xfrm>
            <a:prstGeom prst="rect">
              <a:avLst/>
            </a:prstGeom>
            <a:noFill/>
          </p:spPr>
          <p:txBody>
            <a:bodyPr wrap="square" rtlCol="0">
              <a:spAutoFit/>
            </a:bodyPr>
            <a:lstStyle/>
            <a:p>
              <a:pPr algn="ctr"/>
              <a:r>
                <a:rPr lang="en-US" sz="2000" b="1" dirty="0" err="1">
                  <a:solidFill>
                    <a:srgbClr val="F0EEF0"/>
                  </a:solidFill>
                  <a:latin typeface="Tw Cen MT" panose="020B0602020104020603" pitchFamily="34" charset="0"/>
                </a:rPr>
                <a:t>Penelitian</a:t>
              </a:r>
              <a:r>
                <a:rPr lang="en-US" sz="2000" b="1" dirty="0">
                  <a:solidFill>
                    <a:srgbClr val="F0EEF0"/>
                  </a:solidFill>
                  <a:latin typeface="Tw Cen MT" panose="020B0602020104020603" pitchFamily="34" charset="0"/>
                </a:rPr>
                <a:t> </a:t>
              </a:r>
              <a:r>
                <a:rPr lang="en-US" sz="2000" b="1" dirty="0" err="1">
                  <a:solidFill>
                    <a:srgbClr val="F0EEF0"/>
                  </a:solidFill>
                  <a:latin typeface="Tw Cen MT" panose="020B0602020104020603" pitchFamily="34" charset="0"/>
                </a:rPr>
                <a:t>Relevan</a:t>
              </a:r>
              <a:endParaRPr lang="en-US" sz="2000" b="1" dirty="0">
                <a:solidFill>
                  <a:srgbClr val="F0EEF0"/>
                </a:solidFill>
                <a:latin typeface="Tw Cen MT" panose="020B0602020104020603" pitchFamily="34" charset="0"/>
              </a:endParaRP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51" name="Group 50">
            <a:extLst>
              <a:ext uri="{FF2B5EF4-FFF2-40B4-BE49-F238E27FC236}">
                <a16:creationId xmlns:a16="http://schemas.microsoft.com/office/drawing/2014/main" id="{556DC07A-FC6E-44BA-AB5A-FDC8BD360274}"/>
              </a:ext>
            </a:extLst>
          </p:cNvPr>
          <p:cNvGrpSpPr/>
          <p:nvPr/>
        </p:nvGrpSpPr>
        <p:grpSpPr>
          <a:xfrm>
            <a:off x="768073" y="-479623"/>
            <a:ext cx="7405148" cy="4257696"/>
            <a:chOff x="2437685" y="1434803"/>
            <a:chExt cx="7405148" cy="4257696"/>
          </a:xfrm>
        </p:grpSpPr>
        <p:sp>
          <p:nvSpPr>
            <p:cNvPr id="52" name="Rectangle: Rounded Corners 51">
              <a:extLst>
                <a:ext uri="{FF2B5EF4-FFF2-40B4-BE49-F238E27FC236}">
                  <a16:creationId xmlns:a16="http://schemas.microsoft.com/office/drawing/2014/main" id="{C589E1CD-8AB2-453D-BD05-ECD8C4914E40}"/>
                </a:ext>
              </a:extLst>
            </p:cNvPr>
            <p:cNvSpPr/>
            <p:nvPr/>
          </p:nvSpPr>
          <p:spPr>
            <a:xfrm>
              <a:off x="2437685" y="2472834"/>
              <a:ext cx="7405148" cy="2181626"/>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Penelitian</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yang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dilakukan</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oleh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Anggar</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Wati</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Suroso</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dan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Sarjana</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(2018) yang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berjudul</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a:t>
              </a:r>
              <a:r>
                <a:rPr lang="id-ID" sz="2000" dirty="0">
                  <a:solidFill>
                    <a:schemeClr val="bg1">
                      <a:lumMod val="95000"/>
                    </a:schemeClr>
                  </a:solidFill>
                  <a:effectLst/>
                  <a:latin typeface="Times New Roman" panose="02020603050405020304" pitchFamily="18" charset="0"/>
                  <a:ea typeface="Times New Roman" panose="02020603050405020304" pitchFamily="18" charset="0"/>
                </a:rPr>
                <a:t>Desain Penggunaan Qo</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S</a:t>
              </a:r>
              <a:r>
                <a:rPr lang="id-ID" sz="2000" dirty="0">
                  <a:solidFill>
                    <a:schemeClr val="bg1">
                      <a:lumMod val="95000"/>
                    </a:schemeClr>
                  </a:solidFill>
                  <a:effectLst/>
                  <a:latin typeface="Times New Roman" panose="02020603050405020304" pitchFamily="18" charset="0"/>
                  <a:ea typeface="Times New Roman" panose="02020603050405020304" pitchFamily="18" charset="0"/>
                </a:rPr>
                <a:t> (Quality Of Service) Pada </a:t>
              </a:r>
              <a:r>
                <a:rPr lang="id-ID" sz="2000" i="1" dirty="0">
                  <a:solidFill>
                    <a:schemeClr val="bg1">
                      <a:lumMod val="95000"/>
                    </a:schemeClr>
                  </a:solidFill>
                  <a:effectLst/>
                  <a:latin typeface="Times New Roman" panose="02020603050405020304" pitchFamily="18" charset="0"/>
                  <a:ea typeface="Times New Roman" panose="02020603050405020304" pitchFamily="18" charset="0"/>
                </a:rPr>
                <a:t>Layanan Video Conference Point To Point</a:t>
              </a:r>
              <a:r>
                <a:rPr lang="id-ID" sz="2000" dirty="0">
                  <a:solidFill>
                    <a:schemeClr val="bg1">
                      <a:lumMod val="95000"/>
                    </a:schemeClr>
                  </a:solidFill>
                  <a:effectLst/>
                  <a:latin typeface="Times New Roman" panose="02020603050405020304" pitchFamily="18" charset="0"/>
                  <a:ea typeface="Times New Roman" panose="02020603050405020304" pitchFamily="18" charset="0"/>
                </a:rPr>
                <a:t> </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d</a:t>
              </a:r>
              <a:r>
                <a:rPr lang="id-ID" sz="2000" dirty="0">
                  <a:solidFill>
                    <a:schemeClr val="bg1">
                      <a:lumMod val="95000"/>
                    </a:schemeClr>
                  </a:solidFill>
                  <a:effectLst/>
                  <a:latin typeface="Times New Roman" panose="02020603050405020304" pitchFamily="18" charset="0"/>
                  <a:ea typeface="Times New Roman" panose="02020603050405020304" pitchFamily="18" charset="0"/>
                </a:rPr>
                <a:t>an </a:t>
              </a:r>
              <a:r>
                <a:rPr lang="id-ID" sz="2000" i="1" dirty="0">
                  <a:solidFill>
                    <a:schemeClr val="bg1">
                      <a:lumMod val="95000"/>
                    </a:schemeClr>
                  </a:solidFill>
                  <a:effectLst/>
                  <a:latin typeface="Times New Roman" panose="02020603050405020304" pitchFamily="18" charset="0"/>
                  <a:ea typeface="Times New Roman" panose="02020603050405020304" pitchFamily="18" charset="0"/>
                </a:rPr>
                <a:t>Multipoint</a:t>
              </a:r>
              <a:r>
                <a:rPr lang="id-ID" sz="2000" dirty="0">
                  <a:solidFill>
                    <a:schemeClr val="bg1">
                      <a:lumMod val="95000"/>
                    </a:schemeClr>
                  </a:solidFill>
                  <a:effectLst/>
                  <a:latin typeface="Times New Roman" panose="02020603050405020304" pitchFamily="18" charset="0"/>
                  <a:ea typeface="Times New Roman" panose="02020603050405020304" pitchFamily="18" charset="0"/>
                </a:rPr>
                <a:t> Dengan Metode Kompresi Codec H.264 Pada Jaringan 4</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G”.</a:t>
              </a:r>
              <a:endParaRPr lang="en-ID" sz="32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3" name="Oval 52">
              <a:extLst>
                <a:ext uri="{FF2B5EF4-FFF2-40B4-BE49-F238E27FC236}">
                  <a16:creationId xmlns:a16="http://schemas.microsoft.com/office/drawing/2014/main" id="{5C7E8E05-5E58-4D14-8848-B8BAE4CAFD8F}"/>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4" name="Oval 53">
              <a:extLst>
                <a:ext uri="{FF2B5EF4-FFF2-40B4-BE49-F238E27FC236}">
                  <a16:creationId xmlns:a16="http://schemas.microsoft.com/office/drawing/2014/main" id="{B083815C-4D19-4178-8517-EED02EDC88BA}"/>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55" name="Group 54">
            <a:extLst>
              <a:ext uri="{FF2B5EF4-FFF2-40B4-BE49-F238E27FC236}">
                <a16:creationId xmlns:a16="http://schemas.microsoft.com/office/drawing/2014/main" id="{3213E69A-8C46-43FA-B956-E54B75A200DD}"/>
              </a:ext>
            </a:extLst>
          </p:cNvPr>
          <p:cNvGrpSpPr/>
          <p:nvPr/>
        </p:nvGrpSpPr>
        <p:grpSpPr>
          <a:xfrm>
            <a:off x="768073" y="2702385"/>
            <a:ext cx="7405148" cy="4257696"/>
            <a:chOff x="2437685" y="1434803"/>
            <a:chExt cx="7405148" cy="4257696"/>
          </a:xfrm>
        </p:grpSpPr>
        <p:sp>
          <p:nvSpPr>
            <p:cNvPr id="56" name="Rectangle: Rounded Corners 55">
              <a:extLst>
                <a:ext uri="{FF2B5EF4-FFF2-40B4-BE49-F238E27FC236}">
                  <a16:creationId xmlns:a16="http://schemas.microsoft.com/office/drawing/2014/main" id="{E268A57C-3BC0-4FDC-B412-3A3839B91F69}"/>
                </a:ext>
              </a:extLst>
            </p:cNvPr>
            <p:cNvSpPr/>
            <p:nvPr/>
          </p:nvSpPr>
          <p:spPr>
            <a:xfrm>
              <a:off x="2437685" y="2472834"/>
              <a:ext cx="7405148" cy="2181626"/>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Penelitian</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yang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dilakukan</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oleh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Dewi</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Laksmiati</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(2019) yang </a:t>
              </a:r>
              <a:r>
                <a:rPr lang="en-US" sz="2000" dirty="0" err="1">
                  <a:solidFill>
                    <a:schemeClr val="bg1">
                      <a:lumMod val="95000"/>
                    </a:schemeClr>
                  </a:solidFill>
                  <a:effectLst/>
                  <a:latin typeface="Times New Roman" panose="02020603050405020304" pitchFamily="18" charset="0"/>
                  <a:ea typeface="Times New Roman" panose="02020603050405020304" pitchFamily="18" charset="0"/>
                </a:rPr>
                <a:t>berjudul</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 “</a:t>
              </a:r>
              <a:r>
                <a:rPr lang="id-ID" sz="2000" dirty="0">
                  <a:solidFill>
                    <a:schemeClr val="bg1">
                      <a:lumMod val="95000"/>
                    </a:schemeClr>
                  </a:solidFill>
                  <a:effectLst/>
                  <a:latin typeface="Times New Roman" panose="02020603050405020304" pitchFamily="18" charset="0"/>
                  <a:ea typeface="Times New Roman" panose="02020603050405020304" pitchFamily="18" charset="0"/>
                </a:rPr>
                <a:t>Implementasi Cloud Based Video Conference System Menggunakan Jitsi</a:t>
              </a:r>
              <a:r>
                <a:rPr lang="en-US" sz="2000" dirty="0">
                  <a:solidFill>
                    <a:schemeClr val="bg1">
                      <a:lumMod val="95000"/>
                    </a:schemeClr>
                  </a:solidFill>
                  <a:effectLst/>
                  <a:latin typeface="Times New Roman" panose="02020603050405020304" pitchFamily="18" charset="0"/>
                  <a:ea typeface="Times New Roman" panose="02020603050405020304" pitchFamily="18" charset="0"/>
                </a:rPr>
                <a:t>”</a:t>
              </a:r>
              <a:endParaRPr lang="en-ID" sz="32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57" name="Oval 56">
              <a:extLst>
                <a:ext uri="{FF2B5EF4-FFF2-40B4-BE49-F238E27FC236}">
                  <a16:creationId xmlns:a16="http://schemas.microsoft.com/office/drawing/2014/main" id="{F6354BCF-32A6-4A28-B358-86C29D471F72}"/>
                </a:ext>
              </a:extLst>
            </p:cNvPr>
            <p:cNvSpPr/>
            <p:nvPr/>
          </p:nvSpPr>
          <p:spPr>
            <a:xfrm>
              <a:off x="5454459" y="4320899"/>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8" name="Oval 57">
              <a:extLst>
                <a:ext uri="{FF2B5EF4-FFF2-40B4-BE49-F238E27FC236}">
                  <a16:creationId xmlns:a16="http://schemas.microsoft.com/office/drawing/2014/main" id="{E50A6AE7-2413-4316-9717-403E2F2495A9}"/>
                </a:ext>
              </a:extLst>
            </p:cNvPr>
            <p:cNvSpPr/>
            <p:nvPr/>
          </p:nvSpPr>
          <p:spPr>
            <a:xfrm>
              <a:off x="5454459" y="1434803"/>
              <a:ext cx="1371600" cy="1371600"/>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229678913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arn(inVertical)">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barn(inVertical)">
                                      <p:cBhvr>
                                        <p:cTn id="1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246769"/>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Sistem</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Diagram </a:t>
            </a:r>
            <a:r>
              <a:rPr lang="en-US" sz="2800" dirty="0" err="1">
                <a:solidFill>
                  <a:srgbClr val="52CBBE"/>
                </a:solidFill>
                <a:latin typeface="Tw Cen MT" panose="020B0602020104020603" pitchFamily="34" charset="0"/>
              </a:rPr>
              <a:t>Alir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Penelitian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Pengumpulan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Analisis</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Kebutuhan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Pengujian</a:t>
            </a:r>
            <a:endParaRPr lang="en-US" sz="2800" dirty="0">
              <a:solidFill>
                <a:srgbClr val="52CBBE"/>
              </a:solidFill>
              <a:latin typeface="Tw Cen MT" panose="020B0602020104020603" pitchFamily="34" charset="0"/>
            </a:endParaRPr>
          </a:p>
        </p:txBody>
      </p:sp>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1938992"/>
          </a:xfrm>
          <a:prstGeom prst="rect">
            <a:avLst/>
          </a:prstGeom>
          <a:noFill/>
        </p:spPr>
        <p:txBody>
          <a:bodyPr wrap="square" rtlCol="0">
            <a:spAutoFit/>
          </a:bodyPr>
          <a:lstStyle/>
          <a:p>
            <a:pPr algn="ctr"/>
            <a:r>
              <a:rPr lang="en-US" sz="6000" dirty="0">
                <a:solidFill>
                  <a:srgbClr val="FF5969"/>
                </a:solidFill>
                <a:latin typeface="Tw Cen MT" panose="020B0602020104020603" pitchFamily="34" charset="0"/>
              </a:rPr>
              <a:t>BAB III</a:t>
            </a:r>
          </a:p>
          <a:p>
            <a:pPr algn="ctr"/>
            <a:r>
              <a:rPr lang="en-US" sz="6000" dirty="0" err="1">
                <a:solidFill>
                  <a:srgbClr val="FF5969"/>
                </a:solidFill>
                <a:latin typeface="Tw Cen MT" panose="020B0602020104020603" pitchFamily="34" charset="0"/>
              </a:rPr>
              <a:t>Metodologi</a:t>
            </a:r>
            <a:r>
              <a:rPr lang="en-US" sz="6000" dirty="0">
                <a:solidFill>
                  <a:srgbClr val="FF5969"/>
                </a:solidFill>
                <a:latin typeface="Tw Cen MT" panose="020B0602020104020603" pitchFamily="34" charset="0"/>
              </a:rPr>
              <a:t> </a:t>
            </a:r>
            <a:r>
              <a:rPr lang="en-US" sz="6000" dirty="0" err="1">
                <a:solidFill>
                  <a:srgbClr val="FF5969"/>
                </a:solidFill>
                <a:latin typeface="Tw Cen MT" panose="020B0602020104020603" pitchFamily="34" charset="0"/>
              </a:rPr>
              <a:t>Penelitian</a:t>
            </a:r>
            <a:endParaRPr lang="en-US" sz="6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9302799"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225510"/>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Perancangan</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Sistem</a:t>
              </a:r>
              <a:endParaRPr lang="en-US" sz="16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8798784"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Diagram </a:t>
              </a:r>
              <a:r>
                <a:rPr lang="en-US" sz="1600" b="1" dirty="0" err="1">
                  <a:solidFill>
                    <a:srgbClr val="F0EEF0"/>
                  </a:solidFill>
                  <a:latin typeface="Tw Cen MT" panose="020B0602020104020603" pitchFamily="34" charset="0"/>
                </a:rPr>
                <a:t>Alir</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Penelitian</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220388"/>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Pengumpulan</a:t>
              </a:r>
              <a:r>
                <a:rPr lang="en-US" sz="1600" b="1" dirty="0">
                  <a:solidFill>
                    <a:srgbClr val="F0EEF0"/>
                  </a:solidFill>
                  <a:latin typeface="Tw Cen MT" panose="020B0602020104020603" pitchFamily="34" charset="0"/>
                </a:rPr>
                <a:t> Data</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220387"/>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Analisis</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Kebutuhan</a:t>
              </a:r>
              <a:r>
                <a:rPr lang="en-US" sz="1600" b="1" dirty="0">
                  <a:solidFill>
                    <a:srgbClr val="F0EEF0"/>
                  </a:solidFill>
                  <a:latin typeface="Tw Cen MT" panose="020B0602020104020603" pitchFamily="34" charset="0"/>
                </a:rPr>
                <a:t> Data</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Pengujian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Tree>
    <p:extLst>
      <p:ext uri="{BB962C8B-B14F-4D97-AF65-F5344CB8AC3E}">
        <p14:creationId xmlns:p14="http://schemas.microsoft.com/office/powerpoint/2010/main" val="7286365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down)">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246769"/>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Sistem</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Diagram </a:t>
            </a:r>
            <a:r>
              <a:rPr lang="en-US" sz="2800" dirty="0" err="1">
                <a:solidFill>
                  <a:srgbClr val="52CBBE"/>
                </a:solidFill>
                <a:latin typeface="Tw Cen MT" panose="020B0602020104020603" pitchFamily="34" charset="0"/>
              </a:rPr>
              <a:t>Alir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Penelitian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Pengumpulan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Analisis</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Kebutuhan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Pengujian</a:t>
            </a:r>
            <a:endParaRPr lang="en-US" sz="2800" dirty="0">
              <a:solidFill>
                <a:srgbClr val="52CBBE"/>
              </a:solidFill>
              <a:latin typeface="Tw Cen MT" panose="020B0602020104020603" pitchFamily="34" charset="0"/>
            </a:endParaRPr>
          </a:p>
        </p:txBody>
      </p:sp>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1938992"/>
          </a:xfrm>
          <a:prstGeom prst="rect">
            <a:avLst/>
          </a:prstGeom>
          <a:noFill/>
        </p:spPr>
        <p:txBody>
          <a:bodyPr wrap="square" rtlCol="0">
            <a:spAutoFit/>
          </a:bodyPr>
          <a:lstStyle/>
          <a:p>
            <a:pPr algn="ctr"/>
            <a:r>
              <a:rPr lang="en-US" sz="6000" dirty="0">
                <a:solidFill>
                  <a:srgbClr val="FF5969"/>
                </a:solidFill>
                <a:latin typeface="Tw Cen MT" panose="020B0602020104020603" pitchFamily="34" charset="0"/>
              </a:rPr>
              <a:t>BAB III</a:t>
            </a:r>
          </a:p>
          <a:p>
            <a:pPr algn="ctr"/>
            <a:r>
              <a:rPr lang="en-US" sz="6000" dirty="0" err="1">
                <a:solidFill>
                  <a:srgbClr val="FF5969"/>
                </a:solidFill>
                <a:latin typeface="Tw Cen MT" panose="020B0602020104020603" pitchFamily="34" charset="0"/>
              </a:rPr>
              <a:t>Metodologi</a:t>
            </a:r>
            <a:r>
              <a:rPr lang="en-US" sz="6000" dirty="0">
                <a:solidFill>
                  <a:srgbClr val="FF5969"/>
                </a:solidFill>
                <a:latin typeface="Tw Cen MT" panose="020B0602020104020603" pitchFamily="34" charset="0"/>
              </a:rPr>
              <a:t> </a:t>
            </a:r>
            <a:r>
              <a:rPr lang="en-US" sz="6000" dirty="0" err="1">
                <a:solidFill>
                  <a:srgbClr val="FF5969"/>
                </a:solidFill>
                <a:latin typeface="Tw Cen MT" panose="020B0602020104020603" pitchFamily="34" charset="0"/>
              </a:rPr>
              <a:t>Penelitian</a:t>
            </a:r>
            <a:endParaRPr lang="en-US" sz="6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2"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225510"/>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Perancangan</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Sistem</a:t>
              </a:r>
              <a:endParaRPr lang="en-US" sz="16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8798784"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Diagram </a:t>
              </a:r>
              <a:r>
                <a:rPr lang="en-US" sz="1600" b="1" dirty="0" err="1">
                  <a:solidFill>
                    <a:srgbClr val="F0EEF0"/>
                  </a:solidFill>
                  <a:latin typeface="Tw Cen MT" panose="020B0602020104020603" pitchFamily="34" charset="0"/>
                </a:rPr>
                <a:t>Alir</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Penelitian</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220388"/>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Pengumpulan</a:t>
              </a:r>
              <a:r>
                <a:rPr lang="en-US" sz="1600" b="1" dirty="0">
                  <a:solidFill>
                    <a:srgbClr val="F0EEF0"/>
                  </a:solidFill>
                  <a:latin typeface="Tw Cen MT" panose="020B0602020104020603" pitchFamily="34" charset="0"/>
                </a:rPr>
                <a:t> Data</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220387"/>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Analisis</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Kebutuhan</a:t>
              </a:r>
              <a:r>
                <a:rPr lang="en-US" sz="1600" b="1" dirty="0">
                  <a:solidFill>
                    <a:srgbClr val="F0EEF0"/>
                  </a:solidFill>
                  <a:latin typeface="Tw Cen MT" panose="020B0602020104020603" pitchFamily="34" charset="0"/>
                </a:rPr>
                <a:t> Data</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Pengujian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6" name="Group 45">
            <a:extLst>
              <a:ext uri="{FF2B5EF4-FFF2-40B4-BE49-F238E27FC236}">
                <a16:creationId xmlns:a16="http://schemas.microsoft.com/office/drawing/2014/main" id="{C51598E6-9920-4043-AD66-4DA9637ADD14}"/>
              </a:ext>
            </a:extLst>
          </p:cNvPr>
          <p:cNvGrpSpPr/>
          <p:nvPr/>
        </p:nvGrpSpPr>
        <p:grpSpPr>
          <a:xfrm>
            <a:off x="2947095" y="-1373377"/>
            <a:ext cx="7803629" cy="6482325"/>
            <a:chOff x="2437685" y="1434803"/>
            <a:chExt cx="7405148" cy="4257696"/>
          </a:xfrm>
        </p:grpSpPr>
        <p:sp>
          <p:nvSpPr>
            <p:cNvPr id="47" name="Rectangle: Rounded Corners 46">
              <a:extLst>
                <a:ext uri="{FF2B5EF4-FFF2-40B4-BE49-F238E27FC236}">
                  <a16:creationId xmlns:a16="http://schemas.microsoft.com/office/drawing/2014/main" id="{7B3F24FC-E67A-4D2F-8921-E13C16199B27}"/>
                </a:ext>
              </a:extLst>
            </p:cNvPr>
            <p:cNvSpPr/>
            <p:nvPr/>
          </p:nvSpPr>
          <p:spPr>
            <a:xfrm>
              <a:off x="2437685" y="2472834"/>
              <a:ext cx="7405148" cy="2181626"/>
            </a:xfrm>
            <a:prstGeom prst="roundRect">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a:solidFill>
                    <a:schemeClr val="bg1">
                      <a:lumMod val="95000"/>
                    </a:schemeClr>
                  </a:solidFill>
                  <a:effectLst/>
                  <a:latin typeface="Times New Roman" panose="02020603050405020304" pitchFamily="18" charset="0"/>
                  <a:ea typeface="Times New Roman" panose="02020603050405020304" pitchFamily="18" charset="0"/>
                </a:rPr>
                <a:t>Metode perencanaan aplikasi yang digunakan adalah Waterfall. Model Waterfall adalah model klasik yang bersifat sistematis dan berurutan dalam membangun software, dimana proses pengerjaannya bertahap dan harus menunggu tahap sebelumnya selesai dilaksanakan sebelum kemudian melangkah ke tahap selanjutnya.</a:t>
              </a:r>
              <a:endParaRPr lang="en-ID" sz="4000"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48" name="Oval 47">
              <a:extLst>
                <a:ext uri="{FF2B5EF4-FFF2-40B4-BE49-F238E27FC236}">
                  <a16:creationId xmlns:a16="http://schemas.microsoft.com/office/drawing/2014/main" id="{9F682D70-2121-4F36-9339-02F71B8BC884}"/>
                </a:ext>
              </a:extLst>
            </p:cNvPr>
            <p:cNvSpPr/>
            <p:nvPr/>
          </p:nvSpPr>
          <p:spPr>
            <a:xfrm>
              <a:off x="5454459" y="4446358"/>
              <a:ext cx="1371600" cy="1246141"/>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49" name="Oval 48">
              <a:extLst>
                <a:ext uri="{FF2B5EF4-FFF2-40B4-BE49-F238E27FC236}">
                  <a16:creationId xmlns:a16="http://schemas.microsoft.com/office/drawing/2014/main" id="{6500DB37-A902-4573-9C39-977B0E6D2F84}"/>
                </a:ext>
              </a:extLst>
            </p:cNvPr>
            <p:cNvSpPr/>
            <p:nvPr/>
          </p:nvSpPr>
          <p:spPr>
            <a:xfrm>
              <a:off x="5454459" y="1434803"/>
              <a:ext cx="1371600" cy="1227364"/>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pic>
        <p:nvPicPr>
          <p:cNvPr id="55" name="Picture 54" descr="PENGERTIAN SDLC adalah: Fungsi, Metode dan Tahapan SDLC | Salamadian">
            <a:extLst>
              <a:ext uri="{FF2B5EF4-FFF2-40B4-BE49-F238E27FC236}">
                <a16:creationId xmlns:a16="http://schemas.microsoft.com/office/drawing/2014/main" id="{3ACDE3D8-A729-49EA-A63A-0E78ADEB27F7}"/>
              </a:ext>
            </a:extLst>
          </p:cNvPr>
          <p:cNvPicPr/>
          <p:nvPr/>
        </p:nvPicPr>
        <p:blipFill>
          <a:blip r:embed="rId3">
            <a:extLst>
              <a:ext uri="{28A0092B-C50C-407E-A947-70E740481C1C}">
                <a14:useLocalDpi xmlns:a14="http://schemas.microsoft.com/office/drawing/2010/main" val="0"/>
              </a:ext>
            </a:extLst>
          </a:blip>
          <a:srcRect/>
          <a:stretch>
            <a:fillRect/>
          </a:stretch>
        </p:blipFill>
        <p:spPr>
          <a:xfrm>
            <a:off x="4494071" y="3670120"/>
            <a:ext cx="4709677" cy="3071851"/>
          </a:xfrm>
          <a:prstGeom prst="rect">
            <a:avLst/>
          </a:prstGeom>
          <a:noFill/>
          <a:ln>
            <a:noFill/>
          </a:ln>
        </p:spPr>
      </p:pic>
    </p:spTree>
    <p:extLst>
      <p:ext uri="{BB962C8B-B14F-4D97-AF65-F5344CB8AC3E}">
        <p14:creationId xmlns:p14="http://schemas.microsoft.com/office/powerpoint/2010/main" val="41806788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down)">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246769"/>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Sistem</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Diagram </a:t>
            </a:r>
            <a:r>
              <a:rPr lang="en-US" sz="2800" dirty="0" err="1">
                <a:solidFill>
                  <a:srgbClr val="52CBBE"/>
                </a:solidFill>
                <a:latin typeface="Tw Cen MT" panose="020B0602020104020603" pitchFamily="34" charset="0"/>
              </a:rPr>
              <a:t>Alir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Penelitian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Pengumpulan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Analisis</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Kebutuhan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Pengujian</a:t>
            </a:r>
            <a:endParaRPr lang="en-US" sz="2800" dirty="0">
              <a:solidFill>
                <a:srgbClr val="52CBBE"/>
              </a:solidFill>
              <a:latin typeface="Tw Cen MT" panose="020B0602020104020603" pitchFamily="34" charset="0"/>
            </a:endParaRPr>
          </a:p>
        </p:txBody>
      </p:sp>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1938992"/>
          </a:xfrm>
          <a:prstGeom prst="rect">
            <a:avLst/>
          </a:prstGeom>
          <a:noFill/>
        </p:spPr>
        <p:txBody>
          <a:bodyPr wrap="square" rtlCol="0">
            <a:spAutoFit/>
          </a:bodyPr>
          <a:lstStyle/>
          <a:p>
            <a:pPr algn="ctr"/>
            <a:r>
              <a:rPr lang="en-US" sz="6000" dirty="0">
                <a:solidFill>
                  <a:srgbClr val="FF5969"/>
                </a:solidFill>
                <a:latin typeface="Tw Cen MT" panose="020B0602020104020603" pitchFamily="34" charset="0"/>
              </a:rPr>
              <a:t>BAB III</a:t>
            </a:r>
          </a:p>
          <a:p>
            <a:pPr algn="ctr"/>
            <a:r>
              <a:rPr lang="en-US" sz="6000" dirty="0" err="1">
                <a:solidFill>
                  <a:srgbClr val="FF5969"/>
                </a:solidFill>
                <a:latin typeface="Tw Cen MT" panose="020B0602020104020603" pitchFamily="34" charset="0"/>
              </a:rPr>
              <a:t>Metodologi</a:t>
            </a:r>
            <a:r>
              <a:rPr lang="en-US" sz="6000" dirty="0">
                <a:solidFill>
                  <a:srgbClr val="FF5969"/>
                </a:solidFill>
                <a:latin typeface="Tw Cen MT" panose="020B0602020104020603" pitchFamily="34" charset="0"/>
              </a:rPr>
              <a:t> </a:t>
            </a:r>
            <a:r>
              <a:rPr lang="en-US" sz="6000" dirty="0" err="1">
                <a:solidFill>
                  <a:srgbClr val="FF5969"/>
                </a:solidFill>
                <a:latin typeface="Tw Cen MT" panose="020B0602020104020603" pitchFamily="34" charset="0"/>
              </a:rPr>
              <a:t>Penelitian</a:t>
            </a:r>
            <a:endParaRPr lang="en-US" sz="6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2"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225510"/>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Perancangan</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Sistem</a:t>
              </a:r>
              <a:endParaRPr lang="en-US" sz="16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230931"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Diagram </a:t>
              </a:r>
              <a:r>
                <a:rPr lang="en-US" sz="1600" b="1" dirty="0" err="1">
                  <a:solidFill>
                    <a:srgbClr val="F0EEF0"/>
                  </a:solidFill>
                  <a:latin typeface="Tw Cen MT" panose="020B0602020104020603" pitchFamily="34" charset="0"/>
                </a:rPr>
                <a:t>Alir</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Penelitian</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220388"/>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Pengumpulan</a:t>
              </a:r>
              <a:r>
                <a:rPr lang="en-US" sz="1600" b="1" dirty="0">
                  <a:solidFill>
                    <a:srgbClr val="F0EEF0"/>
                  </a:solidFill>
                  <a:latin typeface="Tw Cen MT" panose="020B0602020104020603" pitchFamily="34" charset="0"/>
                </a:rPr>
                <a:t> Data</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220387"/>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Analisis</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Kebutuhan</a:t>
              </a:r>
              <a:r>
                <a:rPr lang="en-US" sz="1600" b="1" dirty="0">
                  <a:solidFill>
                    <a:srgbClr val="F0EEF0"/>
                  </a:solidFill>
                  <a:latin typeface="Tw Cen MT" panose="020B0602020104020603" pitchFamily="34" charset="0"/>
                </a:rPr>
                <a:t> Data</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Pengujian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CDC597B9-7052-4C28-8564-1F59618D1C43}"/>
              </a:ext>
            </a:extLst>
          </p:cNvPr>
          <p:cNvGrpSpPr/>
          <p:nvPr/>
        </p:nvGrpSpPr>
        <p:grpSpPr>
          <a:xfrm>
            <a:off x="2203497" y="-925469"/>
            <a:ext cx="5648066" cy="4830953"/>
            <a:chOff x="2437685" y="1434803"/>
            <a:chExt cx="7405148" cy="4257696"/>
          </a:xfrm>
        </p:grpSpPr>
        <p:sp>
          <p:nvSpPr>
            <p:cNvPr id="46" name="Rectangle: Rounded Corners 45">
              <a:extLst>
                <a:ext uri="{FF2B5EF4-FFF2-40B4-BE49-F238E27FC236}">
                  <a16:creationId xmlns:a16="http://schemas.microsoft.com/office/drawing/2014/main" id="{57AC0FE5-3A14-459A-92A5-18D4A27878BD}"/>
                </a:ext>
              </a:extLst>
            </p:cNvPr>
            <p:cNvSpPr/>
            <p:nvPr/>
          </p:nvSpPr>
          <p:spPr>
            <a:xfrm>
              <a:off x="2437685" y="2472834"/>
              <a:ext cx="7405148" cy="2181627"/>
            </a:xfrm>
            <a:prstGeom prst="roundRect">
              <a:avLst/>
            </a:pr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Agar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penelitian</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ini</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menjadi</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lebih</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terstruktur</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maka</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penulis</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membuatkan</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tahapan</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yang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dilakukan</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untuk</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merancang</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penerapan</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penerapan</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 </a:t>
              </a:r>
              <a:r>
                <a:rPr lang="en-US" sz="2000" i="1" dirty="0">
                  <a:solidFill>
                    <a:schemeClr val="tx1">
                      <a:lumMod val="75000"/>
                      <a:lumOff val="25000"/>
                    </a:schemeClr>
                  </a:solidFill>
                  <a:effectLst/>
                  <a:latin typeface="Times New Roman" panose="02020603050405020304" pitchFamily="18" charset="0"/>
                  <a:ea typeface="Times New Roman" panose="02020603050405020304" pitchFamily="18" charset="0"/>
                </a:rPr>
                <a:t>video conference </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di VPS pada </a:t>
              </a:r>
              <a:r>
                <a:rPr lang="en-US" sz="2000" dirty="0" err="1">
                  <a:solidFill>
                    <a:schemeClr val="tx1">
                      <a:lumMod val="75000"/>
                      <a:lumOff val="25000"/>
                    </a:schemeClr>
                  </a:solidFill>
                  <a:effectLst/>
                  <a:latin typeface="Times New Roman" panose="02020603050405020304" pitchFamily="18" charset="0"/>
                  <a:ea typeface="Times New Roman" panose="02020603050405020304" pitchFamily="18" charset="0"/>
                </a:rPr>
                <a:t>prakteknya</a:t>
              </a:r>
              <a:r>
                <a:rPr lang="en-US" sz="2000" dirty="0">
                  <a:solidFill>
                    <a:schemeClr val="tx1">
                      <a:lumMod val="75000"/>
                      <a:lumOff val="25000"/>
                    </a:schemeClr>
                  </a:solidFill>
                  <a:effectLst/>
                  <a:latin typeface="Times New Roman" panose="02020603050405020304" pitchFamily="18" charset="0"/>
                  <a:ea typeface="Times New Roman" panose="02020603050405020304" pitchFamily="18" charset="0"/>
                </a:rPr>
                <a:t>.</a:t>
              </a:r>
              <a:endParaRPr lang="en-ID" sz="4400"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47" name="Oval 46">
              <a:extLst>
                <a:ext uri="{FF2B5EF4-FFF2-40B4-BE49-F238E27FC236}">
                  <a16:creationId xmlns:a16="http://schemas.microsoft.com/office/drawing/2014/main" id="{302F7D40-DA31-43C2-A4A4-896434BDD4AB}"/>
                </a:ext>
              </a:extLst>
            </p:cNvPr>
            <p:cNvSpPr/>
            <p:nvPr/>
          </p:nvSpPr>
          <p:spPr>
            <a:xfrm>
              <a:off x="5454459" y="4446358"/>
              <a:ext cx="1371600" cy="1246141"/>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48" name="Oval 47">
              <a:extLst>
                <a:ext uri="{FF2B5EF4-FFF2-40B4-BE49-F238E27FC236}">
                  <a16:creationId xmlns:a16="http://schemas.microsoft.com/office/drawing/2014/main" id="{A95F607E-9CA7-4A2D-A369-D007CD7DF68F}"/>
                </a:ext>
              </a:extLst>
            </p:cNvPr>
            <p:cNvSpPr/>
            <p:nvPr/>
          </p:nvSpPr>
          <p:spPr>
            <a:xfrm>
              <a:off x="5454459" y="1434803"/>
              <a:ext cx="1371600" cy="1227364"/>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pic>
        <p:nvPicPr>
          <p:cNvPr id="49" name="Picture 48">
            <a:extLst>
              <a:ext uri="{FF2B5EF4-FFF2-40B4-BE49-F238E27FC236}">
                <a16:creationId xmlns:a16="http://schemas.microsoft.com/office/drawing/2014/main" id="{FAB49DDF-B8E5-4311-9C5F-37253325182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6517539" y="467148"/>
            <a:ext cx="3897040" cy="6138529"/>
          </a:xfrm>
          <a:prstGeom prst="rect">
            <a:avLst/>
          </a:prstGeom>
          <a:noFill/>
          <a:ln>
            <a:noFill/>
          </a:ln>
        </p:spPr>
      </p:pic>
    </p:spTree>
    <p:extLst>
      <p:ext uri="{BB962C8B-B14F-4D97-AF65-F5344CB8AC3E}">
        <p14:creationId xmlns:p14="http://schemas.microsoft.com/office/powerpoint/2010/main" val="312153601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246769"/>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Sistem</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Diagram </a:t>
            </a:r>
            <a:r>
              <a:rPr lang="en-US" sz="2800" dirty="0" err="1">
                <a:solidFill>
                  <a:srgbClr val="52CBBE"/>
                </a:solidFill>
                <a:latin typeface="Tw Cen MT" panose="020B0602020104020603" pitchFamily="34" charset="0"/>
              </a:rPr>
              <a:t>Alir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Penelitian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Pengumpulan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Analisis</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Kebutuhan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Pengujian</a:t>
            </a:r>
            <a:endParaRPr lang="en-US" sz="2800" dirty="0">
              <a:solidFill>
                <a:srgbClr val="52CBBE"/>
              </a:solidFill>
              <a:latin typeface="Tw Cen MT" panose="020B0602020104020603" pitchFamily="34" charset="0"/>
            </a:endParaRPr>
          </a:p>
        </p:txBody>
      </p:sp>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1938992"/>
          </a:xfrm>
          <a:prstGeom prst="rect">
            <a:avLst/>
          </a:prstGeom>
          <a:noFill/>
        </p:spPr>
        <p:txBody>
          <a:bodyPr wrap="square" rtlCol="0">
            <a:spAutoFit/>
          </a:bodyPr>
          <a:lstStyle/>
          <a:p>
            <a:pPr algn="ctr"/>
            <a:r>
              <a:rPr lang="en-US" sz="6000" dirty="0">
                <a:solidFill>
                  <a:srgbClr val="FF5969"/>
                </a:solidFill>
                <a:latin typeface="Tw Cen MT" panose="020B0602020104020603" pitchFamily="34" charset="0"/>
              </a:rPr>
              <a:t>BAB III</a:t>
            </a:r>
          </a:p>
          <a:p>
            <a:pPr algn="ctr"/>
            <a:r>
              <a:rPr lang="en-US" sz="6000" dirty="0" err="1">
                <a:solidFill>
                  <a:srgbClr val="FF5969"/>
                </a:solidFill>
                <a:latin typeface="Tw Cen MT" panose="020B0602020104020603" pitchFamily="34" charset="0"/>
              </a:rPr>
              <a:t>Metodologi</a:t>
            </a:r>
            <a:r>
              <a:rPr lang="en-US" sz="6000" dirty="0">
                <a:solidFill>
                  <a:srgbClr val="FF5969"/>
                </a:solidFill>
                <a:latin typeface="Tw Cen MT" panose="020B0602020104020603" pitchFamily="34" charset="0"/>
              </a:rPr>
              <a:t> </a:t>
            </a:r>
            <a:r>
              <a:rPr lang="en-US" sz="6000" dirty="0" err="1">
                <a:solidFill>
                  <a:srgbClr val="FF5969"/>
                </a:solidFill>
                <a:latin typeface="Tw Cen MT" panose="020B0602020104020603" pitchFamily="34" charset="0"/>
              </a:rPr>
              <a:t>Penelitian</a:t>
            </a:r>
            <a:endParaRPr lang="en-US" sz="6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2"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225510"/>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Perancangan</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Sistem</a:t>
              </a:r>
              <a:endParaRPr lang="en-US" sz="16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230931"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Diagram </a:t>
              </a:r>
              <a:r>
                <a:rPr lang="en-US" sz="1600" b="1" dirty="0" err="1">
                  <a:solidFill>
                    <a:srgbClr val="F0EEF0"/>
                  </a:solidFill>
                  <a:latin typeface="Tw Cen MT" panose="020B0602020104020603" pitchFamily="34" charset="0"/>
                </a:rPr>
                <a:t>Alir</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Penelitian</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196355"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220388"/>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Pengumpulan</a:t>
              </a:r>
              <a:r>
                <a:rPr lang="en-US" sz="1600" b="1" dirty="0">
                  <a:solidFill>
                    <a:srgbClr val="F0EEF0"/>
                  </a:solidFill>
                  <a:latin typeface="Tw Cen MT" panose="020B0602020104020603" pitchFamily="34" charset="0"/>
                </a:rPr>
                <a:t> Data</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220387"/>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Analisis</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Kebutuhan</a:t>
              </a:r>
              <a:r>
                <a:rPr lang="en-US" sz="1600" b="1" dirty="0">
                  <a:solidFill>
                    <a:srgbClr val="F0EEF0"/>
                  </a:solidFill>
                  <a:latin typeface="Tw Cen MT" panose="020B0602020104020603" pitchFamily="34" charset="0"/>
                </a:rPr>
                <a:t> Data</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Pengujian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46" name="Rectangle: Rounded Corners 45">
            <a:extLst>
              <a:ext uri="{FF2B5EF4-FFF2-40B4-BE49-F238E27FC236}">
                <a16:creationId xmlns:a16="http://schemas.microsoft.com/office/drawing/2014/main" id="{507E1E9D-9AFE-4EC1-B34B-51C4638994F9}"/>
              </a:ext>
            </a:extLst>
          </p:cNvPr>
          <p:cNvSpPr/>
          <p:nvPr/>
        </p:nvSpPr>
        <p:spPr>
          <a:xfrm>
            <a:off x="3518861" y="1291407"/>
            <a:ext cx="4209488" cy="771525"/>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solidFill>
                  <a:schemeClr val="bg1"/>
                </a:solidFill>
              </a:rPr>
              <a:t>Metode</a:t>
            </a:r>
            <a:r>
              <a:rPr lang="en-US" sz="2400" dirty="0">
                <a:solidFill>
                  <a:schemeClr val="bg1"/>
                </a:solidFill>
              </a:rPr>
              <a:t> </a:t>
            </a:r>
            <a:r>
              <a:rPr lang="en-US" sz="2400" dirty="0" err="1">
                <a:solidFill>
                  <a:schemeClr val="bg1"/>
                </a:solidFill>
              </a:rPr>
              <a:t>Kepustakaan</a:t>
            </a:r>
            <a:r>
              <a:rPr lang="en-US" sz="2400" dirty="0">
                <a:solidFill>
                  <a:schemeClr val="bg1"/>
                </a:solidFill>
              </a:rPr>
              <a:t>/</a:t>
            </a:r>
            <a:r>
              <a:rPr lang="en-US" sz="2400" dirty="0" err="1">
                <a:solidFill>
                  <a:schemeClr val="bg1"/>
                </a:solidFill>
              </a:rPr>
              <a:t>Studi</a:t>
            </a:r>
            <a:r>
              <a:rPr lang="en-US" sz="2400" dirty="0">
                <a:solidFill>
                  <a:schemeClr val="bg1"/>
                </a:solidFill>
              </a:rPr>
              <a:t> Pustaka</a:t>
            </a:r>
            <a:endParaRPr lang="en-ID" sz="2400" dirty="0">
              <a:solidFill>
                <a:schemeClr val="bg1"/>
              </a:solidFill>
            </a:endParaRPr>
          </a:p>
        </p:txBody>
      </p:sp>
      <p:sp>
        <p:nvSpPr>
          <p:cNvPr id="55" name="Rectangle: Rounded Corners 54">
            <a:extLst>
              <a:ext uri="{FF2B5EF4-FFF2-40B4-BE49-F238E27FC236}">
                <a16:creationId xmlns:a16="http://schemas.microsoft.com/office/drawing/2014/main" id="{7B09C466-F1EB-4733-AA76-9AD0F05837FC}"/>
              </a:ext>
            </a:extLst>
          </p:cNvPr>
          <p:cNvSpPr/>
          <p:nvPr/>
        </p:nvSpPr>
        <p:spPr>
          <a:xfrm>
            <a:off x="3551062" y="2530334"/>
            <a:ext cx="4209488" cy="771525"/>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err="1">
                <a:solidFill>
                  <a:schemeClr val="bg1"/>
                </a:solidFill>
              </a:rPr>
              <a:t>Metode</a:t>
            </a:r>
            <a:r>
              <a:rPr lang="en-US" sz="2400" dirty="0">
                <a:solidFill>
                  <a:schemeClr val="bg1"/>
                </a:solidFill>
              </a:rPr>
              <a:t> </a:t>
            </a:r>
            <a:r>
              <a:rPr lang="en-US" sz="2400" dirty="0" err="1">
                <a:solidFill>
                  <a:schemeClr val="bg1"/>
                </a:solidFill>
              </a:rPr>
              <a:t>Angket</a:t>
            </a:r>
            <a:r>
              <a:rPr lang="en-US" sz="2400" dirty="0">
                <a:solidFill>
                  <a:schemeClr val="bg1"/>
                </a:solidFill>
              </a:rPr>
              <a:t> </a:t>
            </a:r>
            <a:endParaRPr lang="en-ID" sz="2400" dirty="0">
              <a:solidFill>
                <a:schemeClr val="bg1"/>
              </a:solidFill>
            </a:endParaRPr>
          </a:p>
        </p:txBody>
      </p:sp>
      <p:sp>
        <p:nvSpPr>
          <p:cNvPr id="64" name="Rectangle: Rounded Corners 63">
            <a:extLst>
              <a:ext uri="{FF2B5EF4-FFF2-40B4-BE49-F238E27FC236}">
                <a16:creationId xmlns:a16="http://schemas.microsoft.com/office/drawing/2014/main" id="{75B00B0E-0CDC-44F7-A092-54971BA04E85}"/>
              </a:ext>
            </a:extLst>
          </p:cNvPr>
          <p:cNvSpPr/>
          <p:nvPr/>
        </p:nvSpPr>
        <p:spPr>
          <a:xfrm>
            <a:off x="3579832" y="3915305"/>
            <a:ext cx="4209488" cy="771525"/>
          </a:xfrm>
          <a:prstGeom prst="roundRect">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bg1"/>
                </a:solidFill>
              </a:rPr>
              <a:t>Quality of Service</a:t>
            </a:r>
            <a:endParaRPr lang="en-ID" sz="2400" dirty="0">
              <a:solidFill>
                <a:schemeClr val="bg1"/>
              </a:solidFill>
            </a:endParaRPr>
          </a:p>
        </p:txBody>
      </p:sp>
      <p:pic>
        <p:nvPicPr>
          <p:cNvPr id="3" name="Graphic 2" descr="Books on shelf">
            <a:extLst>
              <a:ext uri="{FF2B5EF4-FFF2-40B4-BE49-F238E27FC236}">
                <a16:creationId xmlns:a16="http://schemas.microsoft.com/office/drawing/2014/main" id="{483A3B4D-79CA-474F-B334-AFE9E1855B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10910" y="1356302"/>
            <a:ext cx="646754" cy="646754"/>
          </a:xfrm>
          <a:prstGeom prst="rect">
            <a:avLst/>
          </a:prstGeom>
        </p:spPr>
      </p:pic>
      <p:pic>
        <p:nvPicPr>
          <p:cNvPr id="5" name="Graphic 4" descr="Customer review">
            <a:extLst>
              <a:ext uri="{FF2B5EF4-FFF2-40B4-BE49-F238E27FC236}">
                <a16:creationId xmlns:a16="http://schemas.microsoft.com/office/drawing/2014/main" id="{996B8787-FBF6-4647-A691-B168403220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9895" y="2616502"/>
            <a:ext cx="584341" cy="584341"/>
          </a:xfrm>
          <a:prstGeom prst="rect">
            <a:avLst/>
          </a:prstGeom>
        </p:spPr>
      </p:pic>
      <p:pic>
        <p:nvPicPr>
          <p:cNvPr id="7" name="Graphic 6" descr="Server">
            <a:extLst>
              <a:ext uri="{FF2B5EF4-FFF2-40B4-BE49-F238E27FC236}">
                <a16:creationId xmlns:a16="http://schemas.microsoft.com/office/drawing/2014/main" id="{7FD70C11-2622-4A81-9F13-3328EFE60D7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93695" y="4004987"/>
            <a:ext cx="580541" cy="580541"/>
          </a:xfrm>
          <a:prstGeom prst="rect">
            <a:avLst/>
          </a:prstGeom>
        </p:spPr>
      </p:pic>
    </p:spTree>
    <p:extLst>
      <p:ext uri="{BB962C8B-B14F-4D97-AF65-F5344CB8AC3E}">
        <p14:creationId xmlns:p14="http://schemas.microsoft.com/office/powerpoint/2010/main" val="188085443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down)">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246769"/>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Sistem</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Diagram </a:t>
            </a:r>
            <a:r>
              <a:rPr lang="en-US" sz="2800" dirty="0" err="1">
                <a:solidFill>
                  <a:srgbClr val="52CBBE"/>
                </a:solidFill>
                <a:latin typeface="Tw Cen MT" panose="020B0602020104020603" pitchFamily="34" charset="0"/>
              </a:rPr>
              <a:t>Alir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Penelitian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Pengumpulan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Analisis</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Kebutuhan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Pengujian</a:t>
            </a:r>
            <a:endParaRPr lang="en-US" sz="2800" dirty="0">
              <a:solidFill>
                <a:srgbClr val="52CBBE"/>
              </a:solidFill>
              <a:latin typeface="Tw Cen MT" panose="020B0602020104020603" pitchFamily="34" charset="0"/>
            </a:endParaRPr>
          </a:p>
        </p:txBody>
      </p:sp>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1938992"/>
          </a:xfrm>
          <a:prstGeom prst="rect">
            <a:avLst/>
          </a:prstGeom>
          <a:noFill/>
        </p:spPr>
        <p:txBody>
          <a:bodyPr wrap="square" rtlCol="0">
            <a:spAutoFit/>
          </a:bodyPr>
          <a:lstStyle/>
          <a:p>
            <a:pPr algn="ctr"/>
            <a:r>
              <a:rPr lang="en-US" sz="6000" dirty="0">
                <a:solidFill>
                  <a:srgbClr val="FF5969"/>
                </a:solidFill>
                <a:latin typeface="Tw Cen MT" panose="020B0602020104020603" pitchFamily="34" charset="0"/>
              </a:rPr>
              <a:t>BAB III</a:t>
            </a:r>
          </a:p>
          <a:p>
            <a:pPr algn="ctr"/>
            <a:r>
              <a:rPr lang="en-US" sz="6000" dirty="0" err="1">
                <a:solidFill>
                  <a:srgbClr val="FF5969"/>
                </a:solidFill>
                <a:latin typeface="Tw Cen MT" panose="020B0602020104020603" pitchFamily="34" charset="0"/>
              </a:rPr>
              <a:t>Metodologi</a:t>
            </a:r>
            <a:r>
              <a:rPr lang="en-US" sz="6000" dirty="0">
                <a:solidFill>
                  <a:srgbClr val="FF5969"/>
                </a:solidFill>
                <a:latin typeface="Tw Cen MT" panose="020B0602020104020603" pitchFamily="34" charset="0"/>
              </a:rPr>
              <a:t> </a:t>
            </a:r>
            <a:r>
              <a:rPr lang="en-US" sz="6000" dirty="0" err="1">
                <a:solidFill>
                  <a:srgbClr val="FF5969"/>
                </a:solidFill>
                <a:latin typeface="Tw Cen MT" panose="020B0602020104020603" pitchFamily="34" charset="0"/>
              </a:rPr>
              <a:t>Penelitian</a:t>
            </a:r>
            <a:endParaRPr lang="en-US" sz="6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2"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225510"/>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Perancangan</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Sistem</a:t>
              </a:r>
              <a:endParaRPr lang="en-US" sz="16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230931"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Diagram </a:t>
              </a:r>
              <a:r>
                <a:rPr lang="en-US" sz="1600" b="1" dirty="0" err="1">
                  <a:solidFill>
                    <a:srgbClr val="F0EEF0"/>
                  </a:solidFill>
                  <a:latin typeface="Tw Cen MT" panose="020B0602020104020603" pitchFamily="34" charset="0"/>
                </a:rPr>
                <a:t>Alir</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Penelitian</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196355"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220388"/>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Pengumpulan</a:t>
              </a:r>
              <a:r>
                <a:rPr lang="en-US" sz="1600" b="1" dirty="0">
                  <a:solidFill>
                    <a:srgbClr val="F0EEF0"/>
                  </a:solidFill>
                  <a:latin typeface="Tw Cen MT" panose="020B0602020104020603" pitchFamily="34" charset="0"/>
                </a:rPr>
                <a:t> Data</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1044515"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220387"/>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Analisis</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Kebutuhan</a:t>
              </a:r>
              <a:r>
                <a:rPr lang="en-US" sz="1600" b="1" dirty="0">
                  <a:solidFill>
                    <a:srgbClr val="F0EEF0"/>
                  </a:solidFill>
                  <a:latin typeface="Tw Cen MT" panose="020B0602020104020603" pitchFamily="34" charset="0"/>
                </a:rPr>
                <a:t> Data</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Pengujian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6" name="Group 5">
            <a:extLst>
              <a:ext uri="{FF2B5EF4-FFF2-40B4-BE49-F238E27FC236}">
                <a16:creationId xmlns:a16="http://schemas.microsoft.com/office/drawing/2014/main" id="{A3C278E7-F0F4-41ED-ABB6-362FBC09DDA9}"/>
              </a:ext>
            </a:extLst>
          </p:cNvPr>
          <p:cNvGrpSpPr/>
          <p:nvPr/>
        </p:nvGrpSpPr>
        <p:grpSpPr>
          <a:xfrm>
            <a:off x="3814740" y="479365"/>
            <a:ext cx="3201559" cy="5311038"/>
            <a:chOff x="3814740" y="479365"/>
            <a:chExt cx="3201559" cy="5311038"/>
          </a:xfrm>
        </p:grpSpPr>
        <p:grpSp>
          <p:nvGrpSpPr>
            <p:cNvPr id="55" name="Group 54">
              <a:extLst>
                <a:ext uri="{FF2B5EF4-FFF2-40B4-BE49-F238E27FC236}">
                  <a16:creationId xmlns:a16="http://schemas.microsoft.com/office/drawing/2014/main" id="{F98489FC-0D8D-4546-829E-BD548DFA85D3}"/>
                </a:ext>
              </a:extLst>
            </p:cNvPr>
            <p:cNvGrpSpPr/>
            <p:nvPr/>
          </p:nvGrpSpPr>
          <p:grpSpPr>
            <a:xfrm>
              <a:off x="3814740" y="479365"/>
              <a:ext cx="3201559" cy="2776841"/>
              <a:chOff x="1387588" y="2182683"/>
              <a:chExt cx="1805441" cy="1894017"/>
            </a:xfrm>
          </p:grpSpPr>
          <p:sp>
            <p:nvSpPr>
              <p:cNvPr id="56" name="Rectangle: Top Corners Rounded 55">
                <a:extLst>
                  <a:ext uri="{FF2B5EF4-FFF2-40B4-BE49-F238E27FC236}">
                    <a16:creationId xmlns:a16="http://schemas.microsoft.com/office/drawing/2014/main" id="{0DEA5D80-10F9-4FAF-95E2-B966237B66DC}"/>
                  </a:ext>
                </a:extLst>
              </p:cNvPr>
              <p:cNvSpPr/>
              <p:nvPr/>
            </p:nvSpPr>
            <p:spPr>
              <a:xfrm>
                <a:off x="1494518" y="2209800"/>
                <a:ext cx="1591582" cy="1866900"/>
              </a:xfrm>
              <a:prstGeom prst="round2SameRect">
                <a:avLst>
                  <a:gd name="adj1" fmla="val 12063"/>
                  <a:gd name="adj2" fmla="val 0"/>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D4FFDE5-5E6C-4D41-A99D-7FF25BA6A164}"/>
                  </a:ext>
                </a:extLst>
              </p:cNvPr>
              <p:cNvSpPr txBox="1"/>
              <p:nvPr/>
            </p:nvSpPr>
            <p:spPr>
              <a:xfrm>
                <a:off x="1387588" y="2182683"/>
                <a:ext cx="1805441" cy="440847"/>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VPS</a:t>
                </a:r>
              </a:p>
            </p:txBody>
          </p:sp>
          <p:sp>
            <p:nvSpPr>
              <p:cNvPr id="59" name="TextBox 58">
                <a:extLst>
                  <a:ext uri="{FF2B5EF4-FFF2-40B4-BE49-F238E27FC236}">
                    <a16:creationId xmlns:a16="http://schemas.microsoft.com/office/drawing/2014/main" id="{427A03CF-2F81-4518-8435-3263F0CD1FD8}"/>
                  </a:ext>
                </a:extLst>
              </p:cNvPr>
              <p:cNvSpPr txBox="1"/>
              <p:nvPr/>
            </p:nvSpPr>
            <p:spPr>
              <a:xfrm>
                <a:off x="1843092" y="2563851"/>
                <a:ext cx="894432" cy="440847"/>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1</a:t>
                </a:r>
                <a:endParaRPr lang="en-US" sz="6000" b="1" dirty="0">
                  <a:solidFill>
                    <a:srgbClr val="E6E7E9"/>
                  </a:solidFill>
                  <a:latin typeface="Tw Cen MT" panose="020B0602020104020603" pitchFamily="34" charset="0"/>
                </a:endParaRPr>
              </a:p>
            </p:txBody>
          </p:sp>
        </p:grpSp>
        <p:sp>
          <p:nvSpPr>
            <p:cNvPr id="60" name="Freeform: Shape 59">
              <a:extLst>
                <a:ext uri="{FF2B5EF4-FFF2-40B4-BE49-F238E27FC236}">
                  <a16:creationId xmlns:a16="http://schemas.microsoft.com/office/drawing/2014/main" id="{9B7DE063-FB7A-4422-BAA2-A9E601657250}"/>
                </a:ext>
              </a:extLst>
            </p:cNvPr>
            <p:cNvSpPr/>
            <p:nvPr/>
          </p:nvSpPr>
          <p:spPr>
            <a:xfrm flipV="1">
              <a:off x="4004356" y="1371568"/>
              <a:ext cx="2822326" cy="4418835"/>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bg1">
                <a:lumMod val="95000"/>
              </a:schemeClr>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Processor">
              <a:extLst>
                <a:ext uri="{FF2B5EF4-FFF2-40B4-BE49-F238E27FC236}">
                  <a16:creationId xmlns:a16="http://schemas.microsoft.com/office/drawing/2014/main" id="{518A110F-E831-486C-ACE0-13AA189202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66605" y="2186457"/>
              <a:ext cx="619819" cy="619819"/>
            </a:xfrm>
            <a:prstGeom prst="rect">
              <a:avLst/>
            </a:prstGeom>
          </p:spPr>
        </p:pic>
        <p:sp>
          <p:nvSpPr>
            <p:cNvPr id="4" name="Oval 3">
              <a:extLst>
                <a:ext uri="{FF2B5EF4-FFF2-40B4-BE49-F238E27FC236}">
                  <a16:creationId xmlns:a16="http://schemas.microsoft.com/office/drawing/2014/main" id="{2843C13E-97BB-449D-817C-B49C70216728}"/>
                </a:ext>
              </a:extLst>
            </p:cNvPr>
            <p:cNvSpPr/>
            <p:nvPr/>
          </p:nvSpPr>
          <p:spPr>
            <a:xfrm>
              <a:off x="4129087" y="2921340"/>
              <a:ext cx="200026" cy="200026"/>
            </a:xfrm>
            <a:prstGeom prst="ellipse">
              <a:avLst/>
            </a:prstGeom>
            <a:solidFill>
              <a:srgbClr val="F054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7E3B1C2D-B75A-4B21-B141-4CC15930D903}"/>
                </a:ext>
              </a:extLst>
            </p:cNvPr>
            <p:cNvSpPr txBox="1"/>
            <p:nvPr/>
          </p:nvSpPr>
          <p:spPr>
            <a:xfrm>
              <a:off x="4463748" y="2821298"/>
              <a:ext cx="1922322" cy="400110"/>
            </a:xfrm>
            <a:prstGeom prst="rect">
              <a:avLst/>
            </a:prstGeom>
            <a:noFill/>
          </p:spPr>
          <p:txBody>
            <a:bodyPr wrap="square" rtlCol="0">
              <a:spAutoFit/>
            </a:bodyPr>
            <a:lstStyle/>
            <a:p>
              <a:r>
                <a:rPr lang="en-US" sz="2000" b="1" dirty="0">
                  <a:latin typeface="Tw Cen MT" panose="020B0602020104020603" pitchFamily="34" charset="0"/>
                </a:rPr>
                <a:t>vCPU 2 Core</a:t>
              </a:r>
              <a:endParaRPr lang="en-ID" sz="2000" b="1" dirty="0">
                <a:latin typeface="Tw Cen MT" panose="020B0602020104020603" pitchFamily="34" charset="0"/>
              </a:endParaRPr>
            </a:p>
          </p:txBody>
        </p:sp>
        <p:sp>
          <p:nvSpPr>
            <p:cNvPr id="65" name="Oval 64">
              <a:extLst>
                <a:ext uri="{FF2B5EF4-FFF2-40B4-BE49-F238E27FC236}">
                  <a16:creationId xmlns:a16="http://schemas.microsoft.com/office/drawing/2014/main" id="{725771A3-4915-4FA4-AEC8-0B0F8183284F}"/>
                </a:ext>
              </a:extLst>
            </p:cNvPr>
            <p:cNvSpPr/>
            <p:nvPr/>
          </p:nvSpPr>
          <p:spPr>
            <a:xfrm>
              <a:off x="4129087" y="3347469"/>
              <a:ext cx="200026" cy="200026"/>
            </a:xfrm>
            <a:prstGeom prst="ellipse">
              <a:avLst/>
            </a:prstGeom>
            <a:solidFill>
              <a:srgbClr val="F054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6" name="TextBox 65">
              <a:extLst>
                <a:ext uri="{FF2B5EF4-FFF2-40B4-BE49-F238E27FC236}">
                  <a16:creationId xmlns:a16="http://schemas.microsoft.com/office/drawing/2014/main" id="{3ECADE58-4560-4D5C-9C5D-BF1C6C3FF38A}"/>
                </a:ext>
              </a:extLst>
            </p:cNvPr>
            <p:cNvSpPr txBox="1"/>
            <p:nvPr/>
          </p:nvSpPr>
          <p:spPr>
            <a:xfrm>
              <a:off x="4463748" y="3247427"/>
              <a:ext cx="1922322" cy="400110"/>
            </a:xfrm>
            <a:prstGeom prst="rect">
              <a:avLst/>
            </a:prstGeom>
            <a:noFill/>
          </p:spPr>
          <p:txBody>
            <a:bodyPr wrap="square" rtlCol="0">
              <a:spAutoFit/>
            </a:bodyPr>
            <a:lstStyle/>
            <a:p>
              <a:r>
                <a:rPr lang="en-US" sz="2000" b="1" dirty="0">
                  <a:latin typeface="Tw Cen MT" panose="020B0602020104020603" pitchFamily="34" charset="0"/>
                </a:rPr>
                <a:t>RAM 2GB</a:t>
              </a:r>
              <a:endParaRPr lang="en-ID" sz="2000" b="1" dirty="0">
                <a:latin typeface="Tw Cen MT" panose="020B0602020104020603" pitchFamily="34" charset="0"/>
              </a:endParaRPr>
            </a:p>
          </p:txBody>
        </p:sp>
        <p:sp>
          <p:nvSpPr>
            <p:cNvPr id="67" name="Oval 66">
              <a:extLst>
                <a:ext uri="{FF2B5EF4-FFF2-40B4-BE49-F238E27FC236}">
                  <a16:creationId xmlns:a16="http://schemas.microsoft.com/office/drawing/2014/main" id="{2FB8FD33-4A64-4ADF-9517-D31D47576B71}"/>
                </a:ext>
              </a:extLst>
            </p:cNvPr>
            <p:cNvSpPr/>
            <p:nvPr/>
          </p:nvSpPr>
          <p:spPr>
            <a:xfrm>
              <a:off x="4129087" y="3772293"/>
              <a:ext cx="200026" cy="200026"/>
            </a:xfrm>
            <a:prstGeom prst="ellipse">
              <a:avLst/>
            </a:prstGeom>
            <a:solidFill>
              <a:srgbClr val="F054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8" name="TextBox 67">
              <a:extLst>
                <a:ext uri="{FF2B5EF4-FFF2-40B4-BE49-F238E27FC236}">
                  <a16:creationId xmlns:a16="http://schemas.microsoft.com/office/drawing/2014/main" id="{407D3A74-9EE6-4221-A714-FA4C5561FD02}"/>
                </a:ext>
              </a:extLst>
            </p:cNvPr>
            <p:cNvSpPr txBox="1"/>
            <p:nvPr/>
          </p:nvSpPr>
          <p:spPr>
            <a:xfrm>
              <a:off x="4463748" y="3672251"/>
              <a:ext cx="1922322" cy="400110"/>
            </a:xfrm>
            <a:prstGeom prst="rect">
              <a:avLst/>
            </a:prstGeom>
            <a:noFill/>
          </p:spPr>
          <p:txBody>
            <a:bodyPr wrap="square" rtlCol="0">
              <a:spAutoFit/>
            </a:bodyPr>
            <a:lstStyle/>
            <a:p>
              <a:r>
                <a:rPr lang="en-US" sz="2000" b="1" dirty="0">
                  <a:latin typeface="Tw Cen MT" panose="020B0602020104020603" pitchFamily="34" charset="0"/>
                </a:rPr>
                <a:t>SSD 40 GB</a:t>
              </a:r>
              <a:endParaRPr lang="en-ID" sz="2000" b="1" dirty="0">
                <a:latin typeface="Tw Cen MT" panose="020B0602020104020603" pitchFamily="34" charset="0"/>
              </a:endParaRPr>
            </a:p>
          </p:txBody>
        </p:sp>
        <p:sp>
          <p:nvSpPr>
            <p:cNvPr id="69" name="Oval 68">
              <a:extLst>
                <a:ext uri="{FF2B5EF4-FFF2-40B4-BE49-F238E27FC236}">
                  <a16:creationId xmlns:a16="http://schemas.microsoft.com/office/drawing/2014/main" id="{56E6284C-F4E8-4CF6-95E5-9C724278CCC8}"/>
                </a:ext>
              </a:extLst>
            </p:cNvPr>
            <p:cNvSpPr/>
            <p:nvPr/>
          </p:nvSpPr>
          <p:spPr>
            <a:xfrm>
              <a:off x="4131393" y="4166122"/>
              <a:ext cx="200026" cy="200026"/>
            </a:xfrm>
            <a:prstGeom prst="ellipse">
              <a:avLst/>
            </a:prstGeom>
            <a:solidFill>
              <a:srgbClr val="F054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0" name="TextBox 69">
              <a:extLst>
                <a:ext uri="{FF2B5EF4-FFF2-40B4-BE49-F238E27FC236}">
                  <a16:creationId xmlns:a16="http://schemas.microsoft.com/office/drawing/2014/main" id="{322486B3-9BF6-49D3-AB5C-01FA08A4FEEF}"/>
                </a:ext>
              </a:extLst>
            </p:cNvPr>
            <p:cNvSpPr txBox="1"/>
            <p:nvPr/>
          </p:nvSpPr>
          <p:spPr>
            <a:xfrm>
              <a:off x="4466054" y="4066080"/>
              <a:ext cx="1922322" cy="400110"/>
            </a:xfrm>
            <a:prstGeom prst="rect">
              <a:avLst/>
            </a:prstGeom>
            <a:noFill/>
          </p:spPr>
          <p:txBody>
            <a:bodyPr wrap="square" rtlCol="0">
              <a:spAutoFit/>
            </a:bodyPr>
            <a:lstStyle/>
            <a:p>
              <a:r>
                <a:rPr lang="en-US" sz="2000" b="1" dirty="0">
                  <a:latin typeface="Tw Cen MT" panose="020B0602020104020603" pitchFamily="34" charset="0"/>
                </a:rPr>
                <a:t>Bandwidth 2TB</a:t>
              </a:r>
              <a:endParaRPr lang="en-ID" sz="2000" b="1" dirty="0">
                <a:latin typeface="Tw Cen MT" panose="020B0602020104020603" pitchFamily="34" charset="0"/>
              </a:endParaRPr>
            </a:p>
          </p:txBody>
        </p:sp>
      </p:grpSp>
    </p:spTree>
    <p:extLst>
      <p:ext uri="{BB962C8B-B14F-4D97-AF65-F5344CB8AC3E}">
        <p14:creationId xmlns:p14="http://schemas.microsoft.com/office/powerpoint/2010/main" val="19064148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down)">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5E3C4031-953E-4571-805E-B5B35F2D3979}"/>
              </a:ext>
            </a:extLst>
          </p:cNvPr>
          <p:cNvSpPr txBox="1"/>
          <p:nvPr/>
        </p:nvSpPr>
        <p:spPr>
          <a:xfrm>
            <a:off x="3959188" y="2609922"/>
            <a:ext cx="7278915" cy="2246769"/>
          </a:xfrm>
          <a:prstGeom prst="rect">
            <a:avLst/>
          </a:prstGeom>
          <a:noFill/>
        </p:spPr>
        <p:txBody>
          <a:bodyPr wrap="square" rtlCol="0">
            <a:spAutoFit/>
          </a:bodyPr>
          <a:lstStyle/>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Perancangan</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Sistem</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a:solidFill>
                  <a:srgbClr val="52CBBE"/>
                </a:solidFill>
                <a:latin typeface="Tw Cen MT" panose="020B0602020104020603" pitchFamily="34" charset="0"/>
              </a:rPr>
              <a:t>Diagram </a:t>
            </a:r>
            <a:r>
              <a:rPr lang="en-US" sz="2800" dirty="0" err="1">
                <a:solidFill>
                  <a:srgbClr val="52CBBE"/>
                </a:solidFill>
                <a:latin typeface="Tw Cen MT" panose="020B0602020104020603" pitchFamily="34" charset="0"/>
              </a:rPr>
              <a:t>Alir</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Penelitian</a:t>
            </a:r>
            <a:endParaRPr lang="en-US" sz="2800" dirty="0">
              <a:solidFill>
                <a:srgbClr val="52CBBE"/>
              </a:solidFill>
              <a:latin typeface="Tw Cen MT" panose="020B0602020104020603" pitchFamily="34" charset="0"/>
            </a:endParaRP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Metode</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Pengumpulan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Analisis</a:t>
            </a:r>
            <a:r>
              <a:rPr lang="en-US" sz="2800" dirty="0">
                <a:solidFill>
                  <a:srgbClr val="52CBBE"/>
                </a:solidFill>
                <a:latin typeface="Tw Cen MT" panose="020B0602020104020603" pitchFamily="34" charset="0"/>
              </a:rPr>
              <a:t> </a:t>
            </a:r>
            <a:r>
              <a:rPr lang="en-US" sz="2800" dirty="0" err="1">
                <a:solidFill>
                  <a:srgbClr val="52CBBE"/>
                </a:solidFill>
                <a:latin typeface="Tw Cen MT" panose="020B0602020104020603" pitchFamily="34" charset="0"/>
              </a:rPr>
              <a:t>Kebutuhan</a:t>
            </a:r>
            <a:r>
              <a:rPr lang="en-US" sz="2800" dirty="0">
                <a:solidFill>
                  <a:srgbClr val="52CBBE"/>
                </a:solidFill>
                <a:latin typeface="Tw Cen MT" panose="020B0602020104020603" pitchFamily="34" charset="0"/>
              </a:rPr>
              <a:t> Data</a:t>
            </a:r>
          </a:p>
          <a:p>
            <a:pPr marL="571500" indent="-571500" algn="just">
              <a:buFont typeface="Arial" panose="020B0604020202020204" pitchFamily="34" charset="0"/>
              <a:buChar char="•"/>
            </a:pPr>
            <a:r>
              <a:rPr lang="en-US" sz="2800" dirty="0" err="1">
                <a:solidFill>
                  <a:srgbClr val="52CBBE"/>
                </a:solidFill>
                <a:latin typeface="Tw Cen MT" panose="020B0602020104020603" pitchFamily="34" charset="0"/>
              </a:rPr>
              <a:t>Pengujian</a:t>
            </a:r>
            <a:endParaRPr lang="en-US" sz="2800" dirty="0">
              <a:solidFill>
                <a:srgbClr val="52CBBE"/>
              </a:solidFill>
              <a:latin typeface="Tw Cen MT" panose="020B0602020104020603" pitchFamily="34" charset="0"/>
            </a:endParaRPr>
          </a:p>
        </p:txBody>
      </p:sp>
      <p:sp>
        <p:nvSpPr>
          <p:cNvPr id="50" name="TextBox 49">
            <a:extLst>
              <a:ext uri="{FF2B5EF4-FFF2-40B4-BE49-F238E27FC236}">
                <a16:creationId xmlns:a16="http://schemas.microsoft.com/office/drawing/2014/main" id="{9EB0FD16-689C-476C-8309-C7173C257513}"/>
              </a:ext>
            </a:extLst>
          </p:cNvPr>
          <p:cNvSpPr txBox="1"/>
          <p:nvPr/>
        </p:nvSpPr>
        <p:spPr>
          <a:xfrm>
            <a:off x="3959189" y="-71206"/>
            <a:ext cx="7278915" cy="1938992"/>
          </a:xfrm>
          <a:prstGeom prst="rect">
            <a:avLst/>
          </a:prstGeom>
          <a:noFill/>
        </p:spPr>
        <p:txBody>
          <a:bodyPr wrap="square" rtlCol="0">
            <a:spAutoFit/>
          </a:bodyPr>
          <a:lstStyle/>
          <a:p>
            <a:pPr algn="ctr"/>
            <a:r>
              <a:rPr lang="en-US" sz="6000" dirty="0">
                <a:solidFill>
                  <a:srgbClr val="FF5969"/>
                </a:solidFill>
                <a:latin typeface="Tw Cen MT" panose="020B0602020104020603" pitchFamily="34" charset="0"/>
              </a:rPr>
              <a:t>BAB III</a:t>
            </a:r>
          </a:p>
          <a:p>
            <a:pPr algn="ctr"/>
            <a:r>
              <a:rPr lang="en-US" sz="6000" dirty="0" err="1">
                <a:solidFill>
                  <a:srgbClr val="FF5969"/>
                </a:solidFill>
                <a:latin typeface="Tw Cen MT" panose="020B0602020104020603" pitchFamily="34" charset="0"/>
              </a:rPr>
              <a:t>Metodologi</a:t>
            </a:r>
            <a:r>
              <a:rPr lang="en-US" sz="6000" dirty="0">
                <a:solidFill>
                  <a:srgbClr val="FF5969"/>
                </a:solidFill>
                <a:latin typeface="Tw Cen MT" panose="020B0602020104020603" pitchFamily="34" charset="0"/>
              </a:rPr>
              <a:t> </a:t>
            </a:r>
            <a:r>
              <a:rPr lang="en-US" sz="6000" dirty="0" err="1">
                <a:solidFill>
                  <a:srgbClr val="FF5969"/>
                </a:solidFill>
                <a:latin typeface="Tw Cen MT" panose="020B0602020104020603" pitchFamily="34" charset="0"/>
              </a:rPr>
              <a:t>Penelitian</a:t>
            </a:r>
            <a:endParaRPr lang="en-US" sz="6000" dirty="0">
              <a:solidFill>
                <a:srgbClr val="FF5969"/>
              </a:solidFill>
              <a:latin typeface="Tw Cen MT" panose="020B0602020104020603" pitchFamily="34" charset="0"/>
            </a:endParaRP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287372"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225510"/>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Perancangan</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Sistem</a:t>
              </a:r>
              <a:endParaRPr lang="en-US" sz="1600" b="1" dirty="0">
                <a:solidFill>
                  <a:srgbClr val="F0EEF0"/>
                </a:solidFill>
                <a:latin typeface="Tw Cen MT" panose="020B0602020104020603" pitchFamily="34" charset="0"/>
              </a:endParaRP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230931" y="0"/>
            <a:ext cx="11447501" cy="6858000"/>
            <a:chOff x="213096" y="0"/>
            <a:chExt cx="11447501"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341391" y="3136611"/>
              <a:ext cx="1992086" cy="584775"/>
            </a:xfrm>
            <a:prstGeom prst="rect">
              <a:avLst/>
            </a:prstGeom>
            <a:noFill/>
          </p:spPr>
          <p:txBody>
            <a:bodyPr wrap="square" rtlCol="0">
              <a:spAutoFit/>
            </a:bodyPr>
            <a:lstStyle/>
            <a:p>
              <a:pPr algn="ctr"/>
              <a:r>
                <a:rPr lang="en-US" sz="1600" b="1" dirty="0">
                  <a:solidFill>
                    <a:srgbClr val="F0EEF0"/>
                  </a:solidFill>
                  <a:latin typeface="Tw Cen MT" panose="020B0602020104020603" pitchFamily="34" charset="0"/>
                </a:rPr>
                <a:t>Diagram </a:t>
              </a:r>
              <a:r>
                <a:rPr lang="en-US" sz="1600" b="1" dirty="0" err="1">
                  <a:solidFill>
                    <a:srgbClr val="F0EEF0"/>
                  </a:solidFill>
                  <a:latin typeface="Tw Cen MT" panose="020B0602020104020603" pitchFamily="34" charset="0"/>
                </a:rPr>
                <a:t>Alir</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Penelitian</a:t>
              </a:r>
              <a:endParaRPr lang="en-US" sz="1600" b="1" dirty="0">
                <a:solidFill>
                  <a:srgbClr val="F0EEF0"/>
                </a:solidFill>
                <a:latin typeface="Tw Cen MT" panose="020B0602020104020603" pitchFamily="34" charset="0"/>
              </a:endParaRP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1196355"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220388"/>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Metode</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Pengumpulan</a:t>
              </a:r>
              <a:r>
                <a:rPr lang="en-US" sz="1600" b="1" dirty="0">
                  <a:solidFill>
                    <a:srgbClr val="F0EEF0"/>
                  </a:solidFill>
                  <a:latin typeface="Tw Cen MT" panose="020B0602020104020603" pitchFamily="34" charset="0"/>
                </a:rPr>
                <a:t> Data</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1044515"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220387"/>
              <a:ext cx="1992086" cy="584775"/>
            </a:xfrm>
            <a:prstGeom prst="rect">
              <a:avLst/>
            </a:prstGeom>
            <a:noFill/>
          </p:spPr>
          <p:txBody>
            <a:bodyPr wrap="square" rtlCol="0">
              <a:spAutoFit/>
            </a:bodyPr>
            <a:lstStyle/>
            <a:p>
              <a:pPr algn="ctr"/>
              <a:r>
                <a:rPr lang="en-US" sz="1600" b="1" dirty="0" err="1">
                  <a:solidFill>
                    <a:srgbClr val="F0EEF0"/>
                  </a:solidFill>
                  <a:latin typeface="Tw Cen MT" panose="020B0602020104020603" pitchFamily="34" charset="0"/>
                </a:rPr>
                <a:t>Analisis</a:t>
              </a:r>
              <a:r>
                <a:rPr lang="en-US" sz="1600" b="1" dirty="0">
                  <a:solidFill>
                    <a:srgbClr val="F0EEF0"/>
                  </a:solidFill>
                  <a:latin typeface="Tw Cen MT" panose="020B0602020104020603" pitchFamily="34" charset="0"/>
                </a:rPr>
                <a:t> </a:t>
              </a:r>
              <a:r>
                <a:rPr lang="en-US" sz="1600" b="1" dirty="0" err="1">
                  <a:solidFill>
                    <a:srgbClr val="F0EEF0"/>
                  </a:solidFill>
                  <a:latin typeface="Tw Cen MT" panose="020B0602020104020603" pitchFamily="34" charset="0"/>
                </a:rPr>
                <a:t>Kebutuhan</a:t>
              </a:r>
              <a:r>
                <a:rPr lang="en-US" sz="1600" b="1" dirty="0">
                  <a:solidFill>
                    <a:srgbClr val="F0EEF0"/>
                  </a:solidFill>
                  <a:latin typeface="Tw Cen MT" panose="020B0602020104020603" pitchFamily="34" charset="0"/>
                </a:rPr>
                <a:t> Data</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40" name="Group 39">
            <a:extLst>
              <a:ext uri="{FF2B5EF4-FFF2-40B4-BE49-F238E27FC236}">
                <a16:creationId xmlns:a16="http://schemas.microsoft.com/office/drawing/2014/main" id="{3FD3EE0D-FD02-4885-9AC0-03F414A9888F}"/>
              </a:ext>
            </a:extLst>
          </p:cNvPr>
          <p:cNvGrpSpPr/>
          <p:nvPr/>
        </p:nvGrpSpPr>
        <p:grpSpPr>
          <a:xfrm>
            <a:off x="-303861" y="-1"/>
            <a:ext cx="10387360" cy="6858000"/>
            <a:chOff x="718505" y="-1"/>
            <a:chExt cx="8692331"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328107"/>
              <a:ext cx="1992086" cy="369332"/>
            </a:xfrm>
            <a:prstGeom prst="rect">
              <a:avLst/>
            </a:prstGeom>
            <a:noFill/>
          </p:spPr>
          <p:txBody>
            <a:bodyPr wrap="square" rtlCol="0">
              <a:spAutoFit/>
            </a:bodyPr>
            <a:lstStyle/>
            <a:p>
              <a:pPr algn="ctr"/>
              <a:r>
                <a:rPr lang="en-US" b="1" dirty="0" err="1">
                  <a:solidFill>
                    <a:srgbClr val="F0EEF0"/>
                  </a:solidFill>
                  <a:latin typeface="Tw Cen MT" panose="020B0602020104020603" pitchFamily="34" charset="0"/>
                </a:rPr>
                <a:t>Pengujian</a:t>
              </a:r>
              <a:endParaRPr lang="en-US" b="1" dirty="0">
                <a:solidFill>
                  <a:srgbClr val="F0EEF0"/>
                </a:solidFill>
                <a:latin typeface="Tw Cen MT" panose="020B0602020104020603" pitchFamily="34" charset="0"/>
              </a:endParaRP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2671FAE-6C52-4DCF-B89D-4833132D3A93}"/>
              </a:ext>
            </a:extLst>
          </p:cNvPr>
          <p:cNvGrpSpPr/>
          <p:nvPr/>
        </p:nvGrpSpPr>
        <p:grpSpPr>
          <a:xfrm>
            <a:off x="662631" y="187835"/>
            <a:ext cx="7803629" cy="6482325"/>
            <a:chOff x="2437685" y="1434803"/>
            <a:chExt cx="7405148" cy="4257696"/>
          </a:xfrm>
        </p:grpSpPr>
        <p:sp>
          <p:nvSpPr>
            <p:cNvPr id="46" name="Rectangle: Rounded Corners 45">
              <a:extLst>
                <a:ext uri="{FF2B5EF4-FFF2-40B4-BE49-F238E27FC236}">
                  <a16:creationId xmlns:a16="http://schemas.microsoft.com/office/drawing/2014/main" id="{B0CB6E96-70C6-4F95-8E29-540449EC2F00}"/>
                </a:ext>
              </a:extLst>
            </p:cNvPr>
            <p:cNvSpPr/>
            <p:nvPr/>
          </p:nvSpPr>
          <p:spPr>
            <a:xfrm>
              <a:off x="2437685" y="2472834"/>
              <a:ext cx="7405148" cy="2181626"/>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a:solidFill>
                    <a:srgbClr val="000000"/>
                  </a:solidFill>
                  <a:effectLst/>
                  <a:latin typeface="Times New Roman" panose="02020603050405020304" pitchFamily="18" charset="0"/>
                  <a:ea typeface="Times New Roman" panose="02020603050405020304" pitchFamily="18" charset="0"/>
                </a:rPr>
                <a:t>Adapun pengujian sistem yang digunakan pada tugas akhir ini adalah </a:t>
              </a:r>
              <a:r>
                <a:rPr lang="en-US" sz="2400" dirty="0">
                  <a:solidFill>
                    <a:srgbClr val="000000"/>
                  </a:solidFill>
                  <a:effectLst/>
                  <a:latin typeface="Times New Roman" panose="02020603050405020304" pitchFamily="18" charset="0"/>
                  <a:ea typeface="Times New Roman" panose="02020603050405020304" pitchFamily="18" charset="0"/>
                </a:rPr>
                <a:t>QoS yang </a:t>
              </a:r>
              <a:r>
                <a:rPr lang="en-US" sz="2400" dirty="0" err="1">
                  <a:solidFill>
                    <a:srgbClr val="000000"/>
                  </a:solidFill>
                  <a:effectLst/>
                  <a:latin typeface="Times New Roman" panose="02020603050405020304" pitchFamily="18" charset="0"/>
                  <a:ea typeface="Times New Roman" panose="02020603050405020304" pitchFamily="18" charset="0"/>
                </a:rPr>
                <a:t>akan</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dilakukan</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secara</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pertahap</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yaitu</a:t>
              </a:r>
              <a:r>
                <a:rPr lang="en-US" sz="2400" dirty="0">
                  <a:solidFill>
                    <a:srgbClr val="000000"/>
                  </a:solidFill>
                  <a:effectLst/>
                  <a:latin typeface="Times New Roman" panose="02020603050405020304" pitchFamily="18" charset="0"/>
                  <a:ea typeface="Times New Roman" panose="02020603050405020304" pitchFamily="18" charset="0"/>
                </a:rPr>
                <a:t> : </a:t>
              </a:r>
              <a:r>
                <a:rPr lang="id-ID" sz="2400" i="1" dirty="0">
                  <a:solidFill>
                    <a:srgbClr val="000000"/>
                  </a:solidFill>
                  <a:effectLst/>
                  <a:latin typeface="Times New Roman" panose="02020603050405020304" pitchFamily="18" charset="0"/>
                  <a:ea typeface="Times New Roman" panose="02020603050405020304" pitchFamily="18" charset="0"/>
                </a:rPr>
                <a:t>Throughput</a:t>
              </a:r>
              <a:r>
                <a:rPr lang="en-US" sz="2400" i="1" dirty="0">
                  <a:solidFill>
                    <a:srgbClr val="000000"/>
                  </a:solidFill>
                  <a:effectLst/>
                  <a:latin typeface="Times New Roman" panose="02020603050405020304" pitchFamily="18" charset="0"/>
                  <a:ea typeface="Times New Roman" panose="02020603050405020304" pitchFamily="18" charset="0"/>
                </a:rPr>
                <a:t>, Delay, Jitter, Packet Loss</a:t>
              </a:r>
              <a:r>
                <a:rPr lang="en-US" sz="2400" dirty="0">
                  <a:solidFill>
                    <a:srgbClr val="000000"/>
                  </a:solidFill>
                  <a:effectLst/>
                  <a:latin typeface="Times New Roman" panose="02020603050405020304" pitchFamily="18" charset="0"/>
                  <a:ea typeface="Times New Roman" panose="02020603050405020304" pitchFamily="18" charset="0"/>
                </a:rPr>
                <a:t>.</a:t>
              </a:r>
              <a:endParaRPr lang="en-ID" sz="4800"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
          <p:nvSpPr>
            <p:cNvPr id="47" name="Oval 46">
              <a:extLst>
                <a:ext uri="{FF2B5EF4-FFF2-40B4-BE49-F238E27FC236}">
                  <a16:creationId xmlns:a16="http://schemas.microsoft.com/office/drawing/2014/main" id="{2DC63B0F-36EF-4BD4-A0CA-48E77C68DE34}"/>
                </a:ext>
              </a:extLst>
            </p:cNvPr>
            <p:cNvSpPr/>
            <p:nvPr/>
          </p:nvSpPr>
          <p:spPr>
            <a:xfrm>
              <a:off x="5454459" y="4446358"/>
              <a:ext cx="1371600" cy="1246141"/>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48" name="Oval 47">
              <a:extLst>
                <a:ext uri="{FF2B5EF4-FFF2-40B4-BE49-F238E27FC236}">
                  <a16:creationId xmlns:a16="http://schemas.microsoft.com/office/drawing/2014/main" id="{F5EC7CA7-5485-4E46-8094-8AD559F3F14C}"/>
                </a:ext>
              </a:extLst>
            </p:cNvPr>
            <p:cNvSpPr/>
            <p:nvPr/>
          </p:nvSpPr>
          <p:spPr>
            <a:xfrm>
              <a:off x="5454459" y="1434803"/>
              <a:ext cx="1371600" cy="1227364"/>
            </a:xfrm>
            <a:prstGeom prst="ellipse">
              <a:avLst/>
            </a:prstGeom>
            <a:solidFill>
              <a:srgbClr val="F0EE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grpSp>
    </p:spTree>
    <p:extLst>
      <p:ext uri="{BB962C8B-B14F-4D97-AF65-F5344CB8AC3E}">
        <p14:creationId xmlns:p14="http://schemas.microsoft.com/office/powerpoint/2010/main" val="40494852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down)">
                                      <p:cBhvr>
                                        <p:cTn id="1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2440348" y="1324437"/>
            <a:ext cx="7278915" cy="1323439"/>
          </a:xfrm>
          <a:prstGeom prst="rect">
            <a:avLst/>
          </a:prstGeom>
          <a:noFill/>
        </p:spPr>
        <p:txBody>
          <a:bodyPr wrap="square" rtlCol="0">
            <a:spAutoFit/>
          </a:bodyPr>
          <a:lstStyle/>
          <a:p>
            <a:pPr algn="ctr"/>
            <a:r>
              <a:rPr lang="en-US" sz="8000" dirty="0" err="1">
                <a:solidFill>
                  <a:srgbClr val="FF5969"/>
                </a:solidFill>
                <a:latin typeface="Tw Cen MT" panose="020B0602020104020603" pitchFamily="34" charset="0"/>
              </a:rPr>
              <a:t>Terimakasih</a:t>
            </a:r>
            <a:endParaRPr lang="en-US" sz="8000" dirty="0">
              <a:solidFill>
                <a:srgbClr val="FF5969"/>
              </a:solidFill>
              <a:latin typeface="Tw Cen MT" panose="020B0602020104020603" pitchFamily="34" charset="0"/>
            </a:endParaRPr>
          </a:p>
        </p:txBody>
      </p:sp>
      <p:grpSp>
        <p:nvGrpSpPr>
          <p:cNvPr id="51" name="Group 50">
            <a:extLst>
              <a:ext uri="{FF2B5EF4-FFF2-40B4-BE49-F238E27FC236}">
                <a16:creationId xmlns:a16="http://schemas.microsoft.com/office/drawing/2014/main" id="{312CB825-EAFB-4901-8C7E-D5477E0D31C8}"/>
              </a:ext>
            </a:extLst>
          </p:cNvPr>
          <p:cNvGrpSpPr/>
          <p:nvPr/>
        </p:nvGrpSpPr>
        <p:grpSpPr>
          <a:xfrm>
            <a:off x="4009528" y="3904109"/>
            <a:ext cx="4140553" cy="451824"/>
            <a:chOff x="4679586" y="878988"/>
            <a:chExt cx="1745757" cy="190500"/>
          </a:xfrm>
        </p:grpSpPr>
        <p:sp>
          <p:nvSpPr>
            <p:cNvPr id="52" name="Oval 51">
              <a:extLst>
                <a:ext uri="{FF2B5EF4-FFF2-40B4-BE49-F238E27FC236}">
                  <a16:creationId xmlns:a16="http://schemas.microsoft.com/office/drawing/2014/main" id="{A88C5CD2-8D88-4E1A-968C-C3E256B4316C}"/>
                </a:ext>
              </a:extLst>
            </p:cNvPr>
            <p:cNvSpPr/>
            <p:nvPr/>
          </p:nvSpPr>
          <p:spPr>
            <a:xfrm>
              <a:off x="4679586" y="878988"/>
              <a:ext cx="190500" cy="190500"/>
            </a:xfrm>
            <a:prstGeom prst="ellipse">
              <a:avLst/>
            </a:pr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9CA212B-3524-454E-9129-17FD0E8983F0}"/>
                </a:ext>
              </a:extLst>
            </p:cNvPr>
            <p:cNvSpPr/>
            <p:nvPr/>
          </p:nvSpPr>
          <p:spPr>
            <a:xfrm>
              <a:off x="4990736" y="878988"/>
              <a:ext cx="190500" cy="190500"/>
            </a:xfrm>
            <a:prstGeom prst="ellipse">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487D07D-4424-43AA-9CF5-4A04A38B6C2D}"/>
                </a:ext>
              </a:extLst>
            </p:cNvPr>
            <p:cNvSpPr/>
            <p:nvPr/>
          </p:nvSpPr>
          <p:spPr>
            <a:xfrm>
              <a:off x="5301522" y="878988"/>
              <a:ext cx="190500" cy="190500"/>
            </a:xfrm>
            <a:prstGeom prst="ellipse">
              <a:avLst/>
            </a:prstGeom>
            <a:solidFill>
              <a:srgbClr val="FEC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51E021E3-C26E-4AB9-81EB-239E3D1BBAB2}"/>
                </a:ext>
              </a:extLst>
            </p:cNvPr>
            <p:cNvSpPr/>
            <p:nvPr/>
          </p:nvSpPr>
          <p:spPr>
            <a:xfrm>
              <a:off x="5612308" y="878988"/>
              <a:ext cx="190500" cy="190500"/>
            </a:xfrm>
            <a:prstGeom prst="ellipse">
              <a:avLst/>
            </a:pr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5AD4D6E-2D38-486B-8F61-738D1E4773C2}"/>
                </a:ext>
              </a:extLst>
            </p:cNvPr>
            <p:cNvSpPr/>
            <p:nvPr/>
          </p:nvSpPr>
          <p:spPr>
            <a:xfrm>
              <a:off x="5923575" y="878988"/>
              <a:ext cx="190500" cy="1905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88F111D-10A0-4CCB-B20B-B33508AA6193}"/>
                </a:ext>
              </a:extLst>
            </p:cNvPr>
            <p:cNvSpPr/>
            <p:nvPr/>
          </p:nvSpPr>
          <p:spPr>
            <a:xfrm>
              <a:off x="6234843" y="878988"/>
              <a:ext cx="190500" cy="190500"/>
            </a:xfrm>
            <a:prstGeom prst="ellipse">
              <a:avLst/>
            </a:pr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7" name="TextBox 56">
            <a:extLst>
              <a:ext uri="{FF2B5EF4-FFF2-40B4-BE49-F238E27FC236}">
                <a16:creationId xmlns:a16="http://schemas.microsoft.com/office/drawing/2014/main" id="{4F202974-31A3-4642-B671-F0DBBB7B4663}"/>
              </a:ext>
            </a:extLst>
          </p:cNvPr>
          <p:cNvSpPr txBox="1"/>
          <p:nvPr/>
        </p:nvSpPr>
        <p:spPr>
          <a:xfrm>
            <a:off x="2456542" y="2600991"/>
            <a:ext cx="7278915" cy="723275"/>
          </a:xfrm>
          <a:prstGeom prst="rect">
            <a:avLst/>
          </a:prstGeom>
          <a:noFill/>
        </p:spPr>
        <p:txBody>
          <a:bodyPr wrap="square" rtlCol="0">
            <a:spAutoFit/>
          </a:bodyPr>
          <a:lstStyle/>
          <a:p>
            <a:pPr algn="ctr"/>
            <a:r>
              <a:rPr lang="en-US" sz="4100" dirty="0">
                <a:solidFill>
                  <a:srgbClr val="52CBBE"/>
                </a:solidFill>
                <a:latin typeface="Tw Cen MT" panose="020B0602020104020603" pitchFamily="34" charset="0"/>
              </a:rPr>
              <a:t>Seminar Proposal</a:t>
            </a:r>
          </a:p>
        </p:txBody>
      </p:sp>
      <p:sp>
        <p:nvSpPr>
          <p:cNvPr id="58" name="TextBox 57">
            <a:extLst>
              <a:ext uri="{FF2B5EF4-FFF2-40B4-BE49-F238E27FC236}">
                <a16:creationId xmlns:a16="http://schemas.microsoft.com/office/drawing/2014/main" id="{0C55D155-9CD5-4A33-BBDF-46ED14D9B8A7}"/>
              </a:ext>
            </a:extLst>
          </p:cNvPr>
          <p:cNvSpPr txBox="1"/>
          <p:nvPr/>
        </p:nvSpPr>
        <p:spPr>
          <a:xfrm>
            <a:off x="2456542" y="2592253"/>
            <a:ext cx="7278915" cy="723275"/>
          </a:xfrm>
          <a:prstGeom prst="rect">
            <a:avLst/>
          </a:prstGeom>
          <a:noFill/>
        </p:spPr>
        <p:txBody>
          <a:bodyPr wrap="square" rtlCol="0">
            <a:spAutoFit/>
          </a:bodyPr>
          <a:lstStyle/>
          <a:p>
            <a:pPr algn="ctr"/>
            <a:r>
              <a:rPr lang="en-US" sz="4100" dirty="0">
                <a:solidFill>
                  <a:srgbClr val="52CBBE"/>
                </a:solidFill>
                <a:latin typeface="Tw Cen MT" panose="020B0602020104020603" pitchFamily="34" charset="0"/>
              </a:rPr>
              <a:t>Seminar Proposal</a:t>
            </a:r>
          </a:p>
        </p:txBody>
      </p:sp>
    </p:spTree>
    <p:extLst>
      <p:ext uri="{BB962C8B-B14F-4D97-AF65-F5344CB8AC3E}">
        <p14:creationId xmlns:p14="http://schemas.microsoft.com/office/powerpoint/2010/main" val="535179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1500</TotalTime>
  <Words>1109</Words>
  <Application>Microsoft Office PowerPoint</Application>
  <PresentationFormat>Widescreen</PresentationFormat>
  <Paragraphs>280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Tw Cen MT</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Zähringer</dc:creator>
  <cp:lastModifiedBy>triad moko</cp:lastModifiedBy>
  <cp:revision>258</cp:revision>
  <dcterms:created xsi:type="dcterms:W3CDTF">2017-01-05T13:17:27Z</dcterms:created>
  <dcterms:modified xsi:type="dcterms:W3CDTF">2021-03-11T07:31:43Z</dcterms:modified>
</cp:coreProperties>
</file>