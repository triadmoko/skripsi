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9" r:id="rId4"/>
    <p:sldId id="276" r:id="rId5"/>
    <p:sldId id="274" r:id="rId6"/>
    <p:sldId id="275" r:id="rId7"/>
    <p:sldId id="270" r:id="rId8"/>
    <p:sldId id="271" r:id="rId9"/>
    <p:sldId id="272" r:id="rId10"/>
    <p:sldId id="273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969"/>
    <a:srgbClr val="FEC630"/>
    <a:srgbClr val="52CBBE"/>
    <a:srgbClr val="5D7373"/>
    <a:srgbClr val="00A0A8"/>
    <a:srgbClr val="52C9BD"/>
    <a:srgbClr val="F0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FASILITAS PEMBELAJARAN JARAK JAUH</a:t>
            </a:r>
          </a:p>
        </c:rich>
      </c:tx>
      <c:layout>
        <c:manualLayout>
          <c:xMode val="edge"/>
          <c:yMode val="edge"/>
          <c:x val="0.12464555052790301"/>
          <c:y val="5.1291874230007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Fasilitas Pembelajaran Jarak jauh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B2-4E1E-92BE-53D42D662E0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B2-4E1E-92BE-53D42D662E0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B2-4E1E-92BE-53D42D662E0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B2-4E1E-92BE-53D42D662E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Memadai</c:v>
                </c:pt>
                <c:pt idx="1">
                  <c:v>Tidak Memadai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0.62529999999999997</c:v>
                </c:pt>
                <c:pt idx="1">
                  <c:v>0.37469999999999998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B2-4E1E-92BE-53D42D662E0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09.02.2021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svg"/><Relationship Id="rId9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2440348" y="1324437"/>
            <a:ext cx="7278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>
                <a:solidFill>
                  <a:srgbClr val="FF5969"/>
                </a:solidFill>
                <a:latin typeface="Tw Cen MT" panose="020B0602020104020603" pitchFamily="34" charset="0"/>
              </a:rPr>
              <a:t>Selamat</a:t>
            </a:r>
            <a:r>
              <a:rPr lang="en-US" sz="8000" dirty="0">
                <a:solidFill>
                  <a:srgbClr val="FF5969"/>
                </a:solidFill>
                <a:latin typeface="Tw Cen MT" panose="020B0602020104020603" pitchFamily="34" charset="0"/>
              </a:rPr>
              <a:t> </a:t>
            </a:r>
            <a:r>
              <a:rPr lang="en-US" sz="8000" dirty="0" err="1">
                <a:solidFill>
                  <a:srgbClr val="FF5969"/>
                </a:solidFill>
                <a:latin typeface="Tw Cen MT" panose="020B0602020104020603" pitchFamily="34" charset="0"/>
              </a:rPr>
              <a:t>Datang</a:t>
            </a:r>
            <a:endParaRPr lang="en-US" sz="8000" dirty="0">
              <a:solidFill>
                <a:srgbClr val="FF5969"/>
              </a:solidFill>
              <a:latin typeface="Tw Cen MT" panose="020B06020201040206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2CB825-EAFB-4901-8C7E-D5477E0D31C8}"/>
              </a:ext>
            </a:extLst>
          </p:cNvPr>
          <p:cNvGrpSpPr/>
          <p:nvPr/>
        </p:nvGrpSpPr>
        <p:grpSpPr>
          <a:xfrm>
            <a:off x="4009528" y="3904109"/>
            <a:ext cx="4140553" cy="45182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4F202974-31A3-4642-B671-F0DBBB7B4663}"/>
              </a:ext>
            </a:extLst>
          </p:cNvPr>
          <p:cNvSpPr txBox="1"/>
          <p:nvPr/>
        </p:nvSpPr>
        <p:spPr>
          <a:xfrm>
            <a:off x="2456542" y="2600991"/>
            <a:ext cx="72789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00" dirty="0">
                <a:solidFill>
                  <a:srgbClr val="52CBBE"/>
                </a:solidFill>
                <a:latin typeface="Tw Cen MT" panose="020B0602020104020603" pitchFamily="34" charset="0"/>
              </a:rPr>
              <a:t>Seminar Proposal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55D155-9CD5-4A33-BBDF-46ED14D9B8A7}"/>
              </a:ext>
            </a:extLst>
          </p:cNvPr>
          <p:cNvSpPr txBox="1"/>
          <p:nvPr/>
        </p:nvSpPr>
        <p:spPr>
          <a:xfrm>
            <a:off x="2456542" y="2592253"/>
            <a:ext cx="72789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100" dirty="0">
                <a:solidFill>
                  <a:srgbClr val="52CBBE"/>
                </a:solidFill>
                <a:latin typeface="Tw Cen MT" panose="020B0602020104020603" pitchFamily="34" charset="0"/>
              </a:rPr>
              <a:t>Seminar Proposal</a:t>
            </a:r>
          </a:p>
        </p:txBody>
      </p:sp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A14E1B91-C212-4889-8705-49BCDB383225}"/>
              </a:ext>
            </a:extLst>
          </p:cNvPr>
          <p:cNvGrpSpPr/>
          <p:nvPr/>
        </p:nvGrpSpPr>
        <p:grpSpPr>
          <a:xfrm>
            <a:off x="2173236" y="1841973"/>
            <a:ext cx="7845528" cy="4693687"/>
            <a:chOff x="2265963" y="2342679"/>
            <a:chExt cx="7845528" cy="340712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94C4F95-2EDE-46B0-8B26-C72D6D3C8DB3}"/>
                </a:ext>
              </a:extLst>
            </p:cNvPr>
            <p:cNvSpPr txBox="1"/>
            <p:nvPr/>
          </p:nvSpPr>
          <p:spPr>
            <a:xfrm>
              <a:off x="2265963" y="2342679"/>
              <a:ext cx="78455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Implentasi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Web Conference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Menggunakan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Jitsi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Integrasi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dengan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Matrix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untuk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Pendidikan Jarak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Jauh</a:t>
              </a:r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DC9F996-36A0-4A1D-8C4B-F6DAF0FDA7C8}"/>
                </a:ext>
              </a:extLst>
            </p:cNvPr>
            <p:cNvSpPr txBox="1"/>
            <p:nvPr/>
          </p:nvSpPr>
          <p:spPr>
            <a:xfrm>
              <a:off x="3931519" y="4163518"/>
              <a:ext cx="4683578" cy="33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Triadmoko Denny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Fatrosa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EDE56FF-3E69-4484-9673-AC7FA14D3D89}"/>
                </a:ext>
              </a:extLst>
            </p:cNvPr>
            <p:cNvSpPr txBox="1"/>
            <p:nvPr/>
          </p:nvSpPr>
          <p:spPr>
            <a:xfrm>
              <a:off x="4866339" y="4420469"/>
              <a:ext cx="2644771" cy="268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1710013231010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44799B2-E7B9-4C01-A37D-BB60C6C75D12}"/>
                </a:ext>
              </a:extLst>
            </p:cNvPr>
            <p:cNvSpPr txBox="1"/>
            <p:nvPr/>
          </p:nvSpPr>
          <p:spPr>
            <a:xfrm>
              <a:off x="2792925" y="4878494"/>
              <a:ext cx="6791601" cy="871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Pendidikan Teknik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Informatika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dan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Komputer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  <a:p>
              <a:pPr algn="ctr"/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Fakultas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Keguruan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dan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Ilmu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Pendidikan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Universitas Bung Hatta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F169073-8554-4CE8-A4D2-BB10C3F3C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722" y="281724"/>
            <a:ext cx="1388557" cy="13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183EA2CA-A17F-4A6A-AC3E-6F8757F77880}"/>
              </a:ext>
            </a:extLst>
          </p:cNvPr>
          <p:cNvGrpSpPr/>
          <p:nvPr/>
        </p:nvGrpSpPr>
        <p:grpSpPr>
          <a:xfrm>
            <a:off x="7976170" y="1491437"/>
            <a:ext cx="1805441" cy="1894017"/>
            <a:chOff x="6381342" y="2182683"/>
            <a:chExt cx="1805441" cy="1894017"/>
          </a:xfrm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225A95EB-3596-4C52-91EE-39023E85BE2D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A6427C-7201-480C-B8BA-C01C9BCA7B52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F68486-5533-4B47-B6BA-92533CBB4036}"/>
                </a:ext>
              </a:extLst>
            </p:cNvPr>
            <p:cNvSpPr txBox="1"/>
            <p:nvPr/>
          </p:nvSpPr>
          <p:spPr>
            <a:xfrm>
              <a:off x="6836846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10FCA-56F2-4778-94B7-C1B5FD53AE20}"/>
              </a:ext>
            </a:extLst>
          </p:cNvPr>
          <p:cNvGrpSpPr/>
          <p:nvPr/>
        </p:nvGrpSpPr>
        <p:grpSpPr>
          <a:xfrm>
            <a:off x="5479293" y="1491437"/>
            <a:ext cx="1805441" cy="1894017"/>
            <a:chOff x="3884465" y="2182683"/>
            <a:chExt cx="1805441" cy="1894017"/>
          </a:xfrm>
        </p:grpSpPr>
        <p:sp>
          <p:nvSpPr>
            <p:cNvPr id="101" name="Rectangle: Top Corners Rounded 100">
              <a:extLst>
                <a:ext uri="{FF2B5EF4-FFF2-40B4-BE49-F238E27FC236}">
                  <a16:creationId xmlns:a16="http://schemas.microsoft.com/office/drawing/2014/main" id="{E792FABC-AA8F-4748-B8FA-DBB9112863AC}"/>
                </a:ext>
              </a:extLst>
            </p:cNvPr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3919267-9DA5-4811-B4F4-94D72398E7FD}"/>
                </a:ext>
              </a:extLst>
            </p:cNvPr>
            <p:cNvSpPr txBox="1"/>
            <p:nvPr/>
          </p:nvSpPr>
          <p:spPr>
            <a:xfrm>
              <a:off x="3884465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CB41C1-3E79-45AA-B100-38C9E092C776}"/>
                </a:ext>
              </a:extLst>
            </p:cNvPr>
            <p:cNvSpPr txBox="1"/>
            <p:nvPr/>
          </p:nvSpPr>
          <p:spPr>
            <a:xfrm>
              <a:off x="4339969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2982416" y="1491437"/>
            <a:ext cx="1805441" cy="1894017"/>
            <a:chOff x="1387588" y="2182683"/>
            <a:chExt cx="1805441" cy="1894017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089346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06A5A75-24F0-496A-82D6-E2B37B100BBD}"/>
              </a:ext>
            </a:extLst>
          </p:cNvPr>
          <p:cNvSpPr/>
          <p:nvPr/>
        </p:nvSpPr>
        <p:spPr>
          <a:xfrm flipV="1">
            <a:off x="5586223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8C3E14B-EBB2-49A7-9A4E-9C6AFAF9A364}"/>
              </a:ext>
            </a:extLst>
          </p:cNvPr>
          <p:cNvSpPr/>
          <p:nvPr/>
        </p:nvSpPr>
        <p:spPr>
          <a:xfrm flipV="1">
            <a:off x="8083100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94F991-2744-4D5C-BE57-A0C261539D2C}"/>
              </a:ext>
            </a:extLst>
          </p:cNvPr>
          <p:cNvGrpSpPr/>
          <p:nvPr/>
        </p:nvGrpSpPr>
        <p:grpSpPr>
          <a:xfrm>
            <a:off x="3083677" y="3146196"/>
            <a:ext cx="1591582" cy="617162"/>
            <a:chOff x="1488849" y="3837442"/>
            <a:chExt cx="1591582" cy="61716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21CE74-40AC-4223-B129-B3A270C7429B}"/>
                </a:ext>
              </a:extLst>
            </p:cNvPr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Pendahuluan</a:t>
              </a:r>
              <a:endParaRPr lang="en-US" b="1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94FF53-E358-452A-A5CE-3296318ABBE9}"/>
                </a:ext>
              </a:extLst>
            </p:cNvPr>
            <p:cNvSpPr txBox="1"/>
            <p:nvPr/>
          </p:nvSpPr>
          <p:spPr>
            <a:xfrm>
              <a:off x="1488849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60A9D1F-EDAE-418D-A3C8-F8109A2B052A}"/>
              </a:ext>
            </a:extLst>
          </p:cNvPr>
          <p:cNvGrpSpPr/>
          <p:nvPr/>
        </p:nvGrpSpPr>
        <p:grpSpPr>
          <a:xfrm>
            <a:off x="5572502" y="3146196"/>
            <a:ext cx="1591582" cy="617162"/>
            <a:chOff x="3977674" y="3837442"/>
            <a:chExt cx="1591582" cy="61716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1705BAF-DCDA-4FDC-8DA1-1FBA870AE5C8}"/>
                </a:ext>
              </a:extLst>
            </p:cNvPr>
            <p:cNvSpPr txBox="1"/>
            <p:nvPr/>
          </p:nvSpPr>
          <p:spPr>
            <a:xfrm>
              <a:off x="3977674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Kajian </a:t>
              </a:r>
              <a:r>
                <a:rPr lang="en-US" b="1" dirty="0" err="1">
                  <a:solidFill>
                    <a:srgbClr val="52CBBE"/>
                  </a:solidFill>
                  <a:latin typeface="Tw Cen MT" panose="020B0602020104020603" pitchFamily="34" charset="0"/>
                </a:rPr>
                <a:t>Teori</a:t>
              </a:r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BD17202-B0A7-4912-9A5D-8F55518824B3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66AC79-730F-4E07-974E-4F08542F2C4A}"/>
              </a:ext>
            </a:extLst>
          </p:cNvPr>
          <p:cNvGrpSpPr/>
          <p:nvPr/>
        </p:nvGrpSpPr>
        <p:grpSpPr>
          <a:xfrm>
            <a:off x="8083100" y="3146196"/>
            <a:ext cx="1591582" cy="646331"/>
            <a:chOff x="6488272" y="3837442"/>
            <a:chExt cx="1591582" cy="646331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025EBC6-5731-4D97-B58C-0E0C20D47817}"/>
                </a:ext>
              </a:extLst>
            </p:cNvPr>
            <p:cNvSpPr txBox="1"/>
            <p:nvPr/>
          </p:nvSpPr>
          <p:spPr>
            <a:xfrm>
              <a:off x="6488272" y="3837442"/>
              <a:ext cx="1591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Motedologi</a:t>
              </a:r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 </a:t>
              </a:r>
            </a:p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Penelitian</a:t>
              </a:r>
              <a:endParaRPr lang="en-US" b="1" dirty="0">
                <a:solidFill>
                  <a:srgbClr val="FEC630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8973E8-8FEC-48EF-89C3-A1086AD31515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E1EB09-3B7F-4AD1-85F5-A963B8B7D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9" y="4229239"/>
            <a:ext cx="894354" cy="894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31A99-A934-4099-9190-67078252B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47" y="4229326"/>
            <a:ext cx="897858" cy="89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85DFE-7CB0-4F85-899B-F151E785F8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674" y="4229239"/>
            <a:ext cx="907482" cy="9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959189" y="-71206"/>
            <a:ext cx="72789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5969"/>
                </a:solidFill>
                <a:latin typeface="Tw Cen MT" panose="020B0602020104020603" pitchFamily="34" charset="0"/>
              </a:rPr>
              <a:t>BAB I</a:t>
            </a:r>
          </a:p>
          <a:p>
            <a:pPr algn="ctr"/>
            <a:r>
              <a:rPr lang="en-US" sz="8000" dirty="0" err="1">
                <a:solidFill>
                  <a:srgbClr val="FF5969"/>
                </a:solidFill>
                <a:latin typeface="Tw Cen MT" panose="020B0602020104020603" pitchFamily="34" charset="0"/>
              </a:rPr>
              <a:t>Pendahuluan</a:t>
            </a:r>
            <a:endParaRPr lang="en-US" sz="8000" dirty="0">
              <a:solidFill>
                <a:srgbClr val="FF5969"/>
              </a:solidFill>
              <a:latin typeface="Tw Cen MT" panose="020B06020201040206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317843"/>
              <a:ext cx="1992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Latar</a:t>
              </a:r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0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Belakang</a:t>
              </a:r>
              <a:endParaRPr lang="en-US" sz="20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E3C4031-953E-4571-805E-B5B35F2D3979}"/>
              </a:ext>
            </a:extLst>
          </p:cNvPr>
          <p:cNvSpPr txBox="1"/>
          <p:nvPr/>
        </p:nvSpPr>
        <p:spPr>
          <a:xfrm>
            <a:off x="3959188" y="2609922"/>
            <a:ext cx="7278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Latar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Belakang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Masalah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Identifikasi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Masalah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Batasan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Masalah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Rumusan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Masalah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Tujuan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Perancangan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Manfaat</a:t>
            </a:r>
            <a:r>
              <a:rPr lang="en-US" sz="2800" dirty="0">
                <a:solidFill>
                  <a:srgbClr val="52CBBE"/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rgbClr val="52CBBE"/>
                </a:solidFill>
                <a:latin typeface="Tw Cen MT" panose="020B0602020104020603" pitchFamily="34" charset="0"/>
              </a:rPr>
              <a:t>Perancangan</a:t>
            </a:r>
            <a:endParaRPr lang="en-US" sz="2800" dirty="0">
              <a:solidFill>
                <a:srgbClr val="52CBBE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25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90920" y="0"/>
            <a:ext cx="12489803" cy="6858000"/>
            <a:chOff x="-290920" y="0"/>
            <a:chExt cx="12489803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302528" y="2337441"/>
              <a:ext cx="889472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787592" y="3287065"/>
              <a:ext cx="23609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Latar</a:t>
              </a:r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4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Belakang</a:t>
              </a:r>
              <a:endParaRPr lang="en-US" sz="24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302525" y="3247472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2" y="3189607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8C906A3-0E05-412C-A51A-E12E1E6F7A30}"/>
              </a:ext>
            </a:extLst>
          </p:cNvPr>
          <p:cNvGrpSpPr/>
          <p:nvPr/>
        </p:nvGrpSpPr>
        <p:grpSpPr>
          <a:xfrm>
            <a:off x="3021802" y="400050"/>
            <a:ext cx="3264698" cy="771525"/>
            <a:chOff x="3021802" y="400050"/>
            <a:chExt cx="3264698" cy="81438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FFFC064-9E4C-4212-A1F2-D9E12A1A06CB}"/>
                </a:ext>
              </a:extLst>
            </p:cNvPr>
            <p:cNvSpPr/>
            <p:nvPr/>
          </p:nvSpPr>
          <p:spPr>
            <a:xfrm>
              <a:off x="3021802" y="400050"/>
              <a:ext cx="3264698" cy="814388"/>
            </a:xfrm>
            <a:prstGeom prst="roundRect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 err="1"/>
                <a:t>Kemajuan</a:t>
              </a:r>
              <a:r>
                <a:rPr lang="en-US" sz="2400" dirty="0"/>
                <a:t> </a:t>
              </a:r>
              <a:r>
                <a:rPr lang="en-US" sz="2400" dirty="0" err="1"/>
                <a:t>Teknologi</a:t>
              </a:r>
              <a:endParaRPr lang="en-ID" sz="2400" dirty="0"/>
            </a:p>
          </p:txBody>
        </p:sp>
        <p:pic>
          <p:nvPicPr>
            <p:cNvPr id="5" name="Graphic 4" descr="DJ">
              <a:extLst>
                <a:ext uri="{FF2B5EF4-FFF2-40B4-BE49-F238E27FC236}">
                  <a16:creationId xmlns:a16="http://schemas.microsoft.com/office/drawing/2014/main" id="{0CC83E5B-DD40-4204-A07F-C8F3B250C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63061" y="541944"/>
              <a:ext cx="530600" cy="5306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389768-F73F-43AE-9E58-4A56BAC0B6B3}"/>
              </a:ext>
            </a:extLst>
          </p:cNvPr>
          <p:cNvGrpSpPr/>
          <p:nvPr/>
        </p:nvGrpSpPr>
        <p:grpSpPr>
          <a:xfrm>
            <a:off x="3030955" y="1577716"/>
            <a:ext cx="3264698" cy="771525"/>
            <a:chOff x="3033787" y="1326127"/>
            <a:chExt cx="3264698" cy="771525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AD0CEF58-B47B-4F1A-9EC6-F513170F61D9}"/>
                </a:ext>
              </a:extLst>
            </p:cNvPr>
            <p:cNvSpPr/>
            <p:nvPr/>
          </p:nvSpPr>
          <p:spPr>
            <a:xfrm>
              <a:off x="3033787" y="1326127"/>
              <a:ext cx="3264698" cy="771525"/>
            </a:xfrm>
            <a:prstGeom prst="roundRect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 err="1"/>
                <a:t>Peningkatan</a:t>
              </a:r>
              <a:r>
                <a:rPr lang="en-US" sz="2400" dirty="0"/>
                <a:t> APK</a:t>
              </a:r>
              <a:endParaRPr lang="en-ID" sz="2400" dirty="0"/>
            </a:p>
          </p:txBody>
        </p:sp>
        <p:pic>
          <p:nvPicPr>
            <p:cNvPr id="8" name="Graphic 7" descr="Bar graph with upward trend">
              <a:extLst>
                <a:ext uri="{FF2B5EF4-FFF2-40B4-BE49-F238E27FC236}">
                  <a16:creationId xmlns:a16="http://schemas.microsoft.com/office/drawing/2014/main" id="{E6A71A0C-FB4D-49CB-91A4-8B50454F9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03281" y="1421532"/>
              <a:ext cx="604680" cy="60468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D71143-5759-407A-9D0D-8E9AEAC505BF}"/>
              </a:ext>
            </a:extLst>
          </p:cNvPr>
          <p:cNvGrpSpPr/>
          <p:nvPr/>
        </p:nvGrpSpPr>
        <p:grpSpPr>
          <a:xfrm>
            <a:off x="3030955" y="2825443"/>
            <a:ext cx="3264698" cy="771525"/>
            <a:chOff x="3083407" y="2360792"/>
            <a:chExt cx="3264698" cy="771525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FF7D7DBA-4656-4B61-B752-AE28864302E6}"/>
                </a:ext>
              </a:extLst>
            </p:cNvPr>
            <p:cNvSpPr/>
            <p:nvPr/>
          </p:nvSpPr>
          <p:spPr>
            <a:xfrm>
              <a:off x="3083407" y="2360792"/>
              <a:ext cx="3264698" cy="771525"/>
            </a:xfrm>
            <a:prstGeom prst="roundRect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 err="1"/>
                <a:t>Pandemi</a:t>
              </a:r>
              <a:r>
                <a:rPr lang="en-US" sz="2400" dirty="0"/>
                <a:t> Covid-19</a:t>
              </a:r>
              <a:endParaRPr lang="en-ID" sz="2400" dirty="0"/>
            </a:p>
          </p:txBody>
        </p:sp>
        <p:pic>
          <p:nvPicPr>
            <p:cNvPr id="10" name="Graphic 9" descr="First aid kit">
              <a:extLst>
                <a:ext uri="{FF2B5EF4-FFF2-40B4-BE49-F238E27FC236}">
                  <a16:creationId xmlns:a16="http://schemas.microsoft.com/office/drawing/2014/main" id="{34727971-C40B-4572-BE32-78E5B5B66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44775" y="2419736"/>
              <a:ext cx="636482" cy="636482"/>
            </a:xfrm>
            <a:prstGeom prst="rect">
              <a:avLst/>
            </a:prstGeom>
          </p:spPr>
        </p:pic>
      </p:grpSp>
      <p:graphicFrame>
        <p:nvGraphicFramePr>
          <p:cNvPr id="95" name="Chart 94">
            <a:extLst>
              <a:ext uri="{FF2B5EF4-FFF2-40B4-BE49-F238E27FC236}">
                <a16:creationId xmlns:a16="http://schemas.microsoft.com/office/drawing/2014/main" id="{2B358369-B333-4C01-94D9-7841EA2FD8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0757147"/>
              </p:ext>
            </p:extLst>
          </p:nvPr>
        </p:nvGraphicFramePr>
        <p:xfrm>
          <a:off x="6831486" y="1975461"/>
          <a:ext cx="4210050" cy="3242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7DA10629-9423-4670-BC44-521908B47085}"/>
              </a:ext>
            </a:extLst>
          </p:cNvPr>
          <p:cNvGrpSpPr/>
          <p:nvPr/>
        </p:nvGrpSpPr>
        <p:grpSpPr>
          <a:xfrm>
            <a:off x="2993775" y="5284639"/>
            <a:ext cx="3264698" cy="771525"/>
            <a:chOff x="3033787" y="4312593"/>
            <a:chExt cx="3264698" cy="771525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0EE507E-773F-4827-829C-F0A8B660D2C8}"/>
                </a:ext>
              </a:extLst>
            </p:cNvPr>
            <p:cNvSpPr/>
            <p:nvPr/>
          </p:nvSpPr>
          <p:spPr>
            <a:xfrm>
              <a:off x="3033787" y="4312593"/>
              <a:ext cx="3264698" cy="771525"/>
            </a:xfrm>
            <a:prstGeom prst="roundRect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 err="1">
                  <a:solidFill>
                    <a:schemeClr val="bg1"/>
                  </a:solidFill>
                </a:rPr>
                <a:t>Survei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id-ID" sz="18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LKPT PP IPNU</a:t>
              </a:r>
              <a:endParaRPr lang="en-ID" sz="2400" dirty="0">
                <a:solidFill>
                  <a:schemeClr val="bg1"/>
                </a:solidFill>
              </a:endParaRPr>
            </a:p>
          </p:txBody>
        </p:sp>
        <p:pic>
          <p:nvPicPr>
            <p:cNvPr id="14" name="Graphic 13" descr="Clipboard">
              <a:extLst>
                <a:ext uri="{FF2B5EF4-FFF2-40B4-BE49-F238E27FC236}">
                  <a16:creationId xmlns:a16="http://schemas.microsoft.com/office/drawing/2014/main" id="{9ED8F73E-0F99-473D-B251-E9493730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41370" y="4374655"/>
              <a:ext cx="609443" cy="60944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1DB38E-1EA7-4593-8F2F-9FEBF570DA6B}"/>
              </a:ext>
            </a:extLst>
          </p:cNvPr>
          <p:cNvGrpSpPr/>
          <p:nvPr/>
        </p:nvGrpSpPr>
        <p:grpSpPr>
          <a:xfrm>
            <a:off x="3021802" y="4032557"/>
            <a:ext cx="3264698" cy="771525"/>
            <a:chOff x="3037047" y="3277928"/>
            <a:chExt cx="3264698" cy="771525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5F91A0B-07F2-404C-8693-6CB27490DBCA}"/>
                </a:ext>
              </a:extLst>
            </p:cNvPr>
            <p:cNvSpPr/>
            <p:nvPr/>
          </p:nvSpPr>
          <p:spPr>
            <a:xfrm>
              <a:off x="3037047" y="3277928"/>
              <a:ext cx="3264698" cy="771525"/>
            </a:xfrm>
            <a:prstGeom prst="roundRect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400" dirty="0"/>
                <a:t>E-University</a:t>
              </a:r>
              <a:endParaRPr lang="en-ID" sz="2400" dirty="0"/>
            </a:p>
          </p:txBody>
        </p:sp>
        <p:pic>
          <p:nvPicPr>
            <p:cNvPr id="17" name="Graphic 16" descr="Classroom">
              <a:extLst>
                <a:ext uri="{FF2B5EF4-FFF2-40B4-BE49-F238E27FC236}">
                  <a16:creationId xmlns:a16="http://schemas.microsoft.com/office/drawing/2014/main" id="{54DB59CB-A3DC-4C6A-8B73-35C3E5628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67851" y="3290285"/>
              <a:ext cx="727694" cy="727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998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341391" y="3198166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Pembahasan</a:t>
              </a:r>
              <a:endParaRPr lang="en-US" sz="24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914A7-C65F-4EFB-8FF4-9BB283DC3935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DA66B2-8A11-4397-B997-59A37787FEF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A8923D-952E-459F-92C0-CCE4C5E45F8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73F442-B2F9-477E-B4DE-956CBA09D9C3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654DCD4-7920-4D83-8D7F-6D3A71A1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67CF96-B24C-4BAD-8466-B32ECC2753A1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7B7434-49BE-47D6-BAE6-9B9134F0EC8C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296C0-D397-432D-B5A1-CA7DA186EB1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DE47E8-526D-4A96-A671-69E14D20D1EB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FD4AAEC-83E5-4832-BEA2-517A195B2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B26FA9-EA76-44C1-BA33-E4EBB060AC7E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48F6F2-7791-4D91-ADEC-77FE8FA739E3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8ED37E9-9873-442F-9B7C-7F4BC1A8F51E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2E020DE-B46A-4F47-97AB-BB6C9038FA2E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05B7C-3B2D-4CAB-9132-7B756B44206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04E2F48-2025-4003-B590-1DD957710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83EA2CA-A17F-4A6A-AC3E-6F8757F77880}"/>
              </a:ext>
            </a:extLst>
          </p:cNvPr>
          <p:cNvGrpSpPr/>
          <p:nvPr/>
        </p:nvGrpSpPr>
        <p:grpSpPr>
          <a:xfrm>
            <a:off x="7976170" y="1491437"/>
            <a:ext cx="1805441" cy="1894017"/>
            <a:chOff x="6381342" y="2182683"/>
            <a:chExt cx="1805441" cy="1894017"/>
          </a:xfrm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225A95EB-3596-4C52-91EE-39023E85BE2D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A6427C-7201-480C-B8BA-C01C9BCA7B52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F68486-5533-4B47-B6BA-92533CBB4036}"/>
                </a:ext>
              </a:extLst>
            </p:cNvPr>
            <p:cNvSpPr txBox="1"/>
            <p:nvPr/>
          </p:nvSpPr>
          <p:spPr>
            <a:xfrm>
              <a:off x="6836846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10FCA-56F2-4778-94B7-C1B5FD53AE20}"/>
              </a:ext>
            </a:extLst>
          </p:cNvPr>
          <p:cNvGrpSpPr/>
          <p:nvPr/>
        </p:nvGrpSpPr>
        <p:grpSpPr>
          <a:xfrm>
            <a:off x="5479293" y="1491437"/>
            <a:ext cx="1805441" cy="1894017"/>
            <a:chOff x="3884465" y="2182683"/>
            <a:chExt cx="1805441" cy="1894017"/>
          </a:xfrm>
        </p:grpSpPr>
        <p:sp>
          <p:nvSpPr>
            <p:cNvPr id="101" name="Rectangle: Top Corners Rounded 100">
              <a:extLst>
                <a:ext uri="{FF2B5EF4-FFF2-40B4-BE49-F238E27FC236}">
                  <a16:creationId xmlns:a16="http://schemas.microsoft.com/office/drawing/2014/main" id="{E792FABC-AA8F-4748-B8FA-DBB9112863AC}"/>
                </a:ext>
              </a:extLst>
            </p:cNvPr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3919267-9DA5-4811-B4F4-94D72398E7FD}"/>
                </a:ext>
              </a:extLst>
            </p:cNvPr>
            <p:cNvSpPr txBox="1"/>
            <p:nvPr/>
          </p:nvSpPr>
          <p:spPr>
            <a:xfrm>
              <a:off x="3884465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CB41C1-3E79-45AA-B100-38C9E092C776}"/>
                </a:ext>
              </a:extLst>
            </p:cNvPr>
            <p:cNvSpPr txBox="1"/>
            <p:nvPr/>
          </p:nvSpPr>
          <p:spPr>
            <a:xfrm>
              <a:off x="4339969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2982416" y="1491437"/>
            <a:ext cx="1805441" cy="1894017"/>
            <a:chOff x="1387588" y="2182683"/>
            <a:chExt cx="1805441" cy="1894017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089346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06A5A75-24F0-496A-82D6-E2B37B100BBD}"/>
              </a:ext>
            </a:extLst>
          </p:cNvPr>
          <p:cNvSpPr/>
          <p:nvPr/>
        </p:nvSpPr>
        <p:spPr>
          <a:xfrm flipV="1">
            <a:off x="5586223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8C3E14B-EBB2-49A7-9A4E-9C6AFAF9A364}"/>
              </a:ext>
            </a:extLst>
          </p:cNvPr>
          <p:cNvSpPr/>
          <p:nvPr/>
        </p:nvSpPr>
        <p:spPr>
          <a:xfrm flipV="1">
            <a:off x="8083100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94F991-2744-4D5C-BE57-A0C261539D2C}"/>
              </a:ext>
            </a:extLst>
          </p:cNvPr>
          <p:cNvGrpSpPr/>
          <p:nvPr/>
        </p:nvGrpSpPr>
        <p:grpSpPr>
          <a:xfrm>
            <a:off x="3083677" y="3146196"/>
            <a:ext cx="1591582" cy="617162"/>
            <a:chOff x="1488849" y="3837442"/>
            <a:chExt cx="1591582" cy="61716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21CE74-40AC-4223-B129-B3A270C7429B}"/>
                </a:ext>
              </a:extLst>
            </p:cNvPr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Pendahuluan</a:t>
              </a:r>
              <a:endParaRPr lang="en-US" b="1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94FF53-E358-452A-A5CE-3296318ABBE9}"/>
                </a:ext>
              </a:extLst>
            </p:cNvPr>
            <p:cNvSpPr txBox="1"/>
            <p:nvPr/>
          </p:nvSpPr>
          <p:spPr>
            <a:xfrm>
              <a:off x="1488849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60A9D1F-EDAE-418D-A3C8-F8109A2B052A}"/>
              </a:ext>
            </a:extLst>
          </p:cNvPr>
          <p:cNvGrpSpPr/>
          <p:nvPr/>
        </p:nvGrpSpPr>
        <p:grpSpPr>
          <a:xfrm>
            <a:off x="5572502" y="3146196"/>
            <a:ext cx="1591582" cy="617162"/>
            <a:chOff x="3977674" y="3837442"/>
            <a:chExt cx="1591582" cy="61716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1705BAF-DCDA-4FDC-8DA1-1FBA870AE5C8}"/>
                </a:ext>
              </a:extLst>
            </p:cNvPr>
            <p:cNvSpPr txBox="1"/>
            <p:nvPr/>
          </p:nvSpPr>
          <p:spPr>
            <a:xfrm>
              <a:off x="3977674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Kajian </a:t>
              </a:r>
              <a:r>
                <a:rPr lang="en-US" b="1" dirty="0" err="1">
                  <a:solidFill>
                    <a:srgbClr val="52CBBE"/>
                  </a:solidFill>
                  <a:latin typeface="Tw Cen MT" panose="020B0602020104020603" pitchFamily="34" charset="0"/>
                </a:rPr>
                <a:t>Teori</a:t>
              </a:r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BD17202-B0A7-4912-9A5D-8F55518824B3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66AC79-730F-4E07-974E-4F08542F2C4A}"/>
              </a:ext>
            </a:extLst>
          </p:cNvPr>
          <p:cNvGrpSpPr/>
          <p:nvPr/>
        </p:nvGrpSpPr>
        <p:grpSpPr>
          <a:xfrm>
            <a:off x="8083100" y="3146196"/>
            <a:ext cx="1591582" cy="646331"/>
            <a:chOff x="6488272" y="3837442"/>
            <a:chExt cx="1591582" cy="646331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025EBC6-5731-4D97-B58C-0E0C20D47817}"/>
                </a:ext>
              </a:extLst>
            </p:cNvPr>
            <p:cNvSpPr txBox="1"/>
            <p:nvPr/>
          </p:nvSpPr>
          <p:spPr>
            <a:xfrm>
              <a:off x="6488272" y="3837442"/>
              <a:ext cx="1591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Motedologi</a:t>
              </a:r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 </a:t>
              </a:r>
            </a:p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Penelitian</a:t>
              </a:r>
              <a:endParaRPr lang="en-US" b="1" dirty="0">
                <a:solidFill>
                  <a:srgbClr val="FEC630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8973E8-8FEC-48EF-89C3-A1086AD31515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E1EB09-3B7F-4AD1-85F5-A963B8B7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9" y="4229239"/>
            <a:ext cx="894354" cy="894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31A99-A934-4099-9190-67078252B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47" y="4229326"/>
            <a:ext cx="897858" cy="89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85DFE-7CB0-4F85-899B-F151E785F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674" y="4229239"/>
            <a:ext cx="907482" cy="9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19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04DBF9-F2DF-4744-9CBE-8384BF790E0F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09FCBC-490E-4134-BE82-9429CE5AB00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4E2370-4D03-4FD0-B29C-F763767296D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5F8F51-D3FD-42A1-8372-1B4B1B7C336A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5E43CA3-886C-4010-B3E2-837CCC6F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1F8BD9-F71B-4D2D-8A60-61BABDC384BB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470067C-2D0B-4A65-B940-C052473E942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B5D93C-8112-48DA-975B-9DDD27DEADD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3577A8-E9FC-43B7-B3E2-76EDDA51C160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FD3106-E967-44D6-AB4D-A0DA183F7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930874-288B-4537-8AA6-A601044D95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5CDF0F-0FD1-40B0-BD29-F7D200A3A066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02216B9-43DC-4135-9F3E-7EFEAD2EB42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342E0B-2429-4B98-AF6A-1DB087CBDE8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9879508-5AD7-4FE2-AD55-8AF69ECD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7CEC9-24C9-4B1D-964A-A216786A7724}"/>
              </a:ext>
            </a:extLst>
          </p:cNvPr>
          <p:cNvCxnSpPr/>
          <p:nvPr/>
        </p:nvCxnSpPr>
        <p:spPr>
          <a:xfrm>
            <a:off x="3850016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1840EDE-DF70-433F-86FE-A402BC5C2DDE}"/>
              </a:ext>
            </a:extLst>
          </p:cNvPr>
          <p:cNvGrpSpPr/>
          <p:nvPr/>
        </p:nvGrpSpPr>
        <p:grpSpPr>
          <a:xfrm>
            <a:off x="3638922" y="3517706"/>
            <a:ext cx="211094" cy="211094"/>
            <a:chOff x="1677812" y="4248152"/>
            <a:chExt cx="211094" cy="21109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B84625-CD81-4477-AFEA-2D657FFA16C5}"/>
                </a:ext>
              </a:extLst>
            </p:cNvPr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0BB5737-FB23-4CC2-81BC-52D57E7FB8E9}"/>
                </a:ext>
              </a:extLst>
            </p:cNvPr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DAD85F-381F-4EA0-9781-3C23F8D9AC73}"/>
              </a:ext>
            </a:extLst>
          </p:cNvPr>
          <p:cNvCxnSpPr/>
          <p:nvPr/>
        </p:nvCxnSpPr>
        <p:spPr>
          <a:xfrm>
            <a:off x="5997735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6B67BC-401F-4EA8-8CBE-EEB8DFAA45A7}"/>
              </a:ext>
            </a:extLst>
          </p:cNvPr>
          <p:cNvGrpSpPr/>
          <p:nvPr/>
        </p:nvGrpSpPr>
        <p:grpSpPr>
          <a:xfrm>
            <a:off x="5816929" y="3517706"/>
            <a:ext cx="211094" cy="211094"/>
            <a:chOff x="3855819" y="4248152"/>
            <a:chExt cx="211094" cy="21109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399A27A-C7E8-457C-9D90-A66A1BF1F76F}"/>
                </a:ext>
              </a:extLst>
            </p:cNvPr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4008114-54A1-42C2-9000-1CC3AE1D8927}"/>
                </a:ext>
              </a:extLst>
            </p:cNvPr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90AD362-84BB-49C7-8C91-CDB895729924}"/>
              </a:ext>
            </a:extLst>
          </p:cNvPr>
          <p:cNvGrpSpPr/>
          <p:nvPr/>
        </p:nvGrpSpPr>
        <p:grpSpPr>
          <a:xfrm>
            <a:off x="7934360" y="3517706"/>
            <a:ext cx="211094" cy="211094"/>
            <a:chOff x="5973250" y="4248152"/>
            <a:chExt cx="211094" cy="21109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32FB427-F316-4459-B06D-2A2B27FC7053}"/>
                </a:ext>
              </a:extLst>
            </p:cNvPr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5EF795-8B2D-4CD0-87FF-5756B089D921}"/>
                </a:ext>
              </a:extLst>
            </p:cNvPr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9582EE9-5831-4F6F-B29E-0BEB719C4F1E}"/>
              </a:ext>
            </a:extLst>
          </p:cNvPr>
          <p:cNvGrpSpPr/>
          <p:nvPr/>
        </p:nvGrpSpPr>
        <p:grpSpPr>
          <a:xfrm>
            <a:off x="2594536" y="4142156"/>
            <a:ext cx="2289049" cy="733322"/>
            <a:chOff x="1514240" y="4816886"/>
            <a:chExt cx="2289049" cy="733322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95C2AE9-E6EE-4572-8B9B-0A1C8899D6FE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DC71A93-B148-4A8B-B0CA-4AD086FE8D7B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0B20FE2-BC47-4EB2-B7EA-CBE6F5B390D3}"/>
              </a:ext>
            </a:extLst>
          </p:cNvPr>
          <p:cNvSpPr txBox="1"/>
          <p:nvPr/>
        </p:nvSpPr>
        <p:spPr>
          <a:xfrm>
            <a:off x="259453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2014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EB19012-A13E-4E01-97E1-4BD9BE0B2C4A}"/>
              </a:ext>
            </a:extLst>
          </p:cNvPr>
          <p:cNvGrpSpPr/>
          <p:nvPr/>
        </p:nvGrpSpPr>
        <p:grpSpPr>
          <a:xfrm>
            <a:off x="4783446" y="4142156"/>
            <a:ext cx="2289049" cy="733322"/>
            <a:chOff x="1514240" y="4816886"/>
            <a:chExt cx="2289049" cy="73332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FF83314-6443-4064-B8AD-715FDF38C0B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FB0129A-D09E-4693-96AE-20F4A2C31E42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58D17C2-3595-44AD-9D77-27C29A8030BC}"/>
              </a:ext>
            </a:extLst>
          </p:cNvPr>
          <p:cNvSpPr txBox="1"/>
          <p:nvPr/>
        </p:nvSpPr>
        <p:spPr>
          <a:xfrm>
            <a:off x="478344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2015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15D3786-3CB0-4D98-9C2D-11D4FBA5EAB9}"/>
              </a:ext>
            </a:extLst>
          </p:cNvPr>
          <p:cNvGrpSpPr/>
          <p:nvPr/>
        </p:nvGrpSpPr>
        <p:grpSpPr>
          <a:xfrm>
            <a:off x="6912585" y="4142156"/>
            <a:ext cx="2289049" cy="733322"/>
            <a:chOff x="1514240" y="4816886"/>
            <a:chExt cx="2289049" cy="733322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72131EC-94E6-4982-85F7-903D6FA7217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0C2261-B057-44FB-B300-F0F52E3F90C0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62F22-E78F-4DD5-9BBD-EEAB69C0B365}"/>
              </a:ext>
            </a:extLst>
          </p:cNvPr>
          <p:cNvSpPr txBox="1"/>
          <p:nvPr/>
        </p:nvSpPr>
        <p:spPr>
          <a:xfrm>
            <a:off x="6912585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2016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1450F4-A7BD-494E-BD71-C6C5EB8D03D1}"/>
              </a:ext>
            </a:extLst>
          </p:cNvPr>
          <p:cNvGrpSpPr/>
          <p:nvPr/>
        </p:nvGrpSpPr>
        <p:grpSpPr>
          <a:xfrm>
            <a:off x="3101220" y="1755914"/>
            <a:ext cx="1275682" cy="1275682"/>
            <a:chOff x="3063120" y="1755914"/>
            <a:chExt cx="1275682" cy="1275682"/>
          </a:xfrm>
        </p:grpSpPr>
        <p:sp>
          <p:nvSpPr>
            <p:cNvPr id="120" name="Teardrop 119">
              <a:extLst>
                <a:ext uri="{FF2B5EF4-FFF2-40B4-BE49-F238E27FC236}">
                  <a16:creationId xmlns:a16="http://schemas.microsoft.com/office/drawing/2014/main" id="{5E489B47-B2BB-4EFB-8EC4-21C10615E463}"/>
                </a:ext>
              </a:extLst>
            </p:cNvPr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62B435C-D1B2-4C1C-B995-8D888E87C5D7}"/>
                </a:ext>
              </a:extLst>
            </p:cNvPr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262C0D94-FE17-421D-AA32-BD4AFE13E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C1607-C8B7-4B99-9DC5-3321A9E92D49}"/>
              </a:ext>
            </a:extLst>
          </p:cNvPr>
          <p:cNvGrpSpPr/>
          <p:nvPr/>
        </p:nvGrpSpPr>
        <p:grpSpPr>
          <a:xfrm>
            <a:off x="5280540" y="1755914"/>
            <a:ext cx="1275682" cy="1275682"/>
            <a:chOff x="5242440" y="1755914"/>
            <a:chExt cx="1275682" cy="1275682"/>
          </a:xfrm>
        </p:grpSpPr>
        <p:sp>
          <p:nvSpPr>
            <p:cNvPr id="124" name="Teardrop 123">
              <a:extLst>
                <a:ext uri="{FF2B5EF4-FFF2-40B4-BE49-F238E27FC236}">
                  <a16:creationId xmlns:a16="http://schemas.microsoft.com/office/drawing/2014/main" id="{A44D7BEA-70F0-4773-A72C-A5B9951D3536}"/>
                </a:ext>
              </a:extLst>
            </p:cNvPr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431DABB-47B8-4640-BD39-9CC7E2CDA115}"/>
                </a:ext>
              </a:extLst>
            </p:cNvPr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5EEDA48-5891-495E-A9A5-8AEE8394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07BE1-996E-4364-AC05-CAC8C826377C}"/>
              </a:ext>
            </a:extLst>
          </p:cNvPr>
          <p:cNvGrpSpPr/>
          <p:nvPr/>
        </p:nvGrpSpPr>
        <p:grpSpPr>
          <a:xfrm>
            <a:off x="7391281" y="1755914"/>
            <a:ext cx="1275682" cy="1275682"/>
            <a:chOff x="7353181" y="1755914"/>
            <a:chExt cx="1275682" cy="1275682"/>
          </a:xfrm>
        </p:grpSpPr>
        <p:sp>
          <p:nvSpPr>
            <p:cNvPr id="128" name="Teardrop 127">
              <a:extLst>
                <a:ext uri="{FF2B5EF4-FFF2-40B4-BE49-F238E27FC236}">
                  <a16:creationId xmlns:a16="http://schemas.microsoft.com/office/drawing/2014/main" id="{76257F1B-992C-4717-A6A2-EDE25A4F31C3}"/>
                </a:ext>
              </a:extLst>
            </p:cNvPr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B174F9-BA66-486F-BC62-F2720CED100C}"/>
                </a:ext>
              </a:extLst>
            </p:cNvPr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8BE45EE-A44E-41D8-8C13-099C1F70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5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C89FF31-8612-4FD2-9987-7B2B659E4399}"/>
              </a:ext>
            </a:extLst>
          </p:cNvPr>
          <p:cNvGrpSpPr/>
          <p:nvPr/>
        </p:nvGrpSpPr>
        <p:grpSpPr>
          <a:xfrm>
            <a:off x="1590156" y="1623565"/>
            <a:ext cx="2017224" cy="2017224"/>
            <a:chOff x="1466851" y="1754971"/>
            <a:chExt cx="2362200" cy="236220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A4AD62D-BD7E-415D-B725-6AC37487928F}"/>
                </a:ext>
              </a:extLst>
            </p:cNvPr>
            <p:cNvSpPr/>
            <p:nvPr/>
          </p:nvSpPr>
          <p:spPr>
            <a:xfrm>
              <a:off x="1466851" y="1754971"/>
              <a:ext cx="2362200" cy="23622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AD995FC3-C541-42EF-8CAA-48FBA94B94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98" r="1156"/>
            <a:stretch/>
          </p:blipFill>
          <p:spPr>
            <a:xfrm>
              <a:off x="1619252" y="1907373"/>
              <a:ext cx="2057398" cy="2057396"/>
            </a:xfrm>
            <a:prstGeom prst="ellipse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58BBFA0-22AC-4630-95CF-DD11BBF46981}"/>
              </a:ext>
            </a:extLst>
          </p:cNvPr>
          <p:cNvGrpSpPr/>
          <p:nvPr/>
        </p:nvGrpSpPr>
        <p:grpSpPr>
          <a:xfrm>
            <a:off x="4287817" y="1594502"/>
            <a:ext cx="2075350" cy="2075350"/>
            <a:chOff x="4388156" y="1754971"/>
            <a:chExt cx="2362200" cy="2362200"/>
          </a:xfrm>
          <a:solidFill>
            <a:srgbClr val="03A1A4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106C475-63FF-4B88-9037-7D4296DCF408}"/>
                </a:ext>
              </a:extLst>
            </p:cNvPr>
            <p:cNvSpPr/>
            <p:nvPr/>
          </p:nvSpPr>
          <p:spPr>
            <a:xfrm>
              <a:off x="4388156" y="1754971"/>
              <a:ext cx="2362200" cy="23622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5A49D4CA-4AB4-4B81-87DF-16F4C749B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78" t="16519" r="9615" b="1982"/>
            <a:stretch/>
          </p:blipFill>
          <p:spPr>
            <a:xfrm>
              <a:off x="4540558" y="1907373"/>
              <a:ext cx="2057396" cy="2057396"/>
            </a:xfrm>
            <a:prstGeom prst="ellipse">
              <a:avLst/>
            </a:prstGeom>
            <a:grpFill/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FA7696F-3A12-4749-96EF-506789697582}"/>
              </a:ext>
            </a:extLst>
          </p:cNvPr>
          <p:cNvGrpSpPr/>
          <p:nvPr/>
        </p:nvGrpSpPr>
        <p:grpSpPr>
          <a:xfrm>
            <a:off x="7057250" y="1589351"/>
            <a:ext cx="2085652" cy="2085652"/>
            <a:chOff x="7245656" y="1754971"/>
            <a:chExt cx="2362200" cy="2362200"/>
          </a:xfrm>
          <a:solidFill>
            <a:srgbClr val="EE9524"/>
          </a:solidFill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BEA41108-70F3-44FD-9476-BB5FCAD01852}"/>
                </a:ext>
              </a:extLst>
            </p:cNvPr>
            <p:cNvSpPr/>
            <p:nvPr/>
          </p:nvSpPr>
          <p:spPr>
            <a:xfrm>
              <a:off x="7245656" y="1754971"/>
              <a:ext cx="2362200" cy="23622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70692E7A-E8C1-4231-93B0-76CAA4775D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15" r="16615"/>
            <a:stretch/>
          </p:blipFill>
          <p:spPr>
            <a:xfrm>
              <a:off x="7395187" y="1904502"/>
              <a:ext cx="2063138" cy="2063138"/>
            </a:xfrm>
            <a:prstGeom prst="ellipse">
              <a:avLst/>
            </a:prstGeom>
            <a:grpFill/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FECBB9F-A6DA-4867-8BFF-1EB9CC0E78D3}"/>
              </a:ext>
            </a:extLst>
          </p:cNvPr>
          <p:cNvGrpSpPr/>
          <p:nvPr/>
        </p:nvGrpSpPr>
        <p:grpSpPr>
          <a:xfrm>
            <a:off x="1671243" y="1589351"/>
            <a:ext cx="662608" cy="523220"/>
            <a:chOff x="668600" y="2123782"/>
            <a:chExt cx="662608" cy="5232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58FFA05-60D3-49D7-AD33-70C14A462582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F674720-AA72-463C-A9F5-CC05A31FD455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01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148DB69-DF3E-4C33-B538-AF9F73BD860D}"/>
              </a:ext>
            </a:extLst>
          </p:cNvPr>
          <p:cNvGrpSpPr/>
          <p:nvPr/>
        </p:nvGrpSpPr>
        <p:grpSpPr>
          <a:xfrm>
            <a:off x="4359048" y="1589351"/>
            <a:ext cx="662608" cy="523220"/>
            <a:chOff x="662610" y="2123782"/>
            <a:chExt cx="662608" cy="52322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ECF5359-B27A-4EA4-9470-E15A636740F1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5730238-5131-470C-B8FC-1D599D94B747}"/>
                </a:ext>
              </a:extLst>
            </p:cNvPr>
            <p:cNvSpPr txBox="1"/>
            <p:nvPr/>
          </p:nvSpPr>
          <p:spPr>
            <a:xfrm>
              <a:off x="66261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02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99227E9-EB21-4059-B513-140E8EB32283}"/>
              </a:ext>
            </a:extLst>
          </p:cNvPr>
          <p:cNvGrpSpPr/>
          <p:nvPr/>
        </p:nvGrpSpPr>
        <p:grpSpPr>
          <a:xfrm>
            <a:off x="7113378" y="1596925"/>
            <a:ext cx="662608" cy="508072"/>
            <a:chOff x="662610" y="2131356"/>
            <a:chExt cx="662608" cy="508072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6BFFE64-6C8E-4F76-92AF-FE854A15A057}"/>
                </a:ext>
              </a:extLst>
            </p:cNvPr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560E021-6D3E-44E0-9017-02F6FD846B8E}"/>
                </a:ext>
              </a:extLst>
            </p:cNvPr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03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42619BF-D98C-42FE-8077-B8745D93F239}"/>
              </a:ext>
            </a:extLst>
          </p:cNvPr>
          <p:cNvGrpSpPr/>
          <p:nvPr/>
        </p:nvGrpSpPr>
        <p:grpSpPr>
          <a:xfrm>
            <a:off x="1089803" y="4112242"/>
            <a:ext cx="3048141" cy="1452554"/>
            <a:chOff x="264581" y="4416136"/>
            <a:chExt cx="3048141" cy="145255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7D438D1-4A2C-457A-A675-A2FFD11F8FC1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ALAN MARTIN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FA98CF0-C7D5-4BB1-AE6B-892973EDC2B3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DB9B462-21BE-4A91-8264-768F8688631E}"/>
                </a:ext>
              </a:extLst>
            </p:cNvPr>
            <p:cNvSpPr txBox="1"/>
            <p:nvPr/>
          </p:nvSpPr>
          <p:spPr>
            <a:xfrm>
              <a:off x="264581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C238A46-6DC2-415E-858B-EDB9C705F5D2}"/>
              </a:ext>
            </a:extLst>
          </p:cNvPr>
          <p:cNvGrpSpPr/>
          <p:nvPr/>
        </p:nvGrpSpPr>
        <p:grpSpPr>
          <a:xfrm>
            <a:off x="3806113" y="4112242"/>
            <a:ext cx="3048141" cy="1452554"/>
            <a:chOff x="3143051" y="4416136"/>
            <a:chExt cx="3048141" cy="1452554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CBD766E-1FDC-47EC-AFE3-250300F9E1D4}"/>
                </a:ext>
              </a:extLst>
            </p:cNvPr>
            <p:cNvSpPr txBox="1"/>
            <p:nvPr/>
          </p:nvSpPr>
          <p:spPr>
            <a:xfrm>
              <a:off x="334473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JHON DOE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DD83A3E-FC84-4E9E-A039-E9CA92AC9309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4656B8D-277C-459C-8AC5-1E3C9FBF12C4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5E2E5DE-DB63-4888-A16C-FBB53DF5105F}"/>
              </a:ext>
            </a:extLst>
          </p:cNvPr>
          <p:cNvGrpSpPr/>
          <p:nvPr/>
        </p:nvGrpSpPr>
        <p:grpSpPr>
          <a:xfrm>
            <a:off x="6578020" y="4112242"/>
            <a:ext cx="3048141" cy="1452554"/>
            <a:chOff x="6191192" y="4416136"/>
            <a:chExt cx="3048141" cy="1452554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72104E9-D31B-4FE5-8105-9C439D743046}"/>
                </a:ext>
              </a:extLst>
            </p:cNvPr>
            <p:cNvSpPr txBox="1"/>
            <p:nvPr/>
          </p:nvSpPr>
          <p:spPr>
            <a:xfrm>
              <a:off x="6392877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D7373"/>
                  </a:solidFill>
                  <a:latin typeface="Tw Cen MT" panose="020B0602020104020603" pitchFamily="34" charset="0"/>
                </a:rPr>
                <a:t>PABLO PICASO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C9848EF-A792-46BC-8A1A-95DC4C6A8499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C21C292-71CC-48CF-BD5C-47D7BFAC5B36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20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1FBA8A3-D6EF-42EC-AEC1-86283EED452E}"/>
              </a:ext>
            </a:extLst>
          </p:cNvPr>
          <p:cNvGrpSpPr/>
          <p:nvPr/>
        </p:nvGrpSpPr>
        <p:grpSpPr>
          <a:xfrm>
            <a:off x="1390386" y="1717392"/>
            <a:ext cx="3197225" cy="929085"/>
            <a:chOff x="764723" y="2142394"/>
            <a:chExt cx="3197225" cy="929085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0F3CBE7-0B7F-4BBC-932B-F8A1336F5066}"/>
                </a:ext>
              </a:extLst>
            </p:cNvPr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1F468DAE-4AE6-45BB-86E9-605BB3D41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4" y="2408975"/>
              <a:ext cx="398394" cy="398394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5766AE2-8191-4DD7-9F8B-FB3901844BFC}"/>
                </a:ext>
              </a:extLst>
            </p:cNvPr>
            <p:cNvSpPr txBox="1"/>
            <p:nvPr/>
          </p:nvSpPr>
          <p:spPr>
            <a:xfrm>
              <a:off x="1435200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D76257E-DD5D-4C31-B2AC-F76DC9199544}"/>
                </a:ext>
              </a:extLst>
            </p:cNvPr>
            <p:cNvSpPr txBox="1"/>
            <p:nvPr/>
          </p:nvSpPr>
          <p:spPr>
            <a:xfrm>
              <a:off x="1435200" y="2425148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C5CB2E8-B3A7-4DE0-B2CC-736365263446}"/>
              </a:ext>
            </a:extLst>
          </p:cNvPr>
          <p:cNvGrpSpPr/>
          <p:nvPr/>
        </p:nvGrpSpPr>
        <p:grpSpPr>
          <a:xfrm>
            <a:off x="1390386" y="2995413"/>
            <a:ext cx="3197225" cy="929085"/>
            <a:chOff x="764723" y="3420415"/>
            <a:chExt cx="3197225" cy="929085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CD8841C-D453-44E7-9CE2-70317BC917D2}"/>
                </a:ext>
              </a:extLst>
            </p:cNvPr>
            <p:cNvSpPr/>
            <p:nvPr/>
          </p:nvSpPr>
          <p:spPr>
            <a:xfrm>
              <a:off x="764723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4D948F-8670-4F67-B5BD-4AC06968C522}"/>
                </a:ext>
              </a:extLst>
            </p:cNvPr>
            <p:cNvSpPr txBox="1"/>
            <p:nvPr/>
          </p:nvSpPr>
          <p:spPr>
            <a:xfrm>
              <a:off x="1435200" y="3420415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120E0D6-EFA2-4A08-BFE2-DD70F47E6C48}"/>
                </a:ext>
              </a:extLst>
            </p:cNvPr>
            <p:cNvSpPr txBox="1"/>
            <p:nvPr/>
          </p:nvSpPr>
          <p:spPr>
            <a:xfrm>
              <a:off x="1435200" y="3703169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CC4EB96D-DFD9-40AE-890E-7DA16AF16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748" y="3713190"/>
              <a:ext cx="346006" cy="346006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AF9A856-B862-439D-AB2D-28527B3BC76B}"/>
              </a:ext>
            </a:extLst>
          </p:cNvPr>
          <p:cNvGrpSpPr/>
          <p:nvPr/>
        </p:nvGrpSpPr>
        <p:grpSpPr>
          <a:xfrm>
            <a:off x="1390386" y="4273434"/>
            <a:ext cx="3197225" cy="929085"/>
            <a:chOff x="764723" y="4698436"/>
            <a:chExt cx="3197225" cy="929085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B8AFB94-C2E3-487E-AE72-2D519C605F72}"/>
                </a:ext>
              </a:extLst>
            </p:cNvPr>
            <p:cNvSpPr/>
            <p:nvPr/>
          </p:nvSpPr>
          <p:spPr>
            <a:xfrm>
              <a:off x="764723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4E1E449-1505-4788-9575-E71478300712}"/>
                </a:ext>
              </a:extLst>
            </p:cNvPr>
            <p:cNvSpPr txBox="1"/>
            <p:nvPr/>
          </p:nvSpPr>
          <p:spPr>
            <a:xfrm>
              <a:off x="1435200" y="4698436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EAC8E37-8B3C-4F8F-AC92-FAC65925ACC6}"/>
                </a:ext>
              </a:extLst>
            </p:cNvPr>
            <p:cNvSpPr txBox="1"/>
            <p:nvPr/>
          </p:nvSpPr>
          <p:spPr>
            <a:xfrm>
              <a:off x="1435200" y="4981190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8A5A61FB-CA64-4580-801C-AD3884078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3" y="4977083"/>
              <a:ext cx="398396" cy="398396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43BC266-D040-419D-B713-FBC99952FADF}"/>
              </a:ext>
            </a:extLst>
          </p:cNvPr>
          <p:cNvGrpSpPr/>
          <p:nvPr/>
        </p:nvGrpSpPr>
        <p:grpSpPr>
          <a:xfrm>
            <a:off x="5130290" y="2995413"/>
            <a:ext cx="3197225" cy="929085"/>
            <a:chOff x="4504627" y="3420415"/>
            <a:chExt cx="3197225" cy="929085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F70E9A6-B0EA-49B3-9490-7C7B09ACEE67}"/>
                </a:ext>
              </a:extLst>
            </p:cNvPr>
            <p:cNvSpPr/>
            <p:nvPr/>
          </p:nvSpPr>
          <p:spPr>
            <a:xfrm>
              <a:off x="4504627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C9AE74-6ECE-4642-85A1-879B902A0C00}"/>
                </a:ext>
              </a:extLst>
            </p:cNvPr>
            <p:cNvSpPr txBox="1"/>
            <p:nvPr/>
          </p:nvSpPr>
          <p:spPr>
            <a:xfrm>
              <a:off x="5175104" y="3420415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0EE840-57C5-45A8-AB89-BA57CE453AA8}"/>
                </a:ext>
              </a:extLst>
            </p:cNvPr>
            <p:cNvSpPr txBox="1"/>
            <p:nvPr/>
          </p:nvSpPr>
          <p:spPr>
            <a:xfrm>
              <a:off x="5175104" y="3703169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8C55931-7730-4132-AB43-DEC401084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37" y="3678575"/>
              <a:ext cx="415236" cy="415236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0E3BF0A-B04D-4316-B447-549B31994A65}"/>
              </a:ext>
            </a:extLst>
          </p:cNvPr>
          <p:cNvGrpSpPr/>
          <p:nvPr/>
        </p:nvGrpSpPr>
        <p:grpSpPr>
          <a:xfrm>
            <a:off x="5130290" y="4273434"/>
            <a:ext cx="3197225" cy="929085"/>
            <a:chOff x="4504627" y="4698436"/>
            <a:chExt cx="3197225" cy="929085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1B892CB-2087-4B4E-9D9A-135A090D8BBA}"/>
                </a:ext>
              </a:extLst>
            </p:cNvPr>
            <p:cNvSpPr/>
            <p:nvPr/>
          </p:nvSpPr>
          <p:spPr>
            <a:xfrm>
              <a:off x="4504627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F1E812C-21E1-4AE8-8492-7C26987E24F5}"/>
                </a:ext>
              </a:extLst>
            </p:cNvPr>
            <p:cNvSpPr txBox="1"/>
            <p:nvPr/>
          </p:nvSpPr>
          <p:spPr>
            <a:xfrm>
              <a:off x="5175104" y="4698436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9E48791-F83A-43C2-91A4-5459684E27A3}"/>
                </a:ext>
              </a:extLst>
            </p:cNvPr>
            <p:cNvSpPr txBox="1"/>
            <p:nvPr/>
          </p:nvSpPr>
          <p:spPr>
            <a:xfrm>
              <a:off x="5175104" y="4981190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998D37B-EE23-4400-B3FB-AE622C2B4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4967369"/>
              <a:ext cx="336986" cy="336986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922994-56F7-4E3F-BBC4-41F24AED21E0}"/>
              </a:ext>
            </a:extLst>
          </p:cNvPr>
          <p:cNvGrpSpPr/>
          <p:nvPr/>
        </p:nvGrpSpPr>
        <p:grpSpPr>
          <a:xfrm>
            <a:off x="5130290" y="1717392"/>
            <a:ext cx="3197225" cy="929085"/>
            <a:chOff x="4504627" y="2142394"/>
            <a:chExt cx="3197225" cy="929085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B44027A-8946-45E7-8F11-28B2EA7E8E3E}"/>
                </a:ext>
              </a:extLst>
            </p:cNvPr>
            <p:cNvSpPr/>
            <p:nvPr/>
          </p:nvSpPr>
          <p:spPr>
            <a:xfrm>
              <a:off x="4504627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4EED872-529B-476D-A042-AF8799EED2BA}"/>
                </a:ext>
              </a:extLst>
            </p:cNvPr>
            <p:cNvSpPr txBox="1"/>
            <p:nvPr/>
          </p:nvSpPr>
          <p:spPr>
            <a:xfrm>
              <a:off x="5175104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6E35B1E-3A73-441C-8AB0-F2D52796F64F}"/>
                </a:ext>
              </a:extLst>
            </p:cNvPr>
            <p:cNvSpPr txBox="1"/>
            <p:nvPr/>
          </p:nvSpPr>
          <p:spPr>
            <a:xfrm>
              <a:off x="5175104" y="2425148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F7189829-FB67-42A0-ADC4-78F2C37FD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2447925"/>
              <a:ext cx="320494" cy="3204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1786364" y="0"/>
            <a:ext cx="11335017" cy="6858000"/>
            <a:chOff x="-10744545" y="-1"/>
            <a:chExt cx="11335017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10744545" y="-1"/>
              <a:ext cx="11331017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8FADE7-5D32-410A-A514-EBA4D18E520D}"/>
              </a:ext>
            </a:extLst>
          </p:cNvPr>
          <p:cNvGrpSpPr/>
          <p:nvPr/>
        </p:nvGrpSpPr>
        <p:grpSpPr>
          <a:xfrm>
            <a:off x="522514" y="3966907"/>
            <a:ext cx="2336800" cy="1390243"/>
            <a:chOff x="979714" y="4445001"/>
            <a:chExt cx="2336800" cy="13902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855102-5892-4791-81C6-1D3099286A62}"/>
                </a:ext>
              </a:extLst>
            </p:cNvPr>
            <p:cNvSpPr txBox="1"/>
            <p:nvPr/>
          </p:nvSpPr>
          <p:spPr>
            <a:xfrm>
              <a:off x="97971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03A1A4"/>
                  </a:solidFill>
                  <a:latin typeface="Tw Cen MT" panose="020B0602020104020603" pitchFamily="34" charset="0"/>
                </a:rPr>
                <a:t>8M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001AFB-5833-4302-85EB-700F4F764C00}"/>
                </a:ext>
              </a:extLst>
            </p:cNvPr>
            <p:cNvSpPr txBox="1"/>
            <p:nvPr/>
          </p:nvSpPr>
          <p:spPr>
            <a:xfrm>
              <a:off x="97971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82C6EF-E9DE-4923-8019-398DA581487A}"/>
              </a:ext>
            </a:extLst>
          </p:cNvPr>
          <p:cNvGrpSpPr/>
          <p:nvPr/>
        </p:nvGrpSpPr>
        <p:grpSpPr>
          <a:xfrm>
            <a:off x="3172584" y="3966907"/>
            <a:ext cx="2336800" cy="1390243"/>
            <a:chOff x="3629784" y="4445001"/>
            <a:chExt cx="2336800" cy="139024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C3DF4E-CC11-4211-B94C-CFD06DD21505}"/>
                </a:ext>
              </a:extLst>
            </p:cNvPr>
            <p:cNvSpPr txBox="1"/>
            <p:nvPr/>
          </p:nvSpPr>
          <p:spPr>
            <a:xfrm>
              <a:off x="362978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6M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7D5A51-0B28-44B2-9458-2EC47846B480}"/>
                </a:ext>
              </a:extLst>
            </p:cNvPr>
            <p:cNvSpPr txBox="1"/>
            <p:nvPr/>
          </p:nvSpPr>
          <p:spPr>
            <a:xfrm>
              <a:off x="362978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EA83BA-280C-4216-B80C-C3082D2456C8}"/>
              </a:ext>
            </a:extLst>
          </p:cNvPr>
          <p:cNvGrpSpPr/>
          <p:nvPr/>
        </p:nvGrpSpPr>
        <p:grpSpPr>
          <a:xfrm>
            <a:off x="5822654" y="3966907"/>
            <a:ext cx="2336800" cy="1390243"/>
            <a:chOff x="6279854" y="4445001"/>
            <a:chExt cx="2336800" cy="139024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D3A4AD-1059-4193-95F4-99D7FB3C3390}"/>
                </a:ext>
              </a:extLst>
            </p:cNvPr>
            <p:cNvSpPr txBox="1"/>
            <p:nvPr/>
          </p:nvSpPr>
          <p:spPr>
            <a:xfrm>
              <a:off x="627985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92D050"/>
                  </a:solidFill>
                  <a:latin typeface="Tw Cen MT" panose="020B0602020104020603" pitchFamily="34" charset="0"/>
                </a:rPr>
                <a:t>7M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2CAFD3-83DC-4745-BD2C-AA8DD0D735B7}"/>
                </a:ext>
              </a:extLst>
            </p:cNvPr>
            <p:cNvSpPr txBox="1"/>
            <p:nvPr/>
          </p:nvSpPr>
          <p:spPr>
            <a:xfrm>
              <a:off x="627985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6A51F-32BC-47D1-9A81-487036B42B97}"/>
              </a:ext>
            </a:extLst>
          </p:cNvPr>
          <p:cNvGrpSpPr/>
          <p:nvPr/>
        </p:nvGrpSpPr>
        <p:grpSpPr>
          <a:xfrm>
            <a:off x="3439718" y="1875469"/>
            <a:ext cx="1802532" cy="1802532"/>
            <a:chOff x="3753155" y="2209800"/>
            <a:chExt cx="2090058" cy="209005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759DD56-9161-4A22-8660-0AAFD5155B24}"/>
                </a:ext>
              </a:extLst>
            </p:cNvPr>
            <p:cNvSpPr/>
            <p:nvPr/>
          </p:nvSpPr>
          <p:spPr>
            <a:xfrm>
              <a:off x="3753155" y="2209800"/>
              <a:ext cx="2090058" cy="2090058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B542F8B-7358-4AD5-9F27-D4CDC7236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4418" y="2611063"/>
              <a:ext cx="1287532" cy="1287532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7A792EE-2433-4D86-A7D5-1FB0D3F9E4D8}"/>
              </a:ext>
            </a:extLst>
          </p:cNvPr>
          <p:cNvGrpSpPr/>
          <p:nvPr/>
        </p:nvGrpSpPr>
        <p:grpSpPr>
          <a:xfrm>
            <a:off x="6038027" y="1869840"/>
            <a:ext cx="1813790" cy="1813790"/>
            <a:chOff x="6403225" y="2209800"/>
            <a:chExt cx="2090058" cy="209005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A516301-84E4-4DC6-A056-8024955CA570}"/>
                </a:ext>
              </a:extLst>
            </p:cNvPr>
            <p:cNvSpPr/>
            <p:nvPr/>
          </p:nvSpPr>
          <p:spPr>
            <a:xfrm>
              <a:off x="6403225" y="2209800"/>
              <a:ext cx="2090058" cy="209005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0A6E8F-8715-4A45-8091-41BC89D62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3245" y="2611063"/>
              <a:ext cx="1287532" cy="128753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1CAD7B-D8C7-4ACB-BAAD-C11ECF75DF45}"/>
              </a:ext>
            </a:extLst>
          </p:cNvPr>
          <p:cNvGrpSpPr/>
          <p:nvPr/>
        </p:nvGrpSpPr>
        <p:grpSpPr>
          <a:xfrm>
            <a:off x="789648" y="1875469"/>
            <a:ext cx="1802532" cy="1802532"/>
            <a:chOff x="1103085" y="2209800"/>
            <a:chExt cx="2090058" cy="20900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4BCF60-284B-4512-A374-E284A563EFB1}"/>
                </a:ext>
              </a:extLst>
            </p:cNvPr>
            <p:cNvSpPr/>
            <p:nvPr/>
          </p:nvSpPr>
          <p:spPr>
            <a:xfrm>
              <a:off x="1103085" y="2209800"/>
              <a:ext cx="2090058" cy="2090058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88307B7-2C0C-4003-9659-402583C1B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4348" y="2611063"/>
              <a:ext cx="1287532" cy="1287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959189" y="-71206"/>
            <a:ext cx="7278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>
                <a:solidFill>
                  <a:srgbClr val="FF5969"/>
                </a:solidFill>
                <a:latin typeface="Tw Cen MT" panose="020B0602020104020603" pitchFamily="34" charset="0"/>
              </a:rPr>
              <a:t>Pendahuluan</a:t>
            </a:r>
            <a:endParaRPr lang="en-US" sz="8000" dirty="0">
              <a:solidFill>
                <a:srgbClr val="FF5969"/>
              </a:solidFill>
              <a:latin typeface="Tw Cen MT" panose="020B06020201040206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348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Judul</a:t>
              </a:r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2" y="3189607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4E1B91-C212-4889-8705-49BCDB383225}"/>
              </a:ext>
            </a:extLst>
          </p:cNvPr>
          <p:cNvGrpSpPr/>
          <p:nvPr/>
        </p:nvGrpSpPr>
        <p:grpSpPr>
          <a:xfrm>
            <a:off x="3111942" y="1897391"/>
            <a:ext cx="7845528" cy="4693687"/>
            <a:chOff x="2265963" y="2342679"/>
            <a:chExt cx="7845528" cy="340712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94C4F95-2EDE-46B0-8B26-C72D6D3C8DB3}"/>
                </a:ext>
              </a:extLst>
            </p:cNvPr>
            <p:cNvSpPr txBox="1"/>
            <p:nvPr/>
          </p:nvSpPr>
          <p:spPr>
            <a:xfrm>
              <a:off x="2265963" y="2342679"/>
              <a:ext cx="784552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Implentasi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Web Conference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Menggunakan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Jitsi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Integrasi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dengan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Matrix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untuk</a:t>
              </a:r>
              <a:r>
                <a:rPr lang="en-US" sz="32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 Pendidikan Jarak </a:t>
              </a:r>
              <a:r>
                <a:rPr lang="en-US" sz="3200" dirty="0" err="1">
                  <a:solidFill>
                    <a:srgbClr val="03A1A4"/>
                  </a:solidFill>
                  <a:latin typeface="Tw Cen MT" panose="020B0602020104020603" pitchFamily="34" charset="0"/>
                </a:rPr>
                <a:t>Jauh</a:t>
              </a:r>
              <a:endParaRPr lang="en-US" sz="3200" dirty="0">
                <a:solidFill>
                  <a:srgbClr val="03A1A4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DC9F996-36A0-4A1D-8C4B-F6DAF0FDA7C8}"/>
                </a:ext>
              </a:extLst>
            </p:cNvPr>
            <p:cNvSpPr txBox="1"/>
            <p:nvPr/>
          </p:nvSpPr>
          <p:spPr>
            <a:xfrm>
              <a:off x="3931519" y="4163518"/>
              <a:ext cx="4683578" cy="33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Triadmoko Denny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Fatrosa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EDE56FF-3E69-4484-9673-AC7FA14D3D89}"/>
                </a:ext>
              </a:extLst>
            </p:cNvPr>
            <p:cNvSpPr txBox="1"/>
            <p:nvPr/>
          </p:nvSpPr>
          <p:spPr>
            <a:xfrm>
              <a:off x="4866339" y="4420469"/>
              <a:ext cx="2644771" cy="2680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1710013231010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44799B2-E7B9-4C01-A37D-BB60C6C75D12}"/>
                </a:ext>
              </a:extLst>
            </p:cNvPr>
            <p:cNvSpPr txBox="1"/>
            <p:nvPr/>
          </p:nvSpPr>
          <p:spPr>
            <a:xfrm>
              <a:off x="2792925" y="4878494"/>
              <a:ext cx="6791601" cy="871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Pendidikan Teknik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Informatika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dan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Komputer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  <a:p>
              <a:pPr algn="ctr"/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Fakultas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Keguruan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dan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Ilmu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Pendidikan</a:t>
              </a:r>
            </a:p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Universitas Bung Hatta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F169073-8554-4CE8-A4D2-BB10C3F3C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7142"/>
            <a:ext cx="1388557" cy="13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0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226788" y="-2"/>
            <a:ext cx="11447501" cy="6858000"/>
            <a:chOff x="213096" y="0"/>
            <a:chExt cx="11447501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341391" y="3198166"/>
              <a:ext cx="19920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F0EEF0"/>
                  </a:solidFill>
                  <a:latin typeface="Tw Cen MT" panose="020B0602020104020603" pitchFamily="34" charset="0"/>
                </a:rPr>
                <a:t>Pembahasan</a:t>
              </a:r>
              <a:endParaRPr lang="en-US" sz="24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914A7-C65F-4EFB-8FF4-9BB283DC3935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DA66B2-8A11-4397-B997-59A37787FEF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A8923D-952E-459F-92C0-CCE4C5E45F8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73F442-B2F9-477E-B4DE-956CBA09D9C3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654DCD4-7920-4D83-8D7F-6D3A71A1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67CF96-B24C-4BAD-8466-B32ECC2753A1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7B7434-49BE-47D6-BAE6-9B9134F0EC8C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296C0-D397-432D-B5A1-CA7DA186EB1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DE47E8-526D-4A96-A671-69E14D20D1EB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FD4AAEC-83E5-4832-BEA2-517A195B2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B26FA9-EA76-44C1-BA33-E4EBB060AC7E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48F6F2-7791-4D91-ADEC-77FE8FA739E3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8ED37E9-9873-442F-9B7C-7F4BC1A8F51E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2E020DE-B46A-4F47-97AB-BB6C9038FA2E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05B7C-3B2D-4CAB-9132-7B756B44206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04E2F48-2025-4003-B590-1DD957710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83EA2CA-A17F-4A6A-AC3E-6F8757F77880}"/>
              </a:ext>
            </a:extLst>
          </p:cNvPr>
          <p:cNvGrpSpPr/>
          <p:nvPr/>
        </p:nvGrpSpPr>
        <p:grpSpPr>
          <a:xfrm>
            <a:off x="7976170" y="1491437"/>
            <a:ext cx="1805441" cy="1894017"/>
            <a:chOff x="6381342" y="2182683"/>
            <a:chExt cx="1805441" cy="1894017"/>
          </a:xfrm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225A95EB-3596-4C52-91EE-39023E85BE2D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A6427C-7201-480C-B8BA-C01C9BCA7B52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F68486-5533-4B47-B6BA-92533CBB4036}"/>
                </a:ext>
              </a:extLst>
            </p:cNvPr>
            <p:cNvSpPr txBox="1"/>
            <p:nvPr/>
          </p:nvSpPr>
          <p:spPr>
            <a:xfrm>
              <a:off x="6836846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10FCA-56F2-4778-94B7-C1B5FD53AE20}"/>
              </a:ext>
            </a:extLst>
          </p:cNvPr>
          <p:cNvGrpSpPr/>
          <p:nvPr/>
        </p:nvGrpSpPr>
        <p:grpSpPr>
          <a:xfrm>
            <a:off x="5479293" y="1491437"/>
            <a:ext cx="1805441" cy="1894017"/>
            <a:chOff x="3884465" y="2182683"/>
            <a:chExt cx="1805441" cy="1894017"/>
          </a:xfrm>
        </p:grpSpPr>
        <p:sp>
          <p:nvSpPr>
            <p:cNvPr id="101" name="Rectangle: Top Corners Rounded 100">
              <a:extLst>
                <a:ext uri="{FF2B5EF4-FFF2-40B4-BE49-F238E27FC236}">
                  <a16:creationId xmlns:a16="http://schemas.microsoft.com/office/drawing/2014/main" id="{E792FABC-AA8F-4748-B8FA-DBB9112863AC}"/>
                </a:ext>
              </a:extLst>
            </p:cNvPr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3919267-9DA5-4811-B4F4-94D72398E7FD}"/>
                </a:ext>
              </a:extLst>
            </p:cNvPr>
            <p:cNvSpPr txBox="1"/>
            <p:nvPr/>
          </p:nvSpPr>
          <p:spPr>
            <a:xfrm>
              <a:off x="3884465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CB41C1-3E79-45AA-B100-38C9E092C776}"/>
                </a:ext>
              </a:extLst>
            </p:cNvPr>
            <p:cNvSpPr txBox="1"/>
            <p:nvPr/>
          </p:nvSpPr>
          <p:spPr>
            <a:xfrm>
              <a:off x="4339969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2982416" y="1491437"/>
            <a:ext cx="1805441" cy="1894017"/>
            <a:chOff x="1387588" y="2182683"/>
            <a:chExt cx="1805441" cy="1894017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BAB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089346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06A5A75-24F0-496A-82D6-E2B37B100BBD}"/>
              </a:ext>
            </a:extLst>
          </p:cNvPr>
          <p:cNvSpPr/>
          <p:nvPr/>
        </p:nvSpPr>
        <p:spPr>
          <a:xfrm flipV="1">
            <a:off x="5586223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8C3E14B-EBB2-49A7-9A4E-9C6AFAF9A364}"/>
              </a:ext>
            </a:extLst>
          </p:cNvPr>
          <p:cNvSpPr/>
          <p:nvPr/>
        </p:nvSpPr>
        <p:spPr>
          <a:xfrm flipV="1">
            <a:off x="8083100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94F991-2744-4D5C-BE57-A0C261539D2C}"/>
              </a:ext>
            </a:extLst>
          </p:cNvPr>
          <p:cNvGrpSpPr/>
          <p:nvPr/>
        </p:nvGrpSpPr>
        <p:grpSpPr>
          <a:xfrm>
            <a:off x="3083677" y="3146196"/>
            <a:ext cx="1591582" cy="617162"/>
            <a:chOff x="1488849" y="3837442"/>
            <a:chExt cx="1591582" cy="617162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21CE74-40AC-4223-B129-B3A270C7429B}"/>
                </a:ext>
              </a:extLst>
            </p:cNvPr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Pendahuluan</a:t>
              </a:r>
              <a:endParaRPr lang="en-US" b="1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94FF53-E358-452A-A5CE-3296318ABBE9}"/>
                </a:ext>
              </a:extLst>
            </p:cNvPr>
            <p:cNvSpPr txBox="1"/>
            <p:nvPr/>
          </p:nvSpPr>
          <p:spPr>
            <a:xfrm>
              <a:off x="1488849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60A9D1F-EDAE-418D-A3C8-F8109A2B052A}"/>
              </a:ext>
            </a:extLst>
          </p:cNvPr>
          <p:cNvGrpSpPr/>
          <p:nvPr/>
        </p:nvGrpSpPr>
        <p:grpSpPr>
          <a:xfrm>
            <a:off x="5572502" y="3146196"/>
            <a:ext cx="1591582" cy="617162"/>
            <a:chOff x="3977674" y="3837442"/>
            <a:chExt cx="1591582" cy="617162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1705BAF-DCDA-4FDC-8DA1-1FBA870AE5C8}"/>
                </a:ext>
              </a:extLst>
            </p:cNvPr>
            <p:cNvSpPr txBox="1"/>
            <p:nvPr/>
          </p:nvSpPr>
          <p:spPr>
            <a:xfrm>
              <a:off x="3977674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Kajian </a:t>
              </a:r>
              <a:r>
                <a:rPr lang="en-US" b="1" dirty="0" err="1">
                  <a:solidFill>
                    <a:srgbClr val="52CBBE"/>
                  </a:solidFill>
                  <a:latin typeface="Tw Cen MT" panose="020B0602020104020603" pitchFamily="34" charset="0"/>
                </a:rPr>
                <a:t>Teori</a:t>
              </a:r>
              <a:endParaRPr lang="en-US" b="1" dirty="0">
                <a:solidFill>
                  <a:srgbClr val="52CBBE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BD17202-B0A7-4912-9A5D-8F55518824B3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66AC79-730F-4E07-974E-4F08542F2C4A}"/>
              </a:ext>
            </a:extLst>
          </p:cNvPr>
          <p:cNvGrpSpPr/>
          <p:nvPr/>
        </p:nvGrpSpPr>
        <p:grpSpPr>
          <a:xfrm>
            <a:off x="8083100" y="3146196"/>
            <a:ext cx="1591582" cy="646331"/>
            <a:chOff x="6488272" y="3837442"/>
            <a:chExt cx="1591582" cy="646331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025EBC6-5731-4D97-B58C-0E0C20D47817}"/>
                </a:ext>
              </a:extLst>
            </p:cNvPr>
            <p:cNvSpPr txBox="1"/>
            <p:nvPr/>
          </p:nvSpPr>
          <p:spPr>
            <a:xfrm>
              <a:off x="6488272" y="3837442"/>
              <a:ext cx="1591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Motedologi</a:t>
              </a:r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 </a:t>
              </a:r>
            </a:p>
            <a:p>
              <a:pPr algn="ctr"/>
              <a:r>
                <a:rPr lang="en-US" b="1" dirty="0" err="1">
                  <a:solidFill>
                    <a:srgbClr val="FEC630"/>
                  </a:solidFill>
                  <a:latin typeface="Tw Cen MT" panose="020B0602020104020603" pitchFamily="34" charset="0"/>
                </a:rPr>
                <a:t>Penelitian</a:t>
              </a:r>
              <a:endParaRPr lang="en-US" b="1" dirty="0">
                <a:solidFill>
                  <a:srgbClr val="FEC630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8973E8-8FEC-48EF-89C3-A1086AD31515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400" b="1" dirty="0">
                <a:solidFill>
                  <a:srgbClr val="A6A6A6"/>
                </a:solidFill>
                <a:latin typeface="Tw Cen MT" panose="020B0602020104020603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E1EB09-3B7F-4AD1-85F5-A963B8B7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9" y="4229239"/>
            <a:ext cx="894354" cy="894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31A99-A934-4099-9190-67078252B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47" y="4229326"/>
            <a:ext cx="897858" cy="89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85DFE-7CB0-4F85-899B-F151E785F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674" y="4229239"/>
            <a:ext cx="907482" cy="9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79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04DBF9-F2DF-4744-9CBE-8384BF790E0F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09FCBC-490E-4134-BE82-9429CE5AB00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4E2370-4D03-4FD0-B29C-F763767296D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5F8F51-D3FD-42A1-8372-1B4B1B7C336A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5E43CA3-886C-4010-B3E2-837CCC6F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1F8BD9-F71B-4D2D-8A60-61BABDC384BB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470067C-2D0B-4A65-B940-C052473E942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B5D93C-8112-48DA-975B-9DDD27DEADD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3577A8-E9FC-43B7-B3E2-76EDDA51C160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FD3106-E967-44D6-AB4D-A0DA183F7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930874-288B-4537-8AA6-A601044D95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5CDF0F-0FD1-40B0-BD29-F7D200A3A066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02216B9-43DC-4135-9F3E-7EFEAD2EB42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342E0B-2429-4B98-AF6A-1DB087CBDE83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9879508-5AD7-4FE2-AD55-8AF69ECD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7CEC9-24C9-4B1D-964A-A216786A7724}"/>
              </a:ext>
            </a:extLst>
          </p:cNvPr>
          <p:cNvCxnSpPr/>
          <p:nvPr/>
        </p:nvCxnSpPr>
        <p:spPr>
          <a:xfrm>
            <a:off x="3850016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1840EDE-DF70-433F-86FE-A402BC5C2DDE}"/>
              </a:ext>
            </a:extLst>
          </p:cNvPr>
          <p:cNvGrpSpPr/>
          <p:nvPr/>
        </p:nvGrpSpPr>
        <p:grpSpPr>
          <a:xfrm>
            <a:off x="3638922" y="3517706"/>
            <a:ext cx="211094" cy="211094"/>
            <a:chOff x="1677812" y="4248152"/>
            <a:chExt cx="211094" cy="21109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B84625-CD81-4477-AFEA-2D657FFA16C5}"/>
                </a:ext>
              </a:extLst>
            </p:cNvPr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0BB5737-FB23-4CC2-81BC-52D57E7FB8E9}"/>
                </a:ext>
              </a:extLst>
            </p:cNvPr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DAD85F-381F-4EA0-9781-3C23F8D9AC73}"/>
              </a:ext>
            </a:extLst>
          </p:cNvPr>
          <p:cNvCxnSpPr/>
          <p:nvPr/>
        </p:nvCxnSpPr>
        <p:spPr>
          <a:xfrm>
            <a:off x="5997735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6B67BC-401F-4EA8-8CBE-EEB8DFAA45A7}"/>
              </a:ext>
            </a:extLst>
          </p:cNvPr>
          <p:cNvGrpSpPr/>
          <p:nvPr/>
        </p:nvGrpSpPr>
        <p:grpSpPr>
          <a:xfrm>
            <a:off x="5816929" y="3517706"/>
            <a:ext cx="211094" cy="211094"/>
            <a:chOff x="3855819" y="4248152"/>
            <a:chExt cx="211094" cy="21109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399A27A-C7E8-457C-9D90-A66A1BF1F76F}"/>
                </a:ext>
              </a:extLst>
            </p:cNvPr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4008114-54A1-42C2-9000-1CC3AE1D8927}"/>
                </a:ext>
              </a:extLst>
            </p:cNvPr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90AD362-84BB-49C7-8C91-CDB895729924}"/>
              </a:ext>
            </a:extLst>
          </p:cNvPr>
          <p:cNvGrpSpPr/>
          <p:nvPr/>
        </p:nvGrpSpPr>
        <p:grpSpPr>
          <a:xfrm>
            <a:off x="7934360" y="3517706"/>
            <a:ext cx="211094" cy="211094"/>
            <a:chOff x="5973250" y="4248152"/>
            <a:chExt cx="211094" cy="21109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32FB427-F316-4459-B06D-2A2B27FC7053}"/>
                </a:ext>
              </a:extLst>
            </p:cNvPr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5EF795-8B2D-4CD0-87FF-5756B089D921}"/>
                </a:ext>
              </a:extLst>
            </p:cNvPr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9582EE9-5831-4F6F-B29E-0BEB719C4F1E}"/>
              </a:ext>
            </a:extLst>
          </p:cNvPr>
          <p:cNvGrpSpPr/>
          <p:nvPr/>
        </p:nvGrpSpPr>
        <p:grpSpPr>
          <a:xfrm>
            <a:off x="2594536" y="4142156"/>
            <a:ext cx="2289049" cy="733322"/>
            <a:chOff x="1514240" y="4816886"/>
            <a:chExt cx="2289049" cy="733322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95C2AE9-E6EE-4572-8B9B-0A1C8899D6FE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DC71A93-B148-4A8B-B0CA-4AD086FE8D7B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0B20FE2-BC47-4EB2-B7EA-CBE6F5B390D3}"/>
              </a:ext>
            </a:extLst>
          </p:cNvPr>
          <p:cNvSpPr txBox="1"/>
          <p:nvPr/>
        </p:nvSpPr>
        <p:spPr>
          <a:xfrm>
            <a:off x="259453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2014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EB19012-A13E-4E01-97E1-4BD9BE0B2C4A}"/>
              </a:ext>
            </a:extLst>
          </p:cNvPr>
          <p:cNvGrpSpPr/>
          <p:nvPr/>
        </p:nvGrpSpPr>
        <p:grpSpPr>
          <a:xfrm>
            <a:off x="4783446" y="4142156"/>
            <a:ext cx="2289049" cy="733322"/>
            <a:chOff x="1514240" y="4816886"/>
            <a:chExt cx="2289049" cy="73332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FF83314-6443-4064-B8AD-715FDF38C0B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FB0129A-D09E-4693-96AE-20F4A2C31E42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58D17C2-3595-44AD-9D77-27C29A8030BC}"/>
              </a:ext>
            </a:extLst>
          </p:cNvPr>
          <p:cNvSpPr txBox="1"/>
          <p:nvPr/>
        </p:nvSpPr>
        <p:spPr>
          <a:xfrm>
            <a:off x="478344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2015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15D3786-3CB0-4D98-9C2D-11D4FBA5EAB9}"/>
              </a:ext>
            </a:extLst>
          </p:cNvPr>
          <p:cNvGrpSpPr/>
          <p:nvPr/>
        </p:nvGrpSpPr>
        <p:grpSpPr>
          <a:xfrm>
            <a:off x="6912585" y="4142156"/>
            <a:ext cx="2289049" cy="733322"/>
            <a:chOff x="1514240" y="4816886"/>
            <a:chExt cx="2289049" cy="733322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72131EC-94E6-4982-85F7-903D6FA7217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HEADING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0C2261-B057-44FB-B300-F0F52E3F90C0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YOU CAN ADD SOME BRIEF TEXT HERE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62F22-E78F-4DD5-9BBD-EEAB69C0B365}"/>
              </a:ext>
            </a:extLst>
          </p:cNvPr>
          <p:cNvSpPr txBox="1"/>
          <p:nvPr/>
        </p:nvSpPr>
        <p:spPr>
          <a:xfrm>
            <a:off x="6912585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2016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1450F4-A7BD-494E-BD71-C6C5EB8D03D1}"/>
              </a:ext>
            </a:extLst>
          </p:cNvPr>
          <p:cNvGrpSpPr/>
          <p:nvPr/>
        </p:nvGrpSpPr>
        <p:grpSpPr>
          <a:xfrm>
            <a:off x="3101220" y="1755914"/>
            <a:ext cx="1275682" cy="1275682"/>
            <a:chOff x="3063120" y="1755914"/>
            <a:chExt cx="1275682" cy="1275682"/>
          </a:xfrm>
        </p:grpSpPr>
        <p:sp>
          <p:nvSpPr>
            <p:cNvPr id="120" name="Teardrop 119">
              <a:extLst>
                <a:ext uri="{FF2B5EF4-FFF2-40B4-BE49-F238E27FC236}">
                  <a16:creationId xmlns:a16="http://schemas.microsoft.com/office/drawing/2014/main" id="{5E489B47-B2BB-4EFB-8EC4-21C10615E463}"/>
                </a:ext>
              </a:extLst>
            </p:cNvPr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62B435C-D1B2-4C1C-B995-8D888E87C5D7}"/>
                </a:ext>
              </a:extLst>
            </p:cNvPr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262C0D94-FE17-421D-AA32-BD4AFE13E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C1607-C8B7-4B99-9DC5-3321A9E92D49}"/>
              </a:ext>
            </a:extLst>
          </p:cNvPr>
          <p:cNvGrpSpPr/>
          <p:nvPr/>
        </p:nvGrpSpPr>
        <p:grpSpPr>
          <a:xfrm>
            <a:off x="5280540" y="1755914"/>
            <a:ext cx="1275682" cy="1275682"/>
            <a:chOff x="5242440" y="1755914"/>
            <a:chExt cx="1275682" cy="1275682"/>
          </a:xfrm>
        </p:grpSpPr>
        <p:sp>
          <p:nvSpPr>
            <p:cNvPr id="124" name="Teardrop 123">
              <a:extLst>
                <a:ext uri="{FF2B5EF4-FFF2-40B4-BE49-F238E27FC236}">
                  <a16:creationId xmlns:a16="http://schemas.microsoft.com/office/drawing/2014/main" id="{A44D7BEA-70F0-4773-A72C-A5B9951D3536}"/>
                </a:ext>
              </a:extLst>
            </p:cNvPr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431DABB-47B8-4640-BD39-9CC7E2CDA115}"/>
                </a:ext>
              </a:extLst>
            </p:cNvPr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5EEDA48-5891-495E-A9A5-8AEE8394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07BE1-996E-4364-AC05-CAC8C826377C}"/>
              </a:ext>
            </a:extLst>
          </p:cNvPr>
          <p:cNvGrpSpPr/>
          <p:nvPr/>
        </p:nvGrpSpPr>
        <p:grpSpPr>
          <a:xfrm>
            <a:off x="7391281" y="1755914"/>
            <a:ext cx="1275682" cy="1275682"/>
            <a:chOff x="7353181" y="1755914"/>
            <a:chExt cx="1275682" cy="1275682"/>
          </a:xfrm>
        </p:grpSpPr>
        <p:sp>
          <p:nvSpPr>
            <p:cNvPr id="128" name="Teardrop 127">
              <a:extLst>
                <a:ext uri="{FF2B5EF4-FFF2-40B4-BE49-F238E27FC236}">
                  <a16:creationId xmlns:a16="http://schemas.microsoft.com/office/drawing/2014/main" id="{76257F1B-992C-4717-A6A2-EDE25A4F31C3}"/>
                </a:ext>
              </a:extLst>
            </p:cNvPr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B174F9-BA66-486F-BC62-F2720CED100C}"/>
                </a:ext>
              </a:extLst>
            </p:cNvPr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8BE45EE-A44E-41D8-8C13-099C1F70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4161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5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C89FF31-8612-4FD2-9987-7B2B659E4399}"/>
              </a:ext>
            </a:extLst>
          </p:cNvPr>
          <p:cNvGrpSpPr/>
          <p:nvPr/>
        </p:nvGrpSpPr>
        <p:grpSpPr>
          <a:xfrm>
            <a:off x="1590156" y="1623565"/>
            <a:ext cx="2017224" cy="2017224"/>
            <a:chOff x="1466851" y="1754971"/>
            <a:chExt cx="2362200" cy="236220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A4AD62D-BD7E-415D-B725-6AC37487928F}"/>
                </a:ext>
              </a:extLst>
            </p:cNvPr>
            <p:cNvSpPr/>
            <p:nvPr/>
          </p:nvSpPr>
          <p:spPr>
            <a:xfrm>
              <a:off x="1466851" y="1754971"/>
              <a:ext cx="2362200" cy="23622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AD995FC3-C541-42EF-8CAA-48FBA94B94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98" r="1156"/>
            <a:stretch/>
          </p:blipFill>
          <p:spPr>
            <a:xfrm>
              <a:off x="1619252" y="1907373"/>
              <a:ext cx="2057398" cy="2057396"/>
            </a:xfrm>
            <a:prstGeom prst="ellipse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58BBFA0-22AC-4630-95CF-DD11BBF46981}"/>
              </a:ext>
            </a:extLst>
          </p:cNvPr>
          <p:cNvGrpSpPr/>
          <p:nvPr/>
        </p:nvGrpSpPr>
        <p:grpSpPr>
          <a:xfrm>
            <a:off x="4287817" y="1594502"/>
            <a:ext cx="2075350" cy="2075350"/>
            <a:chOff x="4388156" y="1754971"/>
            <a:chExt cx="2362200" cy="2362200"/>
          </a:xfrm>
          <a:solidFill>
            <a:srgbClr val="03A1A4"/>
          </a:solidFill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106C475-63FF-4B88-9037-7D4296DCF408}"/>
                </a:ext>
              </a:extLst>
            </p:cNvPr>
            <p:cNvSpPr/>
            <p:nvPr/>
          </p:nvSpPr>
          <p:spPr>
            <a:xfrm>
              <a:off x="4388156" y="1754971"/>
              <a:ext cx="2362200" cy="23622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5A49D4CA-4AB4-4B81-87DF-16F4C749B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78" t="16519" r="9615" b="1982"/>
            <a:stretch/>
          </p:blipFill>
          <p:spPr>
            <a:xfrm>
              <a:off x="4540558" y="1907373"/>
              <a:ext cx="2057396" cy="2057396"/>
            </a:xfrm>
            <a:prstGeom prst="ellipse">
              <a:avLst/>
            </a:prstGeom>
            <a:grpFill/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FA7696F-3A12-4749-96EF-506789697582}"/>
              </a:ext>
            </a:extLst>
          </p:cNvPr>
          <p:cNvGrpSpPr/>
          <p:nvPr/>
        </p:nvGrpSpPr>
        <p:grpSpPr>
          <a:xfrm>
            <a:off x="7057250" y="1589351"/>
            <a:ext cx="2085652" cy="2085652"/>
            <a:chOff x="7245656" y="1754971"/>
            <a:chExt cx="2362200" cy="2362200"/>
          </a:xfrm>
          <a:solidFill>
            <a:srgbClr val="EE9524"/>
          </a:solidFill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BEA41108-70F3-44FD-9476-BB5FCAD01852}"/>
                </a:ext>
              </a:extLst>
            </p:cNvPr>
            <p:cNvSpPr/>
            <p:nvPr/>
          </p:nvSpPr>
          <p:spPr>
            <a:xfrm>
              <a:off x="7245656" y="1754971"/>
              <a:ext cx="2362200" cy="23622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70692E7A-E8C1-4231-93B0-76CAA4775D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15" r="16615"/>
            <a:stretch/>
          </p:blipFill>
          <p:spPr>
            <a:xfrm>
              <a:off x="7395187" y="1904502"/>
              <a:ext cx="2063138" cy="2063138"/>
            </a:xfrm>
            <a:prstGeom prst="ellipse">
              <a:avLst/>
            </a:prstGeom>
            <a:grpFill/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FECBB9F-A6DA-4867-8BFF-1EB9CC0E78D3}"/>
              </a:ext>
            </a:extLst>
          </p:cNvPr>
          <p:cNvGrpSpPr/>
          <p:nvPr/>
        </p:nvGrpSpPr>
        <p:grpSpPr>
          <a:xfrm>
            <a:off x="1671243" y="1589351"/>
            <a:ext cx="662608" cy="523220"/>
            <a:chOff x="668600" y="2123782"/>
            <a:chExt cx="662608" cy="5232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58FFA05-60D3-49D7-AD33-70C14A462582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F674720-AA72-463C-A9F5-CC05A31FD455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01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148DB69-DF3E-4C33-B538-AF9F73BD860D}"/>
              </a:ext>
            </a:extLst>
          </p:cNvPr>
          <p:cNvGrpSpPr/>
          <p:nvPr/>
        </p:nvGrpSpPr>
        <p:grpSpPr>
          <a:xfrm>
            <a:off x="4359048" y="1589351"/>
            <a:ext cx="662608" cy="523220"/>
            <a:chOff x="662610" y="2123782"/>
            <a:chExt cx="662608" cy="52322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ECF5359-B27A-4EA4-9470-E15A636740F1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5730238-5131-470C-B8FC-1D599D94B747}"/>
                </a:ext>
              </a:extLst>
            </p:cNvPr>
            <p:cNvSpPr txBox="1"/>
            <p:nvPr/>
          </p:nvSpPr>
          <p:spPr>
            <a:xfrm>
              <a:off x="66261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02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99227E9-EB21-4059-B513-140E8EB32283}"/>
              </a:ext>
            </a:extLst>
          </p:cNvPr>
          <p:cNvGrpSpPr/>
          <p:nvPr/>
        </p:nvGrpSpPr>
        <p:grpSpPr>
          <a:xfrm>
            <a:off x="7113378" y="1596925"/>
            <a:ext cx="662608" cy="508072"/>
            <a:chOff x="662610" y="2131356"/>
            <a:chExt cx="662608" cy="508072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6BFFE64-6C8E-4F76-92AF-FE854A15A057}"/>
                </a:ext>
              </a:extLst>
            </p:cNvPr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560E021-6D3E-44E0-9017-02F6FD846B8E}"/>
                </a:ext>
              </a:extLst>
            </p:cNvPr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03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42619BF-D98C-42FE-8077-B8745D93F239}"/>
              </a:ext>
            </a:extLst>
          </p:cNvPr>
          <p:cNvGrpSpPr/>
          <p:nvPr/>
        </p:nvGrpSpPr>
        <p:grpSpPr>
          <a:xfrm>
            <a:off x="1089803" y="4112242"/>
            <a:ext cx="3048141" cy="1452554"/>
            <a:chOff x="264581" y="4416136"/>
            <a:chExt cx="3048141" cy="1452554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7D438D1-4A2C-457A-A675-A2FFD11F8FC1}"/>
                </a:ext>
              </a:extLst>
            </p:cNvPr>
            <p:cNvSpPr txBox="1"/>
            <p:nvPr/>
          </p:nvSpPr>
          <p:spPr>
            <a:xfrm>
              <a:off x="46626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ALAN MARTIN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FA98CF0-C7D5-4BB1-AE6B-892973EDC2B3}"/>
                </a:ext>
              </a:extLst>
            </p:cNvPr>
            <p:cNvSpPr txBox="1"/>
            <p:nvPr/>
          </p:nvSpPr>
          <p:spPr>
            <a:xfrm>
              <a:off x="46626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DB9B462-21BE-4A91-8264-768F8688631E}"/>
                </a:ext>
              </a:extLst>
            </p:cNvPr>
            <p:cNvSpPr txBox="1"/>
            <p:nvPr/>
          </p:nvSpPr>
          <p:spPr>
            <a:xfrm>
              <a:off x="264581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EC238A46-6DC2-415E-858B-EDB9C705F5D2}"/>
              </a:ext>
            </a:extLst>
          </p:cNvPr>
          <p:cNvGrpSpPr/>
          <p:nvPr/>
        </p:nvGrpSpPr>
        <p:grpSpPr>
          <a:xfrm>
            <a:off x="3806113" y="4112242"/>
            <a:ext cx="3048141" cy="1452554"/>
            <a:chOff x="3143051" y="4416136"/>
            <a:chExt cx="3048141" cy="1452554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CBD766E-1FDC-47EC-AFE3-250300F9E1D4}"/>
                </a:ext>
              </a:extLst>
            </p:cNvPr>
            <p:cNvSpPr txBox="1"/>
            <p:nvPr/>
          </p:nvSpPr>
          <p:spPr>
            <a:xfrm>
              <a:off x="3344736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JHON DOE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DD83A3E-FC84-4E9E-A039-E9CA92AC9309}"/>
                </a:ext>
              </a:extLst>
            </p:cNvPr>
            <p:cNvSpPr txBox="1"/>
            <p:nvPr/>
          </p:nvSpPr>
          <p:spPr>
            <a:xfrm>
              <a:off x="3344736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4656B8D-277C-459C-8AC5-1E3C9FBF12C4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5E2E5DE-DB63-4888-A16C-FBB53DF5105F}"/>
              </a:ext>
            </a:extLst>
          </p:cNvPr>
          <p:cNvGrpSpPr/>
          <p:nvPr/>
        </p:nvGrpSpPr>
        <p:grpSpPr>
          <a:xfrm>
            <a:off x="6578020" y="4112242"/>
            <a:ext cx="3048141" cy="1452554"/>
            <a:chOff x="6191192" y="4416136"/>
            <a:chExt cx="3048141" cy="1452554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72104E9-D31B-4FE5-8105-9C439D743046}"/>
                </a:ext>
              </a:extLst>
            </p:cNvPr>
            <p:cNvSpPr txBox="1"/>
            <p:nvPr/>
          </p:nvSpPr>
          <p:spPr>
            <a:xfrm>
              <a:off x="6392877" y="4416136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D7373"/>
                  </a:solidFill>
                  <a:latin typeface="Tw Cen MT" panose="020B0602020104020603" pitchFamily="34" charset="0"/>
                </a:rPr>
                <a:t>PABLO PICASO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C9848EF-A792-46BC-8A1A-95DC4C6A8499}"/>
                </a:ext>
              </a:extLst>
            </p:cNvPr>
            <p:cNvSpPr txBox="1"/>
            <p:nvPr/>
          </p:nvSpPr>
          <p:spPr>
            <a:xfrm>
              <a:off x="6392877" y="4853747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CEO, COMPANY NAME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C21C292-71CC-48CF-BD5C-47D7BFAC5B36}"/>
                </a:ext>
              </a:extLst>
            </p:cNvPr>
            <p:cNvSpPr txBox="1"/>
            <p:nvPr/>
          </p:nvSpPr>
          <p:spPr>
            <a:xfrm>
              <a:off x="6191192" y="5222359"/>
              <a:ext cx="3048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Here Write Brief Message About Yourself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674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1FBA8A3-D6EF-42EC-AEC1-86283EED452E}"/>
              </a:ext>
            </a:extLst>
          </p:cNvPr>
          <p:cNvGrpSpPr/>
          <p:nvPr/>
        </p:nvGrpSpPr>
        <p:grpSpPr>
          <a:xfrm>
            <a:off x="1390386" y="1717392"/>
            <a:ext cx="3197225" cy="929085"/>
            <a:chOff x="764723" y="2142394"/>
            <a:chExt cx="3197225" cy="929085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0F3CBE7-0B7F-4BBC-932B-F8A1336F5066}"/>
                </a:ext>
              </a:extLst>
            </p:cNvPr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1F468DAE-4AE6-45BB-86E9-605BB3D41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4" y="2408975"/>
              <a:ext cx="398394" cy="398394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5766AE2-8191-4DD7-9F8B-FB3901844BFC}"/>
                </a:ext>
              </a:extLst>
            </p:cNvPr>
            <p:cNvSpPr txBox="1"/>
            <p:nvPr/>
          </p:nvSpPr>
          <p:spPr>
            <a:xfrm>
              <a:off x="1435200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D76257E-DD5D-4C31-B2AC-F76DC9199544}"/>
                </a:ext>
              </a:extLst>
            </p:cNvPr>
            <p:cNvSpPr txBox="1"/>
            <p:nvPr/>
          </p:nvSpPr>
          <p:spPr>
            <a:xfrm>
              <a:off x="1435200" y="2425148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C5CB2E8-B3A7-4DE0-B2CC-736365263446}"/>
              </a:ext>
            </a:extLst>
          </p:cNvPr>
          <p:cNvGrpSpPr/>
          <p:nvPr/>
        </p:nvGrpSpPr>
        <p:grpSpPr>
          <a:xfrm>
            <a:off x="1390386" y="2995413"/>
            <a:ext cx="3197225" cy="929085"/>
            <a:chOff x="764723" y="3420415"/>
            <a:chExt cx="3197225" cy="929085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CD8841C-D453-44E7-9CE2-70317BC917D2}"/>
                </a:ext>
              </a:extLst>
            </p:cNvPr>
            <p:cNvSpPr/>
            <p:nvPr/>
          </p:nvSpPr>
          <p:spPr>
            <a:xfrm>
              <a:off x="764723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4D948F-8670-4F67-B5BD-4AC06968C522}"/>
                </a:ext>
              </a:extLst>
            </p:cNvPr>
            <p:cNvSpPr txBox="1"/>
            <p:nvPr/>
          </p:nvSpPr>
          <p:spPr>
            <a:xfrm>
              <a:off x="1435200" y="3420415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120E0D6-EFA2-4A08-BFE2-DD70F47E6C48}"/>
                </a:ext>
              </a:extLst>
            </p:cNvPr>
            <p:cNvSpPr txBox="1"/>
            <p:nvPr/>
          </p:nvSpPr>
          <p:spPr>
            <a:xfrm>
              <a:off x="1435200" y="3703169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CC4EB96D-DFD9-40AE-890E-7DA16AF16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748" y="3713190"/>
              <a:ext cx="346006" cy="346006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AF9A856-B862-439D-AB2D-28527B3BC76B}"/>
              </a:ext>
            </a:extLst>
          </p:cNvPr>
          <p:cNvGrpSpPr/>
          <p:nvPr/>
        </p:nvGrpSpPr>
        <p:grpSpPr>
          <a:xfrm>
            <a:off x="1390386" y="4273434"/>
            <a:ext cx="3197225" cy="929085"/>
            <a:chOff x="764723" y="4698436"/>
            <a:chExt cx="3197225" cy="929085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B8AFB94-C2E3-487E-AE72-2D519C605F72}"/>
                </a:ext>
              </a:extLst>
            </p:cNvPr>
            <p:cNvSpPr/>
            <p:nvPr/>
          </p:nvSpPr>
          <p:spPr>
            <a:xfrm>
              <a:off x="764723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4E1E449-1505-4788-9575-E71478300712}"/>
                </a:ext>
              </a:extLst>
            </p:cNvPr>
            <p:cNvSpPr txBox="1"/>
            <p:nvPr/>
          </p:nvSpPr>
          <p:spPr>
            <a:xfrm>
              <a:off x="1435200" y="4698436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EAC8E37-8B3C-4F8F-AC92-FAC65925ACC6}"/>
                </a:ext>
              </a:extLst>
            </p:cNvPr>
            <p:cNvSpPr txBox="1"/>
            <p:nvPr/>
          </p:nvSpPr>
          <p:spPr>
            <a:xfrm>
              <a:off x="1435200" y="4981190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8A5A61FB-CA64-4580-801C-AD3884078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3" y="4977083"/>
              <a:ext cx="398396" cy="398396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43BC266-D040-419D-B713-FBC99952FADF}"/>
              </a:ext>
            </a:extLst>
          </p:cNvPr>
          <p:cNvGrpSpPr/>
          <p:nvPr/>
        </p:nvGrpSpPr>
        <p:grpSpPr>
          <a:xfrm>
            <a:off x="5130290" y="2995413"/>
            <a:ext cx="3197225" cy="929085"/>
            <a:chOff x="4504627" y="3420415"/>
            <a:chExt cx="3197225" cy="929085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F70E9A6-B0EA-49B3-9490-7C7B09ACEE67}"/>
                </a:ext>
              </a:extLst>
            </p:cNvPr>
            <p:cNvSpPr/>
            <p:nvPr/>
          </p:nvSpPr>
          <p:spPr>
            <a:xfrm>
              <a:off x="4504627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C9AE74-6ECE-4642-85A1-879B902A0C00}"/>
                </a:ext>
              </a:extLst>
            </p:cNvPr>
            <p:cNvSpPr txBox="1"/>
            <p:nvPr/>
          </p:nvSpPr>
          <p:spPr>
            <a:xfrm>
              <a:off x="5175104" y="3420415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0EE840-57C5-45A8-AB89-BA57CE453AA8}"/>
                </a:ext>
              </a:extLst>
            </p:cNvPr>
            <p:cNvSpPr txBox="1"/>
            <p:nvPr/>
          </p:nvSpPr>
          <p:spPr>
            <a:xfrm>
              <a:off x="5175104" y="3703169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8C55931-7730-4132-AB43-DEC401084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37" y="3678575"/>
              <a:ext cx="415236" cy="415236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0E3BF0A-B04D-4316-B447-549B31994A65}"/>
              </a:ext>
            </a:extLst>
          </p:cNvPr>
          <p:cNvGrpSpPr/>
          <p:nvPr/>
        </p:nvGrpSpPr>
        <p:grpSpPr>
          <a:xfrm>
            <a:off x="5130290" y="4273434"/>
            <a:ext cx="3197225" cy="929085"/>
            <a:chOff x="4504627" y="4698436"/>
            <a:chExt cx="3197225" cy="929085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1B892CB-2087-4B4E-9D9A-135A090D8BBA}"/>
                </a:ext>
              </a:extLst>
            </p:cNvPr>
            <p:cNvSpPr/>
            <p:nvPr/>
          </p:nvSpPr>
          <p:spPr>
            <a:xfrm>
              <a:off x="4504627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F1E812C-21E1-4AE8-8492-7C26987E24F5}"/>
                </a:ext>
              </a:extLst>
            </p:cNvPr>
            <p:cNvSpPr txBox="1"/>
            <p:nvPr/>
          </p:nvSpPr>
          <p:spPr>
            <a:xfrm>
              <a:off x="5175104" y="4698436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9E48791-F83A-43C2-91A4-5459684E27A3}"/>
                </a:ext>
              </a:extLst>
            </p:cNvPr>
            <p:cNvSpPr txBox="1"/>
            <p:nvPr/>
          </p:nvSpPr>
          <p:spPr>
            <a:xfrm>
              <a:off x="5175104" y="4981190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998D37B-EE23-4400-B3FB-AE622C2B4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4967369"/>
              <a:ext cx="336986" cy="336986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922994-56F7-4E3F-BBC4-41F24AED21E0}"/>
              </a:ext>
            </a:extLst>
          </p:cNvPr>
          <p:cNvGrpSpPr/>
          <p:nvPr/>
        </p:nvGrpSpPr>
        <p:grpSpPr>
          <a:xfrm>
            <a:off x="5130290" y="1717392"/>
            <a:ext cx="3197225" cy="929085"/>
            <a:chOff x="4504627" y="2142394"/>
            <a:chExt cx="3197225" cy="929085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B44027A-8946-45E7-8F11-28B2EA7E8E3E}"/>
                </a:ext>
              </a:extLst>
            </p:cNvPr>
            <p:cNvSpPr/>
            <p:nvPr/>
          </p:nvSpPr>
          <p:spPr>
            <a:xfrm>
              <a:off x="4504627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4EED872-529B-476D-A042-AF8799EED2BA}"/>
                </a:ext>
              </a:extLst>
            </p:cNvPr>
            <p:cNvSpPr txBox="1"/>
            <p:nvPr/>
          </p:nvSpPr>
          <p:spPr>
            <a:xfrm>
              <a:off x="5175104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6E35B1E-3A73-441C-8AB0-F2D52796F64F}"/>
                </a:ext>
              </a:extLst>
            </p:cNvPr>
            <p:cNvSpPr txBox="1"/>
            <p:nvPr/>
          </p:nvSpPr>
          <p:spPr>
            <a:xfrm>
              <a:off x="5175104" y="2425148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Here you need to add some brief about the service that your company is providing currently</a:t>
              </a:r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F7189829-FB67-42A0-ADC4-78F2C37FD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2447925"/>
              <a:ext cx="320494" cy="3204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3606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447503" cy="6858000"/>
            <a:chOff x="213096" y="0"/>
            <a:chExt cx="1144750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1" y="31058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services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1786364" y="0"/>
            <a:ext cx="11335017" cy="6858000"/>
            <a:chOff x="-10744545" y="-1"/>
            <a:chExt cx="11335017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10744545" y="-1"/>
              <a:ext cx="11331017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89608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follow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8FADE7-5D32-410A-A514-EBA4D18E520D}"/>
              </a:ext>
            </a:extLst>
          </p:cNvPr>
          <p:cNvGrpSpPr/>
          <p:nvPr/>
        </p:nvGrpSpPr>
        <p:grpSpPr>
          <a:xfrm>
            <a:off x="522514" y="3966907"/>
            <a:ext cx="2336800" cy="1390243"/>
            <a:chOff x="979714" y="4445001"/>
            <a:chExt cx="2336800" cy="139024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855102-5892-4791-81C6-1D3099286A62}"/>
                </a:ext>
              </a:extLst>
            </p:cNvPr>
            <p:cNvSpPr txBox="1"/>
            <p:nvPr/>
          </p:nvSpPr>
          <p:spPr>
            <a:xfrm>
              <a:off x="97971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03A1A4"/>
                  </a:solidFill>
                  <a:latin typeface="Tw Cen MT" panose="020B0602020104020603" pitchFamily="34" charset="0"/>
                </a:rPr>
                <a:t>8M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001AFB-5833-4302-85EB-700F4F764C00}"/>
                </a:ext>
              </a:extLst>
            </p:cNvPr>
            <p:cNvSpPr txBox="1"/>
            <p:nvPr/>
          </p:nvSpPr>
          <p:spPr>
            <a:xfrm>
              <a:off x="97971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82C6EF-E9DE-4923-8019-398DA581487A}"/>
              </a:ext>
            </a:extLst>
          </p:cNvPr>
          <p:cNvGrpSpPr/>
          <p:nvPr/>
        </p:nvGrpSpPr>
        <p:grpSpPr>
          <a:xfrm>
            <a:off x="3172584" y="3966907"/>
            <a:ext cx="2336800" cy="1390243"/>
            <a:chOff x="3629784" y="4445001"/>
            <a:chExt cx="2336800" cy="139024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C3DF4E-CC11-4211-B94C-CFD06DD21505}"/>
                </a:ext>
              </a:extLst>
            </p:cNvPr>
            <p:cNvSpPr txBox="1"/>
            <p:nvPr/>
          </p:nvSpPr>
          <p:spPr>
            <a:xfrm>
              <a:off x="362978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EF3078"/>
                  </a:solidFill>
                  <a:latin typeface="Tw Cen MT" panose="020B0602020104020603" pitchFamily="34" charset="0"/>
                </a:rPr>
                <a:t>6M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7D5A51-0B28-44B2-9458-2EC47846B480}"/>
                </a:ext>
              </a:extLst>
            </p:cNvPr>
            <p:cNvSpPr txBox="1"/>
            <p:nvPr/>
          </p:nvSpPr>
          <p:spPr>
            <a:xfrm>
              <a:off x="362978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EA83BA-280C-4216-B80C-C3082D2456C8}"/>
              </a:ext>
            </a:extLst>
          </p:cNvPr>
          <p:cNvGrpSpPr/>
          <p:nvPr/>
        </p:nvGrpSpPr>
        <p:grpSpPr>
          <a:xfrm>
            <a:off x="5822654" y="3966907"/>
            <a:ext cx="2336800" cy="1390243"/>
            <a:chOff x="6279854" y="4445001"/>
            <a:chExt cx="2336800" cy="139024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D3A4AD-1059-4193-95F4-99D7FB3C3390}"/>
                </a:ext>
              </a:extLst>
            </p:cNvPr>
            <p:cNvSpPr txBox="1"/>
            <p:nvPr/>
          </p:nvSpPr>
          <p:spPr>
            <a:xfrm>
              <a:off x="6279854" y="4445001"/>
              <a:ext cx="2336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92D050"/>
                  </a:solidFill>
                  <a:latin typeface="Tw Cen MT" panose="020B0602020104020603" pitchFamily="34" charset="0"/>
                </a:rPr>
                <a:t>7M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2CAFD3-83DC-4745-BD2C-AA8DD0D735B7}"/>
                </a:ext>
              </a:extLst>
            </p:cNvPr>
            <p:cNvSpPr txBox="1"/>
            <p:nvPr/>
          </p:nvSpPr>
          <p:spPr>
            <a:xfrm>
              <a:off x="6279854" y="5127358"/>
              <a:ext cx="2336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A6A6A6"/>
                  </a:solidFill>
                  <a:latin typeface="Tw Cen MT" panose="020B0602020104020603" pitchFamily="34" charset="0"/>
                </a:rPr>
                <a:t>Add Some Brief Text Here to Explain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6A51F-32BC-47D1-9A81-487036B42B97}"/>
              </a:ext>
            </a:extLst>
          </p:cNvPr>
          <p:cNvGrpSpPr/>
          <p:nvPr/>
        </p:nvGrpSpPr>
        <p:grpSpPr>
          <a:xfrm>
            <a:off x="3439718" y="1875469"/>
            <a:ext cx="1802532" cy="1802532"/>
            <a:chOff x="3753155" y="2209800"/>
            <a:chExt cx="2090058" cy="209005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759DD56-9161-4A22-8660-0AAFD5155B24}"/>
                </a:ext>
              </a:extLst>
            </p:cNvPr>
            <p:cNvSpPr/>
            <p:nvPr/>
          </p:nvSpPr>
          <p:spPr>
            <a:xfrm>
              <a:off x="3753155" y="2209800"/>
              <a:ext cx="2090058" cy="2090058"/>
            </a:xfrm>
            <a:prstGeom prst="ellipse">
              <a:avLst/>
            </a:prstGeom>
            <a:solidFill>
              <a:srgbClr val="EF30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9B542F8B-7358-4AD5-9F27-D4CDC7236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4418" y="2611063"/>
              <a:ext cx="1287532" cy="1287532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7A792EE-2433-4D86-A7D5-1FB0D3F9E4D8}"/>
              </a:ext>
            </a:extLst>
          </p:cNvPr>
          <p:cNvGrpSpPr/>
          <p:nvPr/>
        </p:nvGrpSpPr>
        <p:grpSpPr>
          <a:xfrm>
            <a:off x="6038027" y="1869840"/>
            <a:ext cx="1813790" cy="1813790"/>
            <a:chOff x="6403225" y="2209800"/>
            <a:chExt cx="2090058" cy="209005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A516301-84E4-4DC6-A056-8024955CA570}"/>
                </a:ext>
              </a:extLst>
            </p:cNvPr>
            <p:cNvSpPr/>
            <p:nvPr/>
          </p:nvSpPr>
          <p:spPr>
            <a:xfrm>
              <a:off x="6403225" y="2209800"/>
              <a:ext cx="2090058" cy="209005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0A6E8F-8715-4A45-8091-41BC89D62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3245" y="2611063"/>
              <a:ext cx="1287532" cy="128753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1CAD7B-D8C7-4ACB-BAAD-C11ECF75DF45}"/>
              </a:ext>
            </a:extLst>
          </p:cNvPr>
          <p:cNvGrpSpPr/>
          <p:nvPr/>
        </p:nvGrpSpPr>
        <p:grpSpPr>
          <a:xfrm>
            <a:off x="789648" y="1875469"/>
            <a:ext cx="1802532" cy="1802532"/>
            <a:chOff x="1103085" y="2209800"/>
            <a:chExt cx="2090058" cy="20900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4BCF60-284B-4512-A374-E284A563EFB1}"/>
                </a:ext>
              </a:extLst>
            </p:cNvPr>
            <p:cNvSpPr/>
            <p:nvPr/>
          </p:nvSpPr>
          <p:spPr>
            <a:xfrm>
              <a:off x="1103085" y="2209800"/>
              <a:ext cx="2090058" cy="2090058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88307B7-2C0C-4003-9659-402583C1B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4348" y="2611063"/>
              <a:ext cx="1287532" cy="1287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9746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617</Words>
  <Application>Microsoft Office PowerPoint</Application>
  <PresentationFormat>Widescreen</PresentationFormat>
  <Paragraphs>224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Tw Cen MT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triad moko</cp:lastModifiedBy>
  <cp:revision>71</cp:revision>
  <dcterms:created xsi:type="dcterms:W3CDTF">2017-01-05T13:17:27Z</dcterms:created>
  <dcterms:modified xsi:type="dcterms:W3CDTF">2021-02-09T13:45:20Z</dcterms:modified>
</cp:coreProperties>
</file>