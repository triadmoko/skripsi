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4" r:id="rId2"/>
    <p:sldId id="268" r:id="rId3"/>
    <p:sldId id="269" r:id="rId4"/>
    <p:sldId id="276" r:id="rId5"/>
    <p:sldId id="274" r:id="rId6"/>
    <p:sldId id="275" r:id="rId7"/>
    <p:sldId id="284" r:id="rId8"/>
    <p:sldId id="285" r:id="rId9"/>
    <p:sldId id="286" r:id="rId10"/>
    <p:sldId id="287" r:id="rId11"/>
    <p:sldId id="270" r:id="rId12"/>
    <p:sldId id="271" r:id="rId13"/>
    <p:sldId id="272" r:id="rId14"/>
    <p:sldId id="273" r:id="rId15"/>
    <p:sldId id="277" r:id="rId16"/>
    <p:sldId id="278" r:id="rId17"/>
    <p:sldId id="279" r:id="rId18"/>
    <p:sldId id="280" r:id="rId19"/>
    <p:sldId id="281" r:id="rId20"/>
    <p:sldId id="282" r:id="rId21"/>
    <p:sldId id="283" r:id="rId2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A0A8"/>
    <a:srgbClr val="92D050"/>
    <a:srgbClr val="5D7373"/>
    <a:srgbClr val="F0EEF0"/>
    <a:srgbClr val="FFC730"/>
    <a:srgbClr val="52CDC0"/>
    <a:srgbClr val="FF5969"/>
    <a:srgbClr val="FEC630"/>
    <a:srgbClr val="52CBBE"/>
    <a:srgbClr val="52C9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691" autoAdjust="0"/>
    <p:restoredTop sz="94660"/>
  </p:normalViewPr>
  <p:slideViewPr>
    <p:cSldViewPr snapToGrid="0">
      <p:cViewPr varScale="1">
        <p:scale>
          <a:sx n="69" d="100"/>
          <a:sy n="69" d="100"/>
        </p:scale>
        <p:origin x="834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lang="en-US" sz="1600" b="1" i="0" u="none" strike="noStrike" kern="1200" cap="all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FASILITAS PEMBELAJARAN JARAK JAUH</a:t>
            </a:r>
          </a:p>
        </c:rich>
      </c:tx>
      <c:layout>
        <c:manualLayout>
          <c:xMode val="edge"/>
          <c:yMode val="edge"/>
          <c:x val="0.12464555052790301"/>
          <c:y val="5.1291874230007001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1600" b="1" i="0" u="none" strike="noStrike" kern="1200" cap="all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Fasilitas Pembelajaran Jarak jauh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>
                <a:noFill/>
              </a:ln>
              <a:effectLst>
                <a:outerShdw blurRad="63500" sx="102000" sy="102000" algn="ctr" rotWithShape="0">
                  <a:prstClr val="black">
                    <a:alpha val="2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1-ECB2-4E1E-92BE-53D42D662E09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>
                <a:noFill/>
              </a:ln>
              <a:effectLst>
                <a:outerShdw blurRad="63500" sx="102000" sy="102000" algn="ctr" rotWithShape="0">
                  <a:prstClr val="black">
                    <a:alpha val="2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3-ECB2-4E1E-92BE-53D42D662E09}"/>
              </c:ext>
            </c:extLst>
          </c:dPt>
          <c:dLbls>
            <c:dLbl>
              <c:idx val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lang="en-US" sz="1000" b="1" i="0" u="none" strike="noStrike" kern="1200" spc="0" baseline="0">
                      <a:solidFill>
                        <a:schemeClr val="accent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outEnd"/>
              <c:showLegendKey val="0"/>
              <c:showVal val="0"/>
              <c:showCatName val="1"/>
              <c:showSerName val="0"/>
              <c:showPercent val="1"/>
              <c:showBubbleSize val="0"/>
              <c:separator>
</c:separator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ECB2-4E1E-92BE-53D42D662E09}"/>
                </c:ext>
              </c:extLst>
            </c:dLbl>
            <c:dLbl>
              <c:idx val="1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lang="en-US" sz="1000" b="1" i="0" u="none" strike="noStrike" kern="1200" spc="0" baseline="0">
                      <a:solidFill>
                        <a:schemeClr val="accent2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outEnd"/>
              <c:showLegendKey val="0"/>
              <c:showVal val="0"/>
              <c:showCatName val="1"/>
              <c:showSerName val="0"/>
              <c:showPercent val="1"/>
              <c:showBubbleSize val="0"/>
              <c:separator>
</c:separator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ECB2-4E1E-92BE-53D42D662E09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US" sz="1000" b="1" i="0" u="none" strike="noStrike" kern="1200" spc="0" baseline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0"/>
            <c:showCatName val="1"/>
            <c:showSerName val="0"/>
            <c:showPercent val="1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Sheet1!$A$2:$A$3</c:f>
              <c:strCache>
                <c:ptCount val="2"/>
                <c:pt idx="0">
                  <c:v>Memadai</c:v>
                </c:pt>
                <c:pt idx="1">
                  <c:v>Tidak Memadai</c:v>
                </c:pt>
              </c:strCache>
            </c:strRef>
          </c:cat>
          <c:val>
            <c:numRef>
              <c:f>Sheet1!$B$2:$B$3</c:f>
              <c:numCache>
                <c:formatCode>0.00%</c:formatCode>
                <c:ptCount val="2"/>
                <c:pt idx="0">
                  <c:v>0.62529999999999997</c:v>
                </c:pt>
                <c:pt idx="1">
                  <c:v>0.37469999999999998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ECB2-4E1E-92BE-53D42D662E09}"/>
            </c:ext>
          </c:extLst>
        </c:ser>
        <c:dLbls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lang="en-US"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9">
  <cs:axisTitle>
    <cs:lnRef idx="0"/>
    <cs:fillRef idx="0"/>
    <cs:effectRef idx="0"/>
    <cs:fontRef idx="minor">
      <a:schemeClr val="tx1">
        <a:lumMod val="65000"/>
        <a:lumOff val="35000"/>
      </a:schemeClr>
    </cs:fontRef>
    <cs:defRPr sz="900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cs:styleClr val="auto"/>
    </cs:fontRef>
    <cs:defRPr sz="1000" b="1" i="0" u="none" strike="noStrike" kern="1200" spc="0" baseline="0"/>
  </cs:dataLabel>
  <cs:dataLabelCallout>
    <cs:lnRef idx="0">
      <cs:styleClr val="auto"/>
    </cs:lnRef>
    <cs:fillRef idx="0"/>
    <cs:effectRef idx="0"/>
    <cs:fontRef idx="minor">
      <cs:styleClr val="auto"/>
    </cs:fontRef>
    <cs:spPr>
      <a:solidFill>
        <a:schemeClr val="lt1"/>
      </a:solidFill>
      <a:ln>
        <a:solidFill>
          <a:schemeClr val="phClr"/>
        </a:solidFill>
      </a:ln>
    </cs:spPr>
    <cs:defRPr sz="1000" b="1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effectLst>
        <a:outerShdw blurRad="63500" sx="102000" sy="102000" algn="ctr" rotWithShape="0">
          <a:prstClr val="black">
            <a:alpha val="20000"/>
          </a:prstClr>
        </a:outerShdw>
      </a:effectLst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effectLst>
        <a:outerShdw blurRad="88900" sx="102000" sy="102000" algn="ctr" rotWithShape="0">
          <a:prstClr val="black">
            <a:alpha val="10000"/>
          </a:prstClr>
        </a:outerShdw>
      </a:effectLst>
      <a:scene3d>
        <a:camera prst="orthographicFront"/>
        <a:lightRig rig="threePt" dir="t"/>
      </a:scene3d>
      <a:sp3d>
        <a:bevelT w="127000" h="127000"/>
        <a:bevelB w="127000" h="127000"/>
      </a:sp3d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600" b="1" kern="1200" cap="all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Formatvorlage des Untertitelmasters durch Klicken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DFAF59-80FD-42F8-B77B-6179688B7234}" type="datetimeFigureOut">
              <a:rPr lang="de-DE" smtClean="0"/>
              <a:t>10.02.2021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489FD0-501B-4C6F-9CB2-8996B7BF4EFE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603647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DFAF59-80FD-42F8-B77B-6179688B7234}" type="datetimeFigureOut">
              <a:rPr lang="de-DE" smtClean="0"/>
              <a:t>10.02.2021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489FD0-501B-4C6F-9CB2-8996B7BF4EFE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746772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DFAF59-80FD-42F8-B77B-6179688B7234}" type="datetimeFigureOut">
              <a:rPr lang="de-DE" smtClean="0"/>
              <a:t>10.02.2021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489FD0-501B-4C6F-9CB2-8996B7BF4EFE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253617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DFAF59-80FD-42F8-B77B-6179688B7234}" type="datetimeFigureOut">
              <a:rPr lang="de-DE" smtClean="0"/>
              <a:t>10.02.2021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489FD0-501B-4C6F-9CB2-8996B7BF4EFE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940367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DFAF59-80FD-42F8-B77B-6179688B7234}" type="datetimeFigureOut">
              <a:rPr lang="de-DE" smtClean="0"/>
              <a:t>10.02.2021</a:t>
            </a:fld>
            <a:endParaRPr lang="de-DE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489FD0-501B-4C6F-9CB2-8996B7BF4EFE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137706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DFAF59-80FD-42F8-B77B-6179688B7234}" type="datetimeFigureOut">
              <a:rPr lang="de-DE" smtClean="0"/>
              <a:t>10.02.2021</a:t>
            </a:fld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489FD0-501B-4C6F-9CB2-8996B7BF4EFE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403319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DFAF59-80FD-42F8-B77B-6179688B7234}" type="datetimeFigureOut">
              <a:rPr lang="de-DE" smtClean="0"/>
              <a:t>10.02.2021</a:t>
            </a:fld>
            <a:endParaRPr lang="de-DE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489FD0-501B-4C6F-9CB2-8996B7BF4EFE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619568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DFAF59-80FD-42F8-B77B-6179688B7234}" type="datetimeFigureOut">
              <a:rPr lang="de-DE" smtClean="0"/>
              <a:t>10.02.2021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489FD0-501B-4C6F-9CB2-8996B7BF4EFE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16004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Bildplatzhalt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DFAF59-80FD-42F8-B77B-6179688B7234}" type="datetimeFigureOut">
              <a:rPr lang="de-DE" smtClean="0"/>
              <a:t>10.02.2021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489FD0-501B-4C6F-9CB2-8996B7BF4EFE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268987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DFAF59-80FD-42F8-B77B-6179688B7234}" type="datetimeFigureOut">
              <a:rPr lang="de-DE" smtClean="0"/>
              <a:t>10.02.2021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489FD0-501B-4C6F-9CB2-8996B7BF4EFE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466359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DFAF59-80FD-42F8-B77B-6179688B7234}" type="datetimeFigureOut">
              <a:rPr lang="de-DE" smtClean="0"/>
              <a:t>10.02.2021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489FD0-501B-4C6F-9CB2-8996B7BF4EFE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471114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EE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DFAF59-80FD-42F8-B77B-6179688B7234}" type="datetimeFigureOut">
              <a:rPr lang="de-DE" smtClean="0"/>
              <a:t>10.02.2021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4489FD0-501B-4C6F-9CB2-8996B7BF4EFE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318752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svg"/><Relationship Id="rId13" Type="http://schemas.openxmlformats.org/officeDocument/2006/relationships/image" Target="../media/image15.sv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svg"/><Relationship Id="rId11" Type="http://schemas.openxmlformats.org/officeDocument/2006/relationships/image" Target="../media/image13.svg"/><Relationship Id="rId5" Type="http://schemas.openxmlformats.org/officeDocument/2006/relationships/image" Target="../media/image8.png"/><Relationship Id="rId10" Type="http://schemas.openxmlformats.org/officeDocument/2006/relationships/image" Target="../media/image12.png"/><Relationship Id="rId4" Type="http://schemas.openxmlformats.org/officeDocument/2006/relationships/image" Target="../media/image7.svg"/><Relationship Id="rId9" Type="http://schemas.openxmlformats.org/officeDocument/2006/relationships/chart" Target="../charts/char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2.png"/><Relationship Id="rId7" Type="http://schemas.openxmlformats.org/officeDocument/2006/relationships/image" Target="../media/image17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11" Type="http://schemas.openxmlformats.org/officeDocument/2006/relationships/image" Target="../media/image21.svg"/><Relationship Id="rId5" Type="http://schemas.openxmlformats.org/officeDocument/2006/relationships/image" Target="../media/image4.png"/><Relationship Id="rId10" Type="http://schemas.openxmlformats.org/officeDocument/2006/relationships/image" Target="../media/image20.png"/><Relationship Id="rId4" Type="http://schemas.openxmlformats.org/officeDocument/2006/relationships/image" Target="../media/image3.png"/><Relationship Id="rId9" Type="http://schemas.openxmlformats.org/officeDocument/2006/relationships/image" Target="../media/image19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4.jpg"/><Relationship Id="rId4" Type="http://schemas.openxmlformats.org/officeDocument/2006/relationships/image" Target="../media/image23.jp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4.jpg"/><Relationship Id="rId4" Type="http://schemas.openxmlformats.org/officeDocument/2006/relationships/image" Target="../media/image23.jp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Box 49">
            <a:extLst>
              <a:ext uri="{FF2B5EF4-FFF2-40B4-BE49-F238E27FC236}">
                <a16:creationId xmlns:a16="http://schemas.microsoft.com/office/drawing/2014/main" id="{9EB0FD16-689C-476C-8309-C7173C257513}"/>
              </a:ext>
            </a:extLst>
          </p:cNvPr>
          <p:cNvSpPr txBox="1"/>
          <p:nvPr/>
        </p:nvSpPr>
        <p:spPr>
          <a:xfrm>
            <a:off x="2440348" y="1324437"/>
            <a:ext cx="727891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0" dirty="0" err="1">
                <a:solidFill>
                  <a:srgbClr val="FF5969"/>
                </a:solidFill>
                <a:latin typeface="Tw Cen MT" panose="020B0602020104020603" pitchFamily="34" charset="0"/>
              </a:rPr>
              <a:t>Selamat</a:t>
            </a:r>
            <a:r>
              <a:rPr lang="en-US" sz="8000" dirty="0">
                <a:solidFill>
                  <a:srgbClr val="FF5969"/>
                </a:solidFill>
                <a:latin typeface="Tw Cen MT" panose="020B0602020104020603" pitchFamily="34" charset="0"/>
              </a:rPr>
              <a:t> </a:t>
            </a:r>
            <a:r>
              <a:rPr lang="en-US" sz="8000" dirty="0" err="1">
                <a:solidFill>
                  <a:srgbClr val="FF5969"/>
                </a:solidFill>
                <a:latin typeface="Tw Cen MT" panose="020B0602020104020603" pitchFamily="34" charset="0"/>
              </a:rPr>
              <a:t>Datang</a:t>
            </a:r>
            <a:endParaRPr lang="en-US" sz="8000" dirty="0">
              <a:solidFill>
                <a:srgbClr val="FF5969"/>
              </a:solidFill>
              <a:latin typeface="Tw Cen MT" panose="020B0602020104020603" pitchFamily="34" charset="0"/>
            </a:endParaRPr>
          </a:p>
        </p:txBody>
      </p:sp>
      <p:grpSp>
        <p:nvGrpSpPr>
          <p:cNvPr id="51" name="Group 50">
            <a:extLst>
              <a:ext uri="{FF2B5EF4-FFF2-40B4-BE49-F238E27FC236}">
                <a16:creationId xmlns:a16="http://schemas.microsoft.com/office/drawing/2014/main" id="{312CB825-EAFB-4901-8C7E-D5477E0D31C8}"/>
              </a:ext>
            </a:extLst>
          </p:cNvPr>
          <p:cNvGrpSpPr/>
          <p:nvPr/>
        </p:nvGrpSpPr>
        <p:grpSpPr>
          <a:xfrm>
            <a:off x="4009528" y="3904109"/>
            <a:ext cx="4140553" cy="451824"/>
            <a:chOff x="4679586" y="878988"/>
            <a:chExt cx="1745757" cy="190500"/>
          </a:xfrm>
        </p:grpSpPr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A88C5CD2-8D88-4E1A-968C-C3E256B4316C}"/>
                </a:ext>
              </a:extLst>
            </p:cNvPr>
            <p:cNvSpPr/>
            <p:nvPr/>
          </p:nvSpPr>
          <p:spPr>
            <a:xfrm>
              <a:off x="4679586" y="878988"/>
              <a:ext cx="190500" cy="190500"/>
            </a:xfrm>
            <a:prstGeom prst="ellipse">
              <a:avLst/>
            </a:prstGeom>
            <a:solidFill>
              <a:srgbClr val="FF596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39CA212B-3524-454E-9129-17FD0E8983F0}"/>
                </a:ext>
              </a:extLst>
            </p:cNvPr>
            <p:cNvSpPr/>
            <p:nvPr/>
          </p:nvSpPr>
          <p:spPr>
            <a:xfrm>
              <a:off x="4990736" y="878988"/>
              <a:ext cx="190500" cy="190500"/>
            </a:xfrm>
            <a:prstGeom prst="ellipse">
              <a:avLst/>
            </a:prstGeom>
            <a:solidFill>
              <a:srgbClr val="52CBB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6487D07D-4424-43AA-9CF5-4A04A38B6C2D}"/>
                </a:ext>
              </a:extLst>
            </p:cNvPr>
            <p:cNvSpPr/>
            <p:nvPr/>
          </p:nvSpPr>
          <p:spPr>
            <a:xfrm>
              <a:off x="5301522" y="878988"/>
              <a:ext cx="190500" cy="190500"/>
            </a:xfrm>
            <a:prstGeom prst="ellipse">
              <a:avLst/>
            </a:prstGeom>
            <a:solidFill>
              <a:srgbClr val="FEC63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51E021E3-C26E-4AB9-81EB-239E3D1BBAB2}"/>
                </a:ext>
              </a:extLst>
            </p:cNvPr>
            <p:cNvSpPr/>
            <p:nvPr/>
          </p:nvSpPr>
          <p:spPr>
            <a:xfrm>
              <a:off x="5612308" y="878988"/>
              <a:ext cx="190500" cy="190500"/>
            </a:xfrm>
            <a:prstGeom prst="ellipse">
              <a:avLst/>
            </a:prstGeom>
            <a:solidFill>
              <a:srgbClr val="5D737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85AD4D6E-2D38-486B-8F61-738D1E4773C2}"/>
                </a:ext>
              </a:extLst>
            </p:cNvPr>
            <p:cNvSpPr/>
            <p:nvPr/>
          </p:nvSpPr>
          <p:spPr>
            <a:xfrm>
              <a:off x="5923575" y="878988"/>
              <a:ext cx="190500" cy="190500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Oval 58">
              <a:extLst>
                <a:ext uri="{FF2B5EF4-FFF2-40B4-BE49-F238E27FC236}">
                  <a16:creationId xmlns:a16="http://schemas.microsoft.com/office/drawing/2014/main" id="{D88F111D-10A0-4CCB-B20B-B33508AA6193}"/>
                </a:ext>
              </a:extLst>
            </p:cNvPr>
            <p:cNvSpPr/>
            <p:nvPr/>
          </p:nvSpPr>
          <p:spPr>
            <a:xfrm>
              <a:off x="6234843" y="878988"/>
              <a:ext cx="190500" cy="190500"/>
            </a:xfrm>
            <a:prstGeom prst="ellipse">
              <a:avLst/>
            </a:prstGeom>
            <a:solidFill>
              <a:srgbClr val="00A0A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7" name="TextBox 56">
            <a:extLst>
              <a:ext uri="{FF2B5EF4-FFF2-40B4-BE49-F238E27FC236}">
                <a16:creationId xmlns:a16="http://schemas.microsoft.com/office/drawing/2014/main" id="{4F202974-31A3-4642-B671-F0DBBB7B4663}"/>
              </a:ext>
            </a:extLst>
          </p:cNvPr>
          <p:cNvSpPr txBox="1"/>
          <p:nvPr/>
        </p:nvSpPr>
        <p:spPr>
          <a:xfrm>
            <a:off x="2456542" y="2600991"/>
            <a:ext cx="7278915" cy="7232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100" dirty="0">
                <a:solidFill>
                  <a:srgbClr val="52CBBE"/>
                </a:solidFill>
                <a:latin typeface="Tw Cen MT" panose="020B0602020104020603" pitchFamily="34" charset="0"/>
              </a:rPr>
              <a:t>Seminar Proposal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C55D155-9CD5-4A33-BBDF-46ED14D9B8A7}"/>
              </a:ext>
            </a:extLst>
          </p:cNvPr>
          <p:cNvSpPr txBox="1"/>
          <p:nvPr/>
        </p:nvSpPr>
        <p:spPr>
          <a:xfrm>
            <a:off x="2456542" y="2592253"/>
            <a:ext cx="7278915" cy="7232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100" dirty="0">
                <a:solidFill>
                  <a:srgbClr val="52CBBE"/>
                </a:solidFill>
                <a:latin typeface="Tw Cen MT" panose="020B0602020104020603" pitchFamily="34" charset="0"/>
              </a:rPr>
              <a:t>Seminar Proposal</a:t>
            </a:r>
          </a:p>
        </p:txBody>
      </p:sp>
    </p:spTree>
    <p:extLst>
      <p:ext uri="{BB962C8B-B14F-4D97-AF65-F5344CB8AC3E}">
        <p14:creationId xmlns:p14="http://schemas.microsoft.com/office/powerpoint/2010/main" val="75866100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2" name="Group 81">
            <a:extLst>
              <a:ext uri="{FF2B5EF4-FFF2-40B4-BE49-F238E27FC236}">
                <a16:creationId xmlns:a16="http://schemas.microsoft.com/office/drawing/2014/main" id="{A14E1B91-C212-4889-8705-49BCDB383225}"/>
              </a:ext>
            </a:extLst>
          </p:cNvPr>
          <p:cNvGrpSpPr/>
          <p:nvPr/>
        </p:nvGrpSpPr>
        <p:grpSpPr>
          <a:xfrm>
            <a:off x="2173236" y="1841973"/>
            <a:ext cx="7845528" cy="4693687"/>
            <a:chOff x="2265963" y="2342679"/>
            <a:chExt cx="7845528" cy="3407129"/>
          </a:xfrm>
        </p:grpSpPr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A94C4F95-2EDE-46B0-8B26-C72D6D3C8DB3}"/>
                </a:ext>
              </a:extLst>
            </p:cNvPr>
            <p:cNvSpPr txBox="1"/>
            <p:nvPr/>
          </p:nvSpPr>
          <p:spPr>
            <a:xfrm>
              <a:off x="2265963" y="2342679"/>
              <a:ext cx="7845528" cy="15696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dirty="0" err="1">
                  <a:solidFill>
                    <a:srgbClr val="03A1A4"/>
                  </a:solidFill>
                  <a:latin typeface="Tw Cen MT" panose="020B0602020104020603" pitchFamily="34" charset="0"/>
                </a:rPr>
                <a:t>Implentasi</a:t>
              </a:r>
              <a:r>
                <a:rPr lang="en-US" sz="3200" dirty="0">
                  <a:solidFill>
                    <a:srgbClr val="03A1A4"/>
                  </a:solidFill>
                  <a:latin typeface="Tw Cen MT" panose="020B0602020104020603" pitchFamily="34" charset="0"/>
                </a:rPr>
                <a:t> Web Conference </a:t>
              </a:r>
              <a:r>
                <a:rPr lang="en-US" sz="3200" dirty="0" err="1">
                  <a:solidFill>
                    <a:srgbClr val="03A1A4"/>
                  </a:solidFill>
                  <a:latin typeface="Tw Cen MT" panose="020B0602020104020603" pitchFamily="34" charset="0"/>
                </a:rPr>
                <a:t>Menggunakan</a:t>
              </a:r>
              <a:r>
                <a:rPr lang="en-US" sz="3200" dirty="0">
                  <a:solidFill>
                    <a:srgbClr val="03A1A4"/>
                  </a:solidFill>
                  <a:latin typeface="Tw Cen MT" panose="020B0602020104020603" pitchFamily="34" charset="0"/>
                </a:rPr>
                <a:t> </a:t>
              </a:r>
              <a:r>
                <a:rPr lang="en-US" sz="3200" dirty="0" err="1">
                  <a:solidFill>
                    <a:srgbClr val="03A1A4"/>
                  </a:solidFill>
                  <a:latin typeface="Tw Cen MT" panose="020B0602020104020603" pitchFamily="34" charset="0"/>
                </a:rPr>
                <a:t>Jitsi</a:t>
              </a:r>
              <a:r>
                <a:rPr lang="en-US" sz="3200" dirty="0">
                  <a:solidFill>
                    <a:srgbClr val="03A1A4"/>
                  </a:solidFill>
                  <a:latin typeface="Tw Cen MT" panose="020B0602020104020603" pitchFamily="34" charset="0"/>
                </a:rPr>
                <a:t> Integrasi </a:t>
              </a:r>
              <a:r>
                <a:rPr lang="en-US" sz="3200" dirty="0" err="1">
                  <a:solidFill>
                    <a:srgbClr val="03A1A4"/>
                  </a:solidFill>
                  <a:latin typeface="Tw Cen MT" panose="020B0602020104020603" pitchFamily="34" charset="0"/>
                </a:rPr>
                <a:t>dengan</a:t>
              </a:r>
              <a:r>
                <a:rPr lang="en-US" sz="3200" dirty="0">
                  <a:solidFill>
                    <a:srgbClr val="03A1A4"/>
                  </a:solidFill>
                  <a:latin typeface="Tw Cen MT" panose="020B0602020104020603" pitchFamily="34" charset="0"/>
                </a:rPr>
                <a:t> Matrix </a:t>
              </a:r>
              <a:r>
                <a:rPr lang="en-US" sz="3200" dirty="0" err="1">
                  <a:solidFill>
                    <a:srgbClr val="03A1A4"/>
                  </a:solidFill>
                  <a:latin typeface="Tw Cen MT" panose="020B0602020104020603" pitchFamily="34" charset="0"/>
                </a:rPr>
                <a:t>untuk</a:t>
              </a:r>
              <a:r>
                <a:rPr lang="en-US" sz="3200" dirty="0">
                  <a:solidFill>
                    <a:srgbClr val="03A1A4"/>
                  </a:solidFill>
                  <a:latin typeface="Tw Cen MT" panose="020B0602020104020603" pitchFamily="34" charset="0"/>
                </a:rPr>
                <a:t> Pendidikan Jarak </a:t>
              </a:r>
              <a:r>
                <a:rPr lang="en-US" sz="3200" dirty="0" err="1">
                  <a:solidFill>
                    <a:srgbClr val="03A1A4"/>
                  </a:solidFill>
                  <a:latin typeface="Tw Cen MT" panose="020B0602020104020603" pitchFamily="34" charset="0"/>
                </a:rPr>
                <a:t>Jauh</a:t>
              </a:r>
              <a:endParaRPr lang="en-US" sz="3200" dirty="0">
                <a:solidFill>
                  <a:srgbClr val="03A1A4"/>
                </a:solidFill>
                <a:latin typeface="Tw Cen MT" panose="020B0602020104020603" pitchFamily="34" charset="0"/>
              </a:endParaRPr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7DC9F996-36A0-4A1D-8C4B-F6DAF0FDA7C8}"/>
                </a:ext>
              </a:extLst>
            </p:cNvPr>
            <p:cNvSpPr txBox="1"/>
            <p:nvPr/>
          </p:nvSpPr>
          <p:spPr>
            <a:xfrm>
              <a:off x="3931519" y="4163518"/>
              <a:ext cx="4683578" cy="3351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chemeClr val="bg1">
                      <a:lumMod val="65000"/>
                    </a:schemeClr>
                  </a:solidFill>
                  <a:latin typeface="Tw Cen MT" panose="020B0602020104020603" pitchFamily="34" charset="0"/>
                </a:rPr>
                <a:t>Triadmoko Denny </a:t>
              </a:r>
              <a:r>
                <a:rPr lang="en-US" sz="2400" dirty="0" err="1">
                  <a:solidFill>
                    <a:schemeClr val="bg1">
                      <a:lumMod val="65000"/>
                    </a:schemeClr>
                  </a:solidFill>
                  <a:latin typeface="Tw Cen MT" panose="020B0602020104020603" pitchFamily="34" charset="0"/>
                </a:rPr>
                <a:t>Fatrosa</a:t>
              </a:r>
              <a:endParaRPr lang="en-US" sz="2400" dirty="0">
                <a:solidFill>
                  <a:schemeClr val="bg1">
                    <a:lumMod val="65000"/>
                  </a:schemeClr>
                </a:solidFill>
                <a:latin typeface="Tw Cen MT" panose="020B0602020104020603" pitchFamily="34" charset="0"/>
              </a:endParaRPr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9EDE56FF-3E69-4484-9673-AC7FA14D3D89}"/>
                </a:ext>
              </a:extLst>
            </p:cNvPr>
            <p:cNvSpPr txBox="1"/>
            <p:nvPr/>
          </p:nvSpPr>
          <p:spPr>
            <a:xfrm>
              <a:off x="4866339" y="4420469"/>
              <a:ext cx="2644771" cy="2680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1">
                      <a:lumMod val="65000"/>
                    </a:schemeClr>
                  </a:solidFill>
                  <a:latin typeface="Tw Cen MT" panose="020B0602020104020603" pitchFamily="34" charset="0"/>
                </a:rPr>
                <a:t>1710013231010</a:t>
              </a:r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944799B2-E7B9-4C01-A37D-BB60C6C75D12}"/>
                </a:ext>
              </a:extLst>
            </p:cNvPr>
            <p:cNvSpPr txBox="1"/>
            <p:nvPr/>
          </p:nvSpPr>
          <p:spPr>
            <a:xfrm>
              <a:off x="2792925" y="4878494"/>
              <a:ext cx="6791601" cy="87131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chemeClr val="bg1">
                      <a:lumMod val="65000"/>
                    </a:schemeClr>
                  </a:solidFill>
                  <a:latin typeface="Tw Cen MT" panose="020B0602020104020603" pitchFamily="34" charset="0"/>
                </a:rPr>
                <a:t>Pendidikan Teknik </a:t>
              </a:r>
              <a:r>
                <a:rPr lang="en-US" sz="2400" dirty="0" err="1">
                  <a:solidFill>
                    <a:schemeClr val="bg1">
                      <a:lumMod val="65000"/>
                    </a:schemeClr>
                  </a:solidFill>
                  <a:latin typeface="Tw Cen MT" panose="020B0602020104020603" pitchFamily="34" charset="0"/>
                </a:rPr>
                <a:t>Informatika</a:t>
              </a:r>
              <a:r>
                <a:rPr lang="en-US" sz="2400" dirty="0">
                  <a:solidFill>
                    <a:schemeClr val="bg1">
                      <a:lumMod val="65000"/>
                    </a:schemeClr>
                  </a:solidFill>
                  <a:latin typeface="Tw Cen MT" panose="020B0602020104020603" pitchFamily="34" charset="0"/>
                </a:rPr>
                <a:t> dan </a:t>
              </a:r>
              <a:r>
                <a:rPr lang="en-US" sz="2400" dirty="0" err="1">
                  <a:solidFill>
                    <a:schemeClr val="bg1">
                      <a:lumMod val="65000"/>
                    </a:schemeClr>
                  </a:solidFill>
                  <a:latin typeface="Tw Cen MT" panose="020B0602020104020603" pitchFamily="34" charset="0"/>
                </a:rPr>
                <a:t>Komputer</a:t>
              </a:r>
              <a:endParaRPr lang="en-US" sz="2400" dirty="0">
                <a:solidFill>
                  <a:schemeClr val="bg1">
                    <a:lumMod val="65000"/>
                  </a:schemeClr>
                </a:solidFill>
                <a:latin typeface="Tw Cen MT" panose="020B0602020104020603" pitchFamily="34" charset="0"/>
              </a:endParaRPr>
            </a:p>
            <a:p>
              <a:pPr algn="ctr"/>
              <a:r>
                <a:rPr lang="en-US" sz="2400" dirty="0" err="1">
                  <a:solidFill>
                    <a:schemeClr val="bg1">
                      <a:lumMod val="65000"/>
                    </a:schemeClr>
                  </a:solidFill>
                  <a:latin typeface="Tw Cen MT" panose="020B0602020104020603" pitchFamily="34" charset="0"/>
                </a:rPr>
                <a:t>Fakultas</a:t>
              </a:r>
              <a:r>
                <a:rPr lang="en-US" sz="2400" dirty="0">
                  <a:solidFill>
                    <a:schemeClr val="bg1">
                      <a:lumMod val="65000"/>
                    </a:schemeClr>
                  </a:solidFill>
                  <a:latin typeface="Tw Cen MT" panose="020B0602020104020603" pitchFamily="34" charset="0"/>
                </a:rPr>
                <a:t> </a:t>
              </a:r>
              <a:r>
                <a:rPr lang="en-US" sz="2400" dirty="0" err="1">
                  <a:solidFill>
                    <a:schemeClr val="bg1">
                      <a:lumMod val="65000"/>
                    </a:schemeClr>
                  </a:solidFill>
                  <a:latin typeface="Tw Cen MT" panose="020B0602020104020603" pitchFamily="34" charset="0"/>
                </a:rPr>
                <a:t>Keguruan</a:t>
              </a:r>
              <a:r>
                <a:rPr lang="en-US" sz="2400" dirty="0">
                  <a:solidFill>
                    <a:schemeClr val="bg1">
                      <a:lumMod val="65000"/>
                    </a:schemeClr>
                  </a:solidFill>
                  <a:latin typeface="Tw Cen MT" panose="020B0602020104020603" pitchFamily="34" charset="0"/>
                </a:rPr>
                <a:t> dan </a:t>
              </a:r>
              <a:r>
                <a:rPr lang="en-US" sz="2400" dirty="0" err="1">
                  <a:solidFill>
                    <a:schemeClr val="bg1">
                      <a:lumMod val="65000"/>
                    </a:schemeClr>
                  </a:solidFill>
                  <a:latin typeface="Tw Cen MT" panose="020B0602020104020603" pitchFamily="34" charset="0"/>
                </a:rPr>
                <a:t>Ilmu</a:t>
              </a:r>
              <a:r>
                <a:rPr lang="en-US" sz="2400" dirty="0">
                  <a:solidFill>
                    <a:schemeClr val="bg1">
                      <a:lumMod val="65000"/>
                    </a:schemeClr>
                  </a:solidFill>
                  <a:latin typeface="Tw Cen MT" panose="020B0602020104020603" pitchFamily="34" charset="0"/>
                </a:rPr>
                <a:t> Pendidikan</a:t>
              </a:r>
            </a:p>
            <a:p>
              <a:pPr algn="ctr"/>
              <a:r>
                <a:rPr lang="en-US" sz="2400" dirty="0">
                  <a:solidFill>
                    <a:schemeClr val="bg1">
                      <a:lumMod val="65000"/>
                    </a:schemeClr>
                  </a:solidFill>
                  <a:latin typeface="Tw Cen MT" panose="020B0602020104020603" pitchFamily="34" charset="0"/>
                </a:rPr>
                <a:t>Universitas Bung Hatta</a:t>
              </a:r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AF169073-8554-4CE8-A4D2-BB10C3F3C6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1722" y="281724"/>
            <a:ext cx="1388557" cy="13752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17061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6" name="Group 95">
            <a:extLst>
              <a:ext uri="{FF2B5EF4-FFF2-40B4-BE49-F238E27FC236}">
                <a16:creationId xmlns:a16="http://schemas.microsoft.com/office/drawing/2014/main" id="{183EA2CA-A17F-4A6A-AC3E-6F8757F77880}"/>
              </a:ext>
            </a:extLst>
          </p:cNvPr>
          <p:cNvGrpSpPr/>
          <p:nvPr/>
        </p:nvGrpSpPr>
        <p:grpSpPr>
          <a:xfrm>
            <a:off x="7976170" y="1491437"/>
            <a:ext cx="1805441" cy="1894017"/>
            <a:chOff x="6381342" y="2182683"/>
            <a:chExt cx="1805441" cy="1894017"/>
          </a:xfrm>
        </p:grpSpPr>
        <p:sp>
          <p:nvSpPr>
            <p:cNvPr id="97" name="Rectangle: Top Corners Rounded 96">
              <a:extLst>
                <a:ext uri="{FF2B5EF4-FFF2-40B4-BE49-F238E27FC236}">
                  <a16:creationId xmlns:a16="http://schemas.microsoft.com/office/drawing/2014/main" id="{225A95EB-3596-4C52-91EE-39023E85BE2D}"/>
                </a:ext>
              </a:extLst>
            </p:cNvPr>
            <p:cNvSpPr/>
            <p:nvPr/>
          </p:nvSpPr>
          <p:spPr>
            <a:xfrm>
              <a:off x="6488272" y="2209800"/>
              <a:ext cx="1591582" cy="1866900"/>
            </a:xfrm>
            <a:prstGeom prst="round2SameRect">
              <a:avLst>
                <a:gd name="adj1" fmla="val 12063"/>
                <a:gd name="adj2" fmla="val 0"/>
              </a:avLst>
            </a:prstGeom>
            <a:solidFill>
              <a:srgbClr val="FEC63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D9A6427C-7201-480C-B8BA-C01C9BCA7B52}"/>
                </a:ext>
              </a:extLst>
            </p:cNvPr>
            <p:cNvSpPr txBox="1"/>
            <p:nvPr/>
          </p:nvSpPr>
          <p:spPr>
            <a:xfrm>
              <a:off x="6381342" y="2182683"/>
              <a:ext cx="180544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 dirty="0">
                  <a:solidFill>
                    <a:srgbClr val="E6E7E9"/>
                  </a:solidFill>
                  <a:latin typeface="Tw Cen MT" panose="020B0602020104020603" pitchFamily="34" charset="0"/>
                </a:rPr>
                <a:t>BAB</a:t>
              </a:r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74F68486-5533-4B47-B6BA-92533CBB4036}"/>
                </a:ext>
              </a:extLst>
            </p:cNvPr>
            <p:cNvSpPr txBox="1"/>
            <p:nvPr/>
          </p:nvSpPr>
          <p:spPr>
            <a:xfrm>
              <a:off x="6836846" y="2563851"/>
              <a:ext cx="894432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000" b="1" dirty="0">
                  <a:solidFill>
                    <a:srgbClr val="E6E7E9"/>
                  </a:solidFill>
                  <a:latin typeface="Tw Cen MT" panose="020B0602020104020603" pitchFamily="34" charset="0"/>
                </a:rPr>
                <a:t>3</a:t>
              </a:r>
            </a:p>
          </p:txBody>
        </p:sp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12310FCA-56F2-4778-94B7-C1B5FD53AE20}"/>
              </a:ext>
            </a:extLst>
          </p:cNvPr>
          <p:cNvGrpSpPr/>
          <p:nvPr/>
        </p:nvGrpSpPr>
        <p:grpSpPr>
          <a:xfrm>
            <a:off x="5479293" y="1491437"/>
            <a:ext cx="1805441" cy="1894017"/>
            <a:chOff x="3884465" y="2182683"/>
            <a:chExt cx="1805441" cy="1894017"/>
          </a:xfrm>
        </p:grpSpPr>
        <p:sp>
          <p:nvSpPr>
            <p:cNvPr id="101" name="Rectangle: Top Corners Rounded 100">
              <a:extLst>
                <a:ext uri="{FF2B5EF4-FFF2-40B4-BE49-F238E27FC236}">
                  <a16:creationId xmlns:a16="http://schemas.microsoft.com/office/drawing/2014/main" id="{E792FABC-AA8F-4748-B8FA-DBB9112863AC}"/>
                </a:ext>
              </a:extLst>
            </p:cNvPr>
            <p:cNvSpPr/>
            <p:nvPr/>
          </p:nvSpPr>
          <p:spPr>
            <a:xfrm>
              <a:off x="3991395" y="2209800"/>
              <a:ext cx="1591582" cy="1866900"/>
            </a:xfrm>
            <a:prstGeom prst="round2SameRect">
              <a:avLst>
                <a:gd name="adj1" fmla="val 12063"/>
                <a:gd name="adj2" fmla="val 0"/>
              </a:avLst>
            </a:prstGeom>
            <a:solidFill>
              <a:srgbClr val="52CBB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83919267-9DA5-4811-B4F4-94D72398E7FD}"/>
                </a:ext>
              </a:extLst>
            </p:cNvPr>
            <p:cNvSpPr txBox="1"/>
            <p:nvPr/>
          </p:nvSpPr>
          <p:spPr>
            <a:xfrm>
              <a:off x="3884465" y="2182683"/>
              <a:ext cx="180544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 dirty="0">
                  <a:solidFill>
                    <a:srgbClr val="E6E7E9"/>
                  </a:solidFill>
                  <a:latin typeface="Tw Cen MT" panose="020B0602020104020603" pitchFamily="34" charset="0"/>
                </a:rPr>
                <a:t>BAB</a:t>
              </a:r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FECB41C1-3E79-45AA-B100-38C9E092C776}"/>
                </a:ext>
              </a:extLst>
            </p:cNvPr>
            <p:cNvSpPr txBox="1"/>
            <p:nvPr/>
          </p:nvSpPr>
          <p:spPr>
            <a:xfrm>
              <a:off x="4339969" y="2563851"/>
              <a:ext cx="894432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000" b="1" dirty="0">
                  <a:solidFill>
                    <a:srgbClr val="E6E7E9"/>
                  </a:solidFill>
                  <a:latin typeface="Tw Cen MT" panose="020B0602020104020603" pitchFamily="34" charset="0"/>
                </a:rPr>
                <a:t>2</a:t>
              </a:r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A87830BE-EEF7-4034-8ABE-3212DB467DB4}"/>
              </a:ext>
            </a:extLst>
          </p:cNvPr>
          <p:cNvGrpSpPr/>
          <p:nvPr/>
        </p:nvGrpSpPr>
        <p:grpSpPr>
          <a:xfrm>
            <a:off x="2982416" y="1491437"/>
            <a:ext cx="1805441" cy="1894017"/>
            <a:chOff x="1387588" y="2182683"/>
            <a:chExt cx="1805441" cy="1894017"/>
          </a:xfrm>
        </p:grpSpPr>
        <p:sp>
          <p:nvSpPr>
            <p:cNvPr id="105" name="Rectangle: Top Corners Rounded 104">
              <a:extLst>
                <a:ext uri="{FF2B5EF4-FFF2-40B4-BE49-F238E27FC236}">
                  <a16:creationId xmlns:a16="http://schemas.microsoft.com/office/drawing/2014/main" id="{F1B87F23-BD02-4DB3-947D-2F61C5B87FEF}"/>
                </a:ext>
              </a:extLst>
            </p:cNvPr>
            <p:cNvSpPr/>
            <p:nvPr/>
          </p:nvSpPr>
          <p:spPr>
            <a:xfrm>
              <a:off x="1494518" y="2209800"/>
              <a:ext cx="1591582" cy="1866900"/>
            </a:xfrm>
            <a:prstGeom prst="round2SameRect">
              <a:avLst>
                <a:gd name="adj1" fmla="val 12063"/>
                <a:gd name="adj2" fmla="val 0"/>
              </a:avLst>
            </a:prstGeom>
            <a:solidFill>
              <a:srgbClr val="FF596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5D8301A0-49D9-41A5-A227-2E35458E6401}"/>
                </a:ext>
              </a:extLst>
            </p:cNvPr>
            <p:cNvSpPr txBox="1"/>
            <p:nvPr/>
          </p:nvSpPr>
          <p:spPr>
            <a:xfrm>
              <a:off x="1387588" y="2182683"/>
              <a:ext cx="180544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 dirty="0">
                  <a:solidFill>
                    <a:srgbClr val="E6E7E9"/>
                  </a:solidFill>
                  <a:latin typeface="Tw Cen MT" panose="020B0602020104020603" pitchFamily="34" charset="0"/>
                </a:rPr>
                <a:t>BAB</a:t>
              </a:r>
            </a:p>
          </p:txBody>
        </p:sp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236675CF-5B12-4D6B-8C03-F29656450255}"/>
                </a:ext>
              </a:extLst>
            </p:cNvPr>
            <p:cNvSpPr txBox="1"/>
            <p:nvPr/>
          </p:nvSpPr>
          <p:spPr>
            <a:xfrm>
              <a:off x="1843092" y="2563851"/>
              <a:ext cx="894432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000" b="1" dirty="0">
                  <a:solidFill>
                    <a:srgbClr val="E6E7E9"/>
                  </a:solidFill>
                  <a:latin typeface="Tw Cen MT" panose="020B0602020104020603" pitchFamily="34" charset="0"/>
                </a:rPr>
                <a:t>1</a:t>
              </a:r>
            </a:p>
          </p:txBody>
        </p:sp>
      </p:grpSp>
      <p:sp>
        <p:nvSpPr>
          <p:cNvPr id="108" name="Freeform: Shape 107">
            <a:extLst>
              <a:ext uri="{FF2B5EF4-FFF2-40B4-BE49-F238E27FC236}">
                <a16:creationId xmlns:a16="http://schemas.microsoft.com/office/drawing/2014/main" id="{48958204-CE05-4E79-AC55-C76FBB79E37F}"/>
              </a:ext>
            </a:extLst>
          </p:cNvPr>
          <p:cNvSpPr/>
          <p:nvPr/>
        </p:nvSpPr>
        <p:spPr>
          <a:xfrm flipV="1">
            <a:off x="3089346" y="2452004"/>
            <a:ext cx="1591582" cy="3031986"/>
          </a:xfrm>
          <a:custGeom>
            <a:avLst/>
            <a:gdLst>
              <a:gd name="connsiteX0" fmla="*/ 0 w 1591582"/>
              <a:gd name="connsiteY0" fmla="*/ 3031986 h 3031986"/>
              <a:gd name="connsiteX1" fmla="*/ 357641 w 1591582"/>
              <a:gd name="connsiteY1" fmla="*/ 3031986 h 3031986"/>
              <a:gd name="connsiteX2" fmla="*/ 795791 w 1591582"/>
              <a:gd name="connsiteY2" fmla="*/ 2593836 h 3031986"/>
              <a:gd name="connsiteX3" fmla="*/ 1233941 w 1591582"/>
              <a:gd name="connsiteY3" fmla="*/ 3031986 h 3031986"/>
              <a:gd name="connsiteX4" fmla="*/ 1591582 w 1591582"/>
              <a:gd name="connsiteY4" fmla="*/ 3031986 h 3031986"/>
              <a:gd name="connsiteX5" fmla="*/ 1591582 w 1591582"/>
              <a:gd name="connsiteY5" fmla="*/ 314242 h 3031986"/>
              <a:gd name="connsiteX6" fmla="*/ 1277340 w 1591582"/>
              <a:gd name="connsiteY6" fmla="*/ 0 h 3031986"/>
              <a:gd name="connsiteX7" fmla="*/ 314242 w 1591582"/>
              <a:gd name="connsiteY7" fmla="*/ 0 h 3031986"/>
              <a:gd name="connsiteX8" fmla="*/ 0 w 1591582"/>
              <a:gd name="connsiteY8" fmla="*/ 314242 h 30319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91582" h="3031986">
                <a:moveTo>
                  <a:pt x="0" y="3031986"/>
                </a:moveTo>
                <a:lnTo>
                  <a:pt x="357641" y="3031986"/>
                </a:lnTo>
                <a:cubicBezTo>
                  <a:pt x="357641" y="2790002"/>
                  <a:pt x="553807" y="2593836"/>
                  <a:pt x="795791" y="2593836"/>
                </a:cubicBezTo>
                <a:cubicBezTo>
                  <a:pt x="1037775" y="2593836"/>
                  <a:pt x="1233941" y="2790002"/>
                  <a:pt x="1233941" y="3031986"/>
                </a:cubicBezTo>
                <a:lnTo>
                  <a:pt x="1591582" y="3031986"/>
                </a:lnTo>
                <a:lnTo>
                  <a:pt x="1591582" y="314242"/>
                </a:lnTo>
                <a:cubicBezTo>
                  <a:pt x="1591582" y="140691"/>
                  <a:pt x="1450891" y="0"/>
                  <a:pt x="1277340" y="0"/>
                </a:cubicBezTo>
                <a:lnTo>
                  <a:pt x="314242" y="0"/>
                </a:lnTo>
                <a:cubicBezTo>
                  <a:pt x="140691" y="0"/>
                  <a:pt x="0" y="140691"/>
                  <a:pt x="0" y="314242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  <a:effectLst>
            <a:outerShdw blurRad="127000" sx="107000" sy="107000" algn="ctr" rotWithShape="0">
              <a:prstClr val="black">
                <a:alpha val="2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Freeform: Shape 108">
            <a:extLst>
              <a:ext uri="{FF2B5EF4-FFF2-40B4-BE49-F238E27FC236}">
                <a16:creationId xmlns:a16="http://schemas.microsoft.com/office/drawing/2014/main" id="{406A5A75-24F0-496A-82D6-E2B37B100BBD}"/>
              </a:ext>
            </a:extLst>
          </p:cNvPr>
          <p:cNvSpPr/>
          <p:nvPr/>
        </p:nvSpPr>
        <p:spPr>
          <a:xfrm flipV="1">
            <a:off x="5586223" y="2452004"/>
            <a:ext cx="1591582" cy="3031986"/>
          </a:xfrm>
          <a:custGeom>
            <a:avLst/>
            <a:gdLst>
              <a:gd name="connsiteX0" fmla="*/ 0 w 1591582"/>
              <a:gd name="connsiteY0" fmla="*/ 3031986 h 3031986"/>
              <a:gd name="connsiteX1" fmla="*/ 357641 w 1591582"/>
              <a:gd name="connsiteY1" fmla="*/ 3031986 h 3031986"/>
              <a:gd name="connsiteX2" fmla="*/ 795791 w 1591582"/>
              <a:gd name="connsiteY2" fmla="*/ 2593836 h 3031986"/>
              <a:gd name="connsiteX3" fmla="*/ 1233941 w 1591582"/>
              <a:gd name="connsiteY3" fmla="*/ 3031986 h 3031986"/>
              <a:gd name="connsiteX4" fmla="*/ 1591582 w 1591582"/>
              <a:gd name="connsiteY4" fmla="*/ 3031986 h 3031986"/>
              <a:gd name="connsiteX5" fmla="*/ 1591582 w 1591582"/>
              <a:gd name="connsiteY5" fmla="*/ 314242 h 3031986"/>
              <a:gd name="connsiteX6" fmla="*/ 1277340 w 1591582"/>
              <a:gd name="connsiteY6" fmla="*/ 0 h 3031986"/>
              <a:gd name="connsiteX7" fmla="*/ 314242 w 1591582"/>
              <a:gd name="connsiteY7" fmla="*/ 0 h 3031986"/>
              <a:gd name="connsiteX8" fmla="*/ 0 w 1591582"/>
              <a:gd name="connsiteY8" fmla="*/ 314242 h 30319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91582" h="3031986">
                <a:moveTo>
                  <a:pt x="0" y="3031986"/>
                </a:moveTo>
                <a:lnTo>
                  <a:pt x="357641" y="3031986"/>
                </a:lnTo>
                <a:cubicBezTo>
                  <a:pt x="357641" y="2790002"/>
                  <a:pt x="553807" y="2593836"/>
                  <a:pt x="795791" y="2593836"/>
                </a:cubicBezTo>
                <a:cubicBezTo>
                  <a:pt x="1037775" y="2593836"/>
                  <a:pt x="1233941" y="2790002"/>
                  <a:pt x="1233941" y="3031986"/>
                </a:cubicBezTo>
                <a:lnTo>
                  <a:pt x="1591582" y="3031986"/>
                </a:lnTo>
                <a:lnTo>
                  <a:pt x="1591582" y="314242"/>
                </a:lnTo>
                <a:cubicBezTo>
                  <a:pt x="1591582" y="140691"/>
                  <a:pt x="1450891" y="0"/>
                  <a:pt x="1277340" y="0"/>
                </a:cubicBezTo>
                <a:lnTo>
                  <a:pt x="314242" y="0"/>
                </a:lnTo>
                <a:cubicBezTo>
                  <a:pt x="140691" y="0"/>
                  <a:pt x="0" y="140691"/>
                  <a:pt x="0" y="314242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  <a:effectLst>
            <a:outerShdw blurRad="127000" sx="107000" sy="107000" algn="ctr" rotWithShape="0">
              <a:prstClr val="black">
                <a:alpha val="2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Freeform: Shape 109">
            <a:extLst>
              <a:ext uri="{FF2B5EF4-FFF2-40B4-BE49-F238E27FC236}">
                <a16:creationId xmlns:a16="http://schemas.microsoft.com/office/drawing/2014/main" id="{B8C3E14B-EBB2-49A7-9A4E-9C6AFAF9A364}"/>
              </a:ext>
            </a:extLst>
          </p:cNvPr>
          <p:cNvSpPr/>
          <p:nvPr/>
        </p:nvSpPr>
        <p:spPr>
          <a:xfrm flipV="1">
            <a:off x="8083100" y="2452004"/>
            <a:ext cx="1591582" cy="3031986"/>
          </a:xfrm>
          <a:custGeom>
            <a:avLst/>
            <a:gdLst>
              <a:gd name="connsiteX0" fmla="*/ 0 w 1591582"/>
              <a:gd name="connsiteY0" fmla="*/ 3031986 h 3031986"/>
              <a:gd name="connsiteX1" fmla="*/ 357641 w 1591582"/>
              <a:gd name="connsiteY1" fmla="*/ 3031986 h 3031986"/>
              <a:gd name="connsiteX2" fmla="*/ 795791 w 1591582"/>
              <a:gd name="connsiteY2" fmla="*/ 2593836 h 3031986"/>
              <a:gd name="connsiteX3" fmla="*/ 1233941 w 1591582"/>
              <a:gd name="connsiteY3" fmla="*/ 3031986 h 3031986"/>
              <a:gd name="connsiteX4" fmla="*/ 1591582 w 1591582"/>
              <a:gd name="connsiteY4" fmla="*/ 3031986 h 3031986"/>
              <a:gd name="connsiteX5" fmla="*/ 1591582 w 1591582"/>
              <a:gd name="connsiteY5" fmla="*/ 314242 h 3031986"/>
              <a:gd name="connsiteX6" fmla="*/ 1277340 w 1591582"/>
              <a:gd name="connsiteY6" fmla="*/ 0 h 3031986"/>
              <a:gd name="connsiteX7" fmla="*/ 314242 w 1591582"/>
              <a:gd name="connsiteY7" fmla="*/ 0 h 3031986"/>
              <a:gd name="connsiteX8" fmla="*/ 0 w 1591582"/>
              <a:gd name="connsiteY8" fmla="*/ 314242 h 30319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91582" h="3031986">
                <a:moveTo>
                  <a:pt x="0" y="3031986"/>
                </a:moveTo>
                <a:lnTo>
                  <a:pt x="357641" y="3031986"/>
                </a:lnTo>
                <a:cubicBezTo>
                  <a:pt x="357641" y="2790002"/>
                  <a:pt x="553807" y="2593836"/>
                  <a:pt x="795791" y="2593836"/>
                </a:cubicBezTo>
                <a:cubicBezTo>
                  <a:pt x="1037775" y="2593836"/>
                  <a:pt x="1233941" y="2790002"/>
                  <a:pt x="1233941" y="3031986"/>
                </a:cubicBezTo>
                <a:lnTo>
                  <a:pt x="1591582" y="3031986"/>
                </a:lnTo>
                <a:lnTo>
                  <a:pt x="1591582" y="314242"/>
                </a:lnTo>
                <a:cubicBezTo>
                  <a:pt x="1591582" y="140691"/>
                  <a:pt x="1450891" y="0"/>
                  <a:pt x="1277340" y="0"/>
                </a:cubicBezTo>
                <a:lnTo>
                  <a:pt x="314242" y="0"/>
                </a:lnTo>
                <a:cubicBezTo>
                  <a:pt x="140691" y="0"/>
                  <a:pt x="0" y="140691"/>
                  <a:pt x="0" y="314242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  <a:effectLst>
            <a:outerShdw blurRad="127000" sx="107000" sy="107000" algn="ctr" rotWithShape="0">
              <a:prstClr val="black">
                <a:alpha val="2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oup 113">
            <a:extLst>
              <a:ext uri="{FF2B5EF4-FFF2-40B4-BE49-F238E27FC236}">
                <a16:creationId xmlns:a16="http://schemas.microsoft.com/office/drawing/2014/main" id="{8D94F991-2744-4D5C-BE57-A0C261539D2C}"/>
              </a:ext>
            </a:extLst>
          </p:cNvPr>
          <p:cNvGrpSpPr/>
          <p:nvPr/>
        </p:nvGrpSpPr>
        <p:grpSpPr>
          <a:xfrm>
            <a:off x="3083677" y="3146196"/>
            <a:ext cx="1591582" cy="617162"/>
            <a:chOff x="1488849" y="3837442"/>
            <a:chExt cx="1591582" cy="617162"/>
          </a:xfrm>
        </p:grpSpPr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8721CE74-40AC-4223-B129-B3A270C7429B}"/>
                </a:ext>
              </a:extLst>
            </p:cNvPr>
            <p:cNvSpPr txBox="1"/>
            <p:nvPr/>
          </p:nvSpPr>
          <p:spPr>
            <a:xfrm>
              <a:off x="1488849" y="3837442"/>
              <a:ext cx="159158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 err="1">
                  <a:solidFill>
                    <a:srgbClr val="FF5969"/>
                  </a:solidFill>
                  <a:latin typeface="Tw Cen MT" panose="020B0602020104020603" pitchFamily="34" charset="0"/>
                </a:rPr>
                <a:t>Pendahuluan</a:t>
              </a:r>
              <a:endParaRPr lang="en-US" b="1" dirty="0">
                <a:solidFill>
                  <a:srgbClr val="FF5969"/>
                </a:solidFill>
                <a:latin typeface="Tw Cen MT" panose="020B0602020104020603" pitchFamily="34" charset="0"/>
              </a:endParaRPr>
            </a:p>
          </p:txBody>
        </p:sp>
        <p:sp>
          <p:nvSpPr>
            <p:cNvPr id="116" name="TextBox 115">
              <a:extLst>
                <a:ext uri="{FF2B5EF4-FFF2-40B4-BE49-F238E27FC236}">
                  <a16:creationId xmlns:a16="http://schemas.microsoft.com/office/drawing/2014/main" id="{FC94FF53-E358-452A-A5CE-3296318ABBE9}"/>
                </a:ext>
              </a:extLst>
            </p:cNvPr>
            <p:cNvSpPr txBox="1"/>
            <p:nvPr/>
          </p:nvSpPr>
          <p:spPr>
            <a:xfrm>
              <a:off x="1488849" y="4146827"/>
              <a:ext cx="159158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1400" b="1" dirty="0">
                <a:solidFill>
                  <a:srgbClr val="A6A6A6"/>
                </a:solidFill>
                <a:latin typeface="Tw Cen MT" panose="020B0602020104020603" pitchFamily="34" charset="0"/>
              </a:endParaRPr>
            </a:p>
          </p:txBody>
        </p:sp>
      </p:grp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860A9D1F-EDAE-418D-A3C8-F8109A2B052A}"/>
              </a:ext>
            </a:extLst>
          </p:cNvPr>
          <p:cNvGrpSpPr/>
          <p:nvPr/>
        </p:nvGrpSpPr>
        <p:grpSpPr>
          <a:xfrm>
            <a:off x="5572502" y="3146196"/>
            <a:ext cx="1591582" cy="617162"/>
            <a:chOff x="3977674" y="3837442"/>
            <a:chExt cx="1591582" cy="617162"/>
          </a:xfrm>
        </p:grpSpPr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91705BAF-DCDA-4FDC-8DA1-1FBA870AE5C8}"/>
                </a:ext>
              </a:extLst>
            </p:cNvPr>
            <p:cNvSpPr txBox="1"/>
            <p:nvPr/>
          </p:nvSpPr>
          <p:spPr>
            <a:xfrm>
              <a:off x="3977674" y="3837442"/>
              <a:ext cx="159158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rgbClr val="52CBBE"/>
                  </a:solidFill>
                  <a:latin typeface="Tw Cen MT" panose="020B0602020104020603" pitchFamily="34" charset="0"/>
                </a:rPr>
                <a:t>Kajian </a:t>
              </a:r>
              <a:r>
                <a:rPr lang="en-US" b="1" dirty="0" err="1">
                  <a:solidFill>
                    <a:srgbClr val="52CBBE"/>
                  </a:solidFill>
                  <a:latin typeface="Tw Cen MT" panose="020B0602020104020603" pitchFamily="34" charset="0"/>
                </a:rPr>
                <a:t>Teori</a:t>
              </a:r>
              <a:endParaRPr lang="en-US" b="1" dirty="0">
                <a:solidFill>
                  <a:srgbClr val="52CBBE"/>
                </a:solidFill>
                <a:latin typeface="Tw Cen MT" panose="020B0602020104020603" pitchFamily="34" charset="0"/>
              </a:endParaRPr>
            </a:p>
          </p:txBody>
        </p: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BBD17202-B0A7-4912-9A5D-8F55518824B3}"/>
                </a:ext>
              </a:extLst>
            </p:cNvPr>
            <p:cNvSpPr txBox="1"/>
            <p:nvPr/>
          </p:nvSpPr>
          <p:spPr>
            <a:xfrm>
              <a:off x="3977674" y="4146827"/>
              <a:ext cx="159158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1400" b="1" dirty="0">
                <a:solidFill>
                  <a:srgbClr val="A6A6A6"/>
                </a:solidFill>
                <a:latin typeface="Tw Cen MT" panose="020B0602020104020603" pitchFamily="34" charset="0"/>
              </a:endParaRPr>
            </a:p>
          </p:txBody>
        </p:sp>
      </p:grpSp>
      <p:grpSp>
        <p:nvGrpSpPr>
          <p:cNvPr id="120" name="Group 119">
            <a:extLst>
              <a:ext uri="{FF2B5EF4-FFF2-40B4-BE49-F238E27FC236}">
                <a16:creationId xmlns:a16="http://schemas.microsoft.com/office/drawing/2014/main" id="{1F66AC79-730F-4E07-974E-4F08542F2C4A}"/>
              </a:ext>
            </a:extLst>
          </p:cNvPr>
          <p:cNvGrpSpPr/>
          <p:nvPr/>
        </p:nvGrpSpPr>
        <p:grpSpPr>
          <a:xfrm>
            <a:off x="8083100" y="3146196"/>
            <a:ext cx="1591582" cy="646331"/>
            <a:chOff x="6488272" y="3837442"/>
            <a:chExt cx="1591582" cy="646331"/>
          </a:xfrm>
        </p:grpSpPr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D025EBC6-5731-4D97-B58C-0E0C20D47817}"/>
                </a:ext>
              </a:extLst>
            </p:cNvPr>
            <p:cNvSpPr txBox="1"/>
            <p:nvPr/>
          </p:nvSpPr>
          <p:spPr>
            <a:xfrm>
              <a:off x="6488272" y="3837442"/>
              <a:ext cx="159158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 err="1">
                  <a:solidFill>
                    <a:srgbClr val="FEC630"/>
                  </a:solidFill>
                  <a:latin typeface="Tw Cen MT" panose="020B0602020104020603" pitchFamily="34" charset="0"/>
                </a:rPr>
                <a:t>Motedologi</a:t>
              </a:r>
              <a:r>
                <a:rPr lang="en-US" b="1" dirty="0">
                  <a:solidFill>
                    <a:srgbClr val="FEC630"/>
                  </a:solidFill>
                  <a:latin typeface="Tw Cen MT" panose="020B0602020104020603" pitchFamily="34" charset="0"/>
                </a:rPr>
                <a:t> </a:t>
              </a:r>
            </a:p>
            <a:p>
              <a:pPr algn="ctr"/>
              <a:r>
                <a:rPr lang="en-US" b="1" dirty="0" err="1">
                  <a:solidFill>
                    <a:srgbClr val="FEC630"/>
                  </a:solidFill>
                  <a:latin typeface="Tw Cen MT" panose="020B0602020104020603" pitchFamily="34" charset="0"/>
                </a:rPr>
                <a:t>Penelitian</a:t>
              </a:r>
              <a:endParaRPr lang="en-US" b="1" dirty="0">
                <a:solidFill>
                  <a:srgbClr val="FEC630"/>
                </a:solidFill>
                <a:latin typeface="Tw Cen MT" panose="020B0602020104020603" pitchFamily="34" charset="0"/>
              </a:endParaRPr>
            </a:p>
          </p:txBody>
        </p:sp>
        <p:sp>
          <p:nvSpPr>
            <p:cNvPr id="122" name="TextBox 121">
              <a:extLst>
                <a:ext uri="{FF2B5EF4-FFF2-40B4-BE49-F238E27FC236}">
                  <a16:creationId xmlns:a16="http://schemas.microsoft.com/office/drawing/2014/main" id="{B38973E8-8FEC-48EF-89C3-A1086AD31515}"/>
                </a:ext>
              </a:extLst>
            </p:cNvPr>
            <p:cNvSpPr txBox="1"/>
            <p:nvPr/>
          </p:nvSpPr>
          <p:spPr>
            <a:xfrm>
              <a:off x="6488272" y="4146827"/>
              <a:ext cx="159158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1400" b="1" dirty="0">
                <a:solidFill>
                  <a:srgbClr val="A6A6A6"/>
                </a:solidFill>
                <a:latin typeface="Tw Cen MT" panose="020B0602020104020603" pitchFamily="34" charset="0"/>
              </a:endParaRPr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D1E1EB09-3B7F-4AD1-85F5-A963B8B7D4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5659" y="4229239"/>
            <a:ext cx="894354" cy="89435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4331A99-A934-4099-9190-67078252B1A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21947" y="4229326"/>
            <a:ext cx="897858" cy="89785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5285DFE-7CB0-4F85-899B-F151E785F8D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31674" y="4229239"/>
            <a:ext cx="907482" cy="907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69485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0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10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42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0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10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250"/>
                            </p:stCondLst>
                            <p:childTnLst>
                              <p:par>
                                <p:cTn id="17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750"/>
                            </p:stCondLst>
                            <p:childTnLst>
                              <p:par>
                                <p:cTn id="28" presetID="42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10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0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2500"/>
                            </p:stCondLst>
                            <p:childTnLst>
                              <p:par>
                                <p:cTn id="34" presetID="42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10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10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3250"/>
                            </p:stCondLst>
                            <p:childTnLst>
                              <p:par>
                                <p:cTn id="40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1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1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3750"/>
                            </p:stCondLst>
                            <p:childTnLst>
                              <p:par>
                                <p:cTn id="51" presetID="42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1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1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4500"/>
                            </p:stCondLst>
                            <p:childTnLst>
                              <p:par>
                                <p:cTn id="57" presetID="42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50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5250"/>
                            </p:stCondLst>
                            <p:childTnLst>
                              <p:par>
                                <p:cTn id="63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5" dur="500" fill="hold"/>
                                        <p:tgtEl>
                                          <p:spTgt spid="1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500" fill="hold"/>
                                        <p:tgtEl>
                                          <p:spTgt spid="1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8" grpId="0" animBg="1"/>
      <p:bldP spid="109" grpId="0" animBg="1"/>
      <p:bldP spid="110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Box 49">
            <a:extLst>
              <a:ext uri="{FF2B5EF4-FFF2-40B4-BE49-F238E27FC236}">
                <a16:creationId xmlns:a16="http://schemas.microsoft.com/office/drawing/2014/main" id="{9EB0FD16-689C-476C-8309-C7173C257513}"/>
              </a:ext>
            </a:extLst>
          </p:cNvPr>
          <p:cNvSpPr txBox="1"/>
          <p:nvPr/>
        </p:nvSpPr>
        <p:spPr>
          <a:xfrm>
            <a:off x="3959189" y="-71206"/>
            <a:ext cx="7278915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0" dirty="0">
                <a:solidFill>
                  <a:srgbClr val="FF5969"/>
                </a:solidFill>
                <a:latin typeface="Tw Cen MT" panose="020B0602020104020603" pitchFamily="34" charset="0"/>
              </a:rPr>
              <a:t>BAB I</a:t>
            </a:r>
          </a:p>
          <a:p>
            <a:pPr algn="ctr"/>
            <a:r>
              <a:rPr lang="en-US" sz="8000" dirty="0" err="1">
                <a:solidFill>
                  <a:srgbClr val="FF5969"/>
                </a:solidFill>
                <a:latin typeface="Tw Cen MT" panose="020B0602020104020603" pitchFamily="34" charset="0"/>
              </a:rPr>
              <a:t>Pendahuluan</a:t>
            </a:r>
            <a:endParaRPr lang="en-US" sz="8000" dirty="0">
              <a:solidFill>
                <a:srgbClr val="FF5969"/>
              </a:solidFill>
              <a:latin typeface="Tw Cen MT" panose="020B0602020104020603" pitchFamily="34" charset="0"/>
            </a:endParaRP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8A16B82-6A3C-46F5-8D32-072FDF89864A}"/>
              </a:ext>
            </a:extLst>
          </p:cNvPr>
          <p:cNvGrpSpPr/>
          <p:nvPr/>
        </p:nvGrpSpPr>
        <p:grpSpPr>
          <a:xfrm>
            <a:off x="-9302800" y="0"/>
            <a:ext cx="12482920" cy="6858000"/>
            <a:chOff x="-290920" y="0"/>
            <a:chExt cx="12482920" cy="6858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2F391CEE-E392-4A9D-BD11-6954B994FB42}"/>
                </a:ext>
              </a:extLst>
            </p:cNvPr>
            <p:cNvSpPr/>
            <p:nvPr/>
          </p:nvSpPr>
          <p:spPr>
            <a:xfrm>
              <a:off x="-290920" y="0"/>
              <a:ext cx="12482920" cy="6858000"/>
            </a:xfrm>
            <a:prstGeom prst="rect">
              <a:avLst/>
            </a:prstGeom>
            <a:solidFill>
              <a:srgbClr val="F0EEF0"/>
            </a:solidFill>
            <a:ln>
              <a:noFill/>
            </a:ln>
            <a:effectLst>
              <a:outerShdw blurRad="215900" dist="38100" sx="101000" sy="101000" algn="l" rotWithShape="0">
                <a:schemeClr val="tx1">
                  <a:lumMod val="65000"/>
                  <a:lumOff val="35000"/>
                  <a:alpha val="35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7AC43ACA-5000-40E2-80D3-19833F9F1A3F}"/>
                </a:ext>
              </a:extLst>
            </p:cNvPr>
            <p:cNvSpPr/>
            <p:nvPr/>
          </p:nvSpPr>
          <p:spPr>
            <a:xfrm>
              <a:off x="11023600" y="2337441"/>
              <a:ext cx="1168400" cy="2360918"/>
            </a:xfrm>
            <a:custGeom>
              <a:avLst/>
              <a:gdLst>
                <a:gd name="connsiteX0" fmla="*/ 1168400 w 1168400"/>
                <a:gd name="connsiteY0" fmla="*/ 0 h 2360918"/>
                <a:gd name="connsiteX1" fmla="*/ 1168400 w 1168400"/>
                <a:gd name="connsiteY1" fmla="*/ 2360918 h 2360918"/>
                <a:gd name="connsiteX2" fmla="*/ 1060340 w 1168400"/>
                <a:gd name="connsiteY2" fmla="*/ 2355461 h 2360918"/>
                <a:gd name="connsiteX3" fmla="*/ 0 w 1168400"/>
                <a:gd name="connsiteY3" fmla="*/ 1180459 h 2360918"/>
                <a:gd name="connsiteX4" fmla="*/ 1060340 w 1168400"/>
                <a:gd name="connsiteY4" fmla="*/ 5457 h 2360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68400" h="2360918">
                  <a:moveTo>
                    <a:pt x="1168400" y="0"/>
                  </a:moveTo>
                  <a:lnTo>
                    <a:pt x="1168400" y="2360918"/>
                  </a:lnTo>
                  <a:lnTo>
                    <a:pt x="1060340" y="2355461"/>
                  </a:lnTo>
                  <a:cubicBezTo>
                    <a:pt x="464762" y="2294977"/>
                    <a:pt x="0" y="1791994"/>
                    <a:pt x="0" y="1180459"/>
                  </a:cubicBezTo>
                  <a:cubicBezTo>
                    <a:pt x="0" y="568924"/>
                    <a:pt x="464762" y="65941"/>
                    <a:pt x="1060340" y="5457"/>
                  </a:cubicBezTo>
                  <a:close/>
                </a:path>
              </a:pathLst>
            </a:custGeom>
            <a:solidFill>
              <a:srgbClr val="FF596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E022673-C77C-4E8F-AF41-8B283703E87E}"/>
                </a:ext>
              </a:extLst>
            </p:cNvPr>
            <p:cNvSpPr txBox="1"/>
            <p:nvPr/>
          </p:nvSpPr>
          <p:spPr>
            <a:xfrm rot="16200000">
              <a:off x="10872792" y="3317843"/>
              <a:ext cx="1992086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rgbClr val="F0EEF0"/>
                  </a:solidFill>
                  <a:latin typeface="Tw Cen MT" panose="020B0602020104020603" pitchFamily="34" charset="0"/>
                </a:rPr>
                <a:t>Latar</a:t>
              </a:r>
              <a:r>
                <a:rPr lang="en-US" sz="2000" b="1" dirty="0">
                  <a:solidFill>
                    <a:srgbClr val="F0EEF0"/>
                  </a:solidFill>
                  <a:latin typeface="Tw Cen MT" panose="020B0602020104020603" pitchFamily="34" charset="0"/>
                </a:rPr>
                <a:t> </a:t>
              </a:r>
              <a:r>
                <a:rPr lang="en-US" sz="2000" b="1" dirty="0" err="1">
                  <a:solidFill>
                    <a:srgbClr val="F0EEF0"/>
                  </a:solidFill>
                  <a:latin typeface="Tw Cen MT" panose="020B0602020104020603" pitchFamily="34" charset="0"/>
                </a:rPr>
                <a:t>Belakang</a:t>
              </a:r>
              <a:endParaRPr lang="en-US" sz="2000" b="1" dirty="0">
                <a:solidFill>
                  <a:srgbClr val="F0EEF0"/>
                </a:solidFill>
                <a:latin typeface="Tw Cen MT" panose="020B0602020104020603" pitchFamily="34" charset="0"/>
              </a:endParaRPr>
            </a:p>
          </p:txBody>
        </p:sp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E8AD023B-AE8D-405F-90E6-27B0D470799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11129999" y="3247473"/>
              <a:ext cx="530600" cy="530600"/>
            </a:xfrm>
            <a:prstGeom prst="rect">
              <a:avLst/>
            </a:prstGeom>
          </p:spPr>
        </p:pic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9A27401-3327-4871-86AC-B461CA62C3AC}"/>
              </a:ext>
            </a:extLst>
          </p:cNvPr>
          <p:cNvGrpSpPr/>
          <p:nvPr/>
        </p:nvGrpSpPr>
        <p:grpSpPr>
          <a:xfrm>
            <a:off x="-8798784" y="0"/>
            <a:ext cx="11447501" cy="6858000"/>
            <a:chOff x="213096" y="0"/>
            <a:chExt cx="11447501" cy="6858000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706C029B-A799-4206-A656-A006D8F83990}"/>
                </a:ext>
              </a:extLst>
            </p:cNvPr>
            <p:cNvSpPr/>
            <p:nvPr/>
          </p:nvSpPr>
          <p:spPr>
            <a:xfrm>
              <a:off x="213096" y="0"/>
              <a:ext cx="11447501" cy="6858000"/>
            </a:xfrm>
            <a:prstGeom prst="rect">
              <a:avLst/>
            </a:prstGeom>
            <a:solidFill>
              <a:srgbClr val="F0EEF0"/>
            </a:solidFill>
            <a:ln>
              <a:noFill/>
            </a:ln>
            <a:effectLst>
              <a:outerShdw blurRad="215900" dist="38100" sx="101000" sy="101000" algn="l" rotWithShape="0">
                <a:schemeClr val="tx1">
                  <a:lumMod val="65000"/>
                  <a:lumOff val="35000"/>
                  <a:alpha val="35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63328131-EC42-4D6D-A247-91FD3D23E58C}"/>
                </a:ext>
              </a:extLst>
            </p:cNvPr>
            <p:cNvSpPr/>
            <p:nvPr/>
          </p:nvSpPr>
          <p:spPr>
            <a:xfrm>
              <a:off x="10492197" y="2337441"/>
              <a:ext cx="1168400" cy="2360918"/>
            </a:xfrm>
            <a:custGeom>
              <a:avLst/>
              <a:gdLst>
                <a:gd name="connsiteX0" fmla="*/ 1168400 w 1168400"/>
                <a:gd name="connsiteY0" fmla="*/ 0 h 2360918"/>
                <a:gd name="connsiteX1" fmla="*/ 1168400 w 1168400"/>
                <a:gd name="connsiteY1" fmla="*/ 2360918 h 2360918"/>
                <a:gd name="connsiteX2" fmla="*/ 1060340 w 1168400"/>
                <a:gd name="connsiteY2" fmla="*/ 2355461 h 2360918"/>
                <a:gd name="connsiteX3" fmla="*/ 0 w 1168400"/>
                <a:gd name="connsiteY3" fmla="*/ 1180459 h 2360918"/>
                <a:gd name="connsiteX4" fmla="*/ 1060340 w 1168400"/>
                <a:gd name="connsiteY4" fmla="*/ 5457 h 2360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68400" h="2360918">
                  <a:moveTo>
                    <a:pt x="1168400" y="0"/>
                  </a:moveTo>
                  <a:lnTo>
                    <a:pt x="1168400" y="2360918"/>
                  </a:lnTo>
                  <a:lnTo>
                    <a:pt x="1060340" y="2355461"/>
                  </a:lnTo>
                  <a:cubicBezTo>
                    <a:pt x="464762" y="2294977"/>
                    <a:pt x="0" y="1791994"/>
                    <a:pt x="0" y="1180459"/>
                  </a:cubicBezTo>
                  <a:cubicBezTo>
                    <a:pt x="0" y="568924"/>
                    <a:pt x="464762" y="65941"/>
                    <a:pt x="1060340" y="5457"/>
                  </a:cubicBezTo>
                  <a:close/>
                </a:path>
              </a:pathLst>
            </a:custGeom>
            <a:solidFill>
              <a:srgbClr val="52CD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A728384-87ED-4E87-8F78-97EB653FDC67}"/>
                </a:ext>
              </a:extLst>
            </p:cNvPr>
            <p:cNvSpPr txBox="1"/>
            <p:nvPr/>
          </p:nvSpPr>
          <p:spPr>
            <a:xfrm rot="16200000">
              <a:off x="10341391" y="3259721"/>
              <a:ext cx="199208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 err="1">
                  <a:solidFill>
                    <a:srgbClr val="F0EEF0"/>
                  </a:solidFill>
                  <a:latin typeface="Tw Cen MT" panose="020B0602020104020603" pitchFamily="34" charset="0"/>
                </a:rPr>
                <a:t>Identifikasi</a:t>
              </a:r>
              <a:r>
                <a:rPr lang="en-US" sz="1600" b="1" dirty="0">
                  <a:solidFill>
                    <a:srgbClr val="F0EEF0"/>
                  </a:solidFill>
                  <a:latin typeface="Tw Cen MT" panose="020B0602020104020603" pitchFamily="34" charset="0"/>
                </a:rPr>
                <a:t> </a:t>
              </a:r>
              <a:r>
                <a:rPr lang="en-US" sz="1600" b="1" dirty="0" err="1">
                  <a:solidFill>
                    <a:srgbClr val="F0EEF0"/>
                  </a:solidFill>
                  <a:latin typeface="Tw Cen MT" panose="020B0602020104020603" pitchFamily="34" charset="0"/>
                </a:rPr>
                <a:t>Masalah</a:t>
              </a:r>
              <a:endParaRPr lang="en-US" sz="1600" b="1" dirty="0">
                <a:solidFill>
                  <a:srgbClr val="F0EEF0"/>
                </a:solidFill>
                <a:latin typeface="Tw Cen MT" panose="020B0602020104020603" pitchFamily="34" charset="0"/>
              </a:endParaRPr>
            </a:p>
          </p:txBody>
        </p:sp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2B44F548-697F-412D-9B99-861C2724638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10600933" y="3247473"/>
              <a:ext cx="530600" cy="530600"/>
            </a:xfrm>
            <a:prstGeom prst="rect">
              <a:avLst/>
            </a:prstGeom>
          </p:spPr>
        </p:pic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C0099890-786A-4F87-960D-5DADE5168909}"/>
              </a:ext>
            </a:extLst>
          </p:cNvPr>
          <p:cNvGrpSpPr/>
          <p:nvPr/>
        </p:nvGrpSpPr>
        <p:grpSpPr>
          <a:xfrm>
            <a:off x="-7847639" y="0"/>
            <a:ext cx="9961092" cy="6858000"/>
            <a:chOff x="491575" y="0"/>
            <a:chExt cx="9961092" cy="6858000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CE9AAB1E-3A13-4745-A574-9EE6806378C9}"/>
                </a:ext>
              </a:extLst>
            </p:cNvPr>
            <p:cNvSpPr/>
            <p:nvPr/>
          </p:nvSpPr>
          <p:spPr>
            <a:xfrm>
              <a:off x="491575" y="0"/>
              <a:ext cx="9961092" cy="6858000"/>
            </a:xfrm>
            <a:prstGeom prst="rect">
              <a:avLst/>
            </a:prstGeom>
            <a:solidFill>
              <a:srgbClr val="F0EEF0"/>
            </a:solidFill>
            <a:ln>
              <a:noFill/>
            </a:ln>
            <a:effectLst>
              <a:outerShdw blurRad="215900" dist="38100" sx="101000" sy="101000" algn="l" rotWithShape="0">
                <a:schemeClr val="tx1">
                  <a:lumMod val="65000"/>
                  <a:lumOff val="35000"/>
                  <a:alpha val="35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1BC0F905-3F71-4932-B130-39D508C4D117}"/>
                </a:ext>
              </a:extLst>
            </p:cNvPr>
            <p:cNvSpPr/>
            <p:nvPr/>
          </p:nvSpPr>
          <p:spPr>
            <a:xfrm>
              <a:off x="9284267" y="2337440"/>
              <a:ext cx="1168400" cy="2360918"/>
            </a:xfrm>
            <a:custGeom>
              <a:avLst/>
              <a:gdLst>
                <a:gd name="connsiteX0" fmla="*/ 1168400 w 1168400"/>
                <a:gd name="connsiteY0" fmla="*/ 0 h 2360918"/>
                <a:gd name="connsiteX1" fmla="*/ 1168400 w 1168400"/>
                <a:gd name="connsiteY1" fmla="*/ 2360918 h 2360918"/>
                <a:gd name="connsiteX2" fmla="*/ 1060340 w 1168400"/>
                <a:gd name="connsiteY2" fmla="*/ 2355461 h 2360918"/>
                <a:gd name="connsiteX3" fmla="*/ 0 w 1168400"/>
                <a:gd name="connsiteY3" fmla="*/ 1180459 h 2360918"/>
                <a:gd name="connsiteX4" fmla="*/ 1060340 w 1168400"/>
                <a:gd name="connsiteY4" fmla="*/ 5457 h 2360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68400" h="2360918">
                  <a:moveTo>
                    <a:pt x="1168400" y="0"/>
                  </a:moveTo>
                  <a:lnTo>
                    <a:pt x="1168400" y="2360918"/>
                  </a:lnTo>
                  <a:lnTo>
                    <a:pt x="1060340" y="2355461"/>
                  </a:lnTo>
                  <a:cubicBezTo>
                    <a:pt x="464762" y="2294977"/>
                    <a:pt x="0" y="1791994"/>
                    <a:pt x="0" y="1180459"/>
                  </a:cubicBezTo>
                  <a:cubicBezTo>
                    <a:pt x="0" y="568924"/>
                    <a:pt x="464762" y="65941"/>
                    <a:pt x="1060340" y="5457"/>
                  </a:cubicBezTo>
                  <a:close/>
                </a:path>
              </a:pathLst>
            </a:custGeom>
            <a:solidFill>
              <a:srgbClr val="FFC73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3EC5869-A976-4328-A864-2BB04E7E7BFC}"/>
                </a:ext>
              </a:extLst>
            </p:cNvPr>
            <p:cNvSpPr txBox="1"/>
            <p:nvPr/>
          </p:nvSpPr>
          <p:spPr>
            <a:xfrm rot="16200000">
              <a:off x="9117129" y="3328109"/>
              <a:ext cx="199208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rgbClr val="F0EEF0"/>
                  </a:solidFill>
                  <a:latin typeface="Tw Cen MT" panose="020B0602020104020603" pitchFamily="34" charset="0"/>
                </a:rPr>
                <a:t>Batasan </a:t>
              </a:r>
              <a:r>
                <a:rPr lang="en-US" b="1" dirty="0" err="1">
                  <a:solidFill>
                    <a:srgbClr val="F0EEF0"/>
                  </a:solidFill>
                  <a:latin typeface="Tw Cen MT" panose="020B0602020104020603" pitchFamily="34" charset="0"/>
                </a:rPr>
                <a:t>Masalah</a:t>
              </a:r>
              <a:endParaRPr lang="en-US" b="1" dirty="0">
                <a:solidFill>
                  <a:srgbClr val="F0EEF0"/>
                </a:solidFill>
                <a:latin typeface="Tw Cen MT" panose="020B0602020104020603" pitchFamily="34" charset="0"/>
              </a:endParaRPr>
            </a:p>
          </p:txBody>
        </p:sp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7C8E4AB7-ADC0-4FEE-AE7A-994F5DAD3FE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9385467" y="3247473"/>
              <a:ext cx="530600" cy="530600"/>
            </a:xfrm>
            <a:prstGeom prst="rect">
              <a:avLst/>
            </a:prstGeom>
          </p:spPr>
        </p:pic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0E4F6447-6163-4D6A-A8D2-BD63B6CB3A42}"/>
              </a:ext>
            </a:extLst>
          </p:cNvPr>
          <p:cNvGrpSpPr/>
          <p:nvPr/>
        </p:nvGrpSpPr>
        <p:grpSpPr>
          <a:xfrm>
            <a:off x="-7985197" y="0"/>
            <a:ext cx="9574094" cy="6858000"/>
            <a:chOff x="491575" y="0"/>
            <a:chExt cx="9574094" cy="6858000"/>
          </a:xfrm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5CB8CB55-9DEC-4367-900E-7257FE1B874F}"/>
                </a:ext>
              </a:extLst>
            </p:cNvPr>
            <p:cNvSpPr/>
            <p:nvPr/>
          </p:nvSpPr>
          <p:spPr>
            <a:xfrm>
              <a:off x="491575" y="0"/>
              <a:ext cx="9574094" cy="6858000"/>
            </a:xfrm>
            <a:prstGeom prst="rect">
              <a:avLst/>
            </a:prstGeom>
            <a:solidFill>
              <a:srgbClr val="F0EEF0"/>
            </a:solidFill>
            <a:ln>
              <a:noFill/>
            </a:ln>
            <a:effectLst>
              <a:outerShdw blurRad="215900" dist="38100" sx="101000" sy="101000" algn="l" rotWithShape="0">
                <a:schemeClr val="tx1">
                  <a:lumMod val="65000"/>
                  <a:lumOff val="35000"/>
                  <a:alpha val="35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9DBAEDD6-7153-4AFF-BDC7-5A225B4B5642}"/>
                </a:ext>
              </a:extLst>
            </p:cNvPr>
            <p:cNvSpPr/>
            <p:nvPr/>
          </p:nvSpPr>
          <p:spPr>
            <a:xfrm>
              <a:off x="8897260" y="2337440"/>
              <a:ext cx="1168400" cy="2360918"/>
            </a:xfrm>
            <a:custGeom>
              <a:avLst/>
              <a:gdLst>
                <a:gd name="connsiteX0" fmla="*/ 1168400 w 1168400"/>
                <a:gd name="connsiteY0" fmla="*/ 0 h 2360918"/>
                <a:gd name="connsiteX1" fmla="*/ 1168400 w 1168400"/>
                <a:gd name="connsiteY1" fmla="*/ 2360918 h 2360918"/>
                <a:gd name="connsiteX2" fmla="*/ 1060340 w 1168400"/>
                <a:gd name="connsiteY2" fmla="*/ 2355461 h 2360918"/>
                <a:gd name="connsiteX3" fmla="*/ 0 w 1168400"/>
                <a:gd name="connsiteY3" fmla="*/ 1180459 h 2360918"/>
                <a:gd name="connsiteX4" fmla="*/ 1060340 w 1168400"/>
                <a:gd name="connsiteY4" fmla="*/ 5457 h 2360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68400" h="2360918">
                  <a:moveTo>
                    <a:pt x="1168400" y="0"/>
                  </a:moveTo>
                  <a:lnTo>
                    <a:pt x="1168400" y="2360918"/>
                  </a:lnTo>
                  <a:lnTo>
                    <a:pt x="1060340" y="2355461"/>
                  </a:lnTo>
                  <a:cubicBezTo>
                    <a:pt x="464762" y="2294977"/>
                    <a:pt x="0" y="1791994"/>
                    <a:pt x="0" y="1180459"/>
                  </a:cubicBezTo>
                  <a:cubicBezTo>
                    <a:pt x="0" y="568924"/>
                    <a:pt x="464762" y="65941"/>
                    <a:pt x="1060340" y="5457"/>
                  </a:cubicBezTo>
                  <a:close/>
                </a:path>
              </a:pathLst>
            </a:custGeom>
            <a:solidFill>
              <a:srgbClr val="5D737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12F9D37B-DE70-4087-8A7F-BBA0BAF5B6CF}"/>
                </a:ext>
              </a:extLst>
            </p:cNvPr>
            <p:cNvSpPr txBox="1"/>
            <p:nvPr/>
          </p:nvSpPr>
          <p:spPr>
            <a:xfrm rot="16200000">
              <a:off x="8746453" y="3328108"/>
              <a:ext cx="199208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 err="1">
                  <a:solidFill>
                    <a:srgbClr val="F0EEF0"/>
                  </a:solidFill>
                  <a:latin typeface="Tw Cen MT" panose="020B0602020104020603" pitchFamily="34" charset="0"/>
                </a:rPr>
                <a:t>Rumusan</a:t>
              </a:r>
              <a:r>
                <a:rPr lang="en-US" b="1" dirty="0">
                  <a:solidFill>
                    <a:srgbClr val="F0EEF0"/>
                  </a:solidFill>
                  <a:latin typeface="Tw Cen MT" panose="020B0602020104020603" pitchFamily="34" charset="0"/>
                </a:rPr>
                <a:t> </a:t>
              </a:r>
              <a:r>
                <a:rPr lang="en-US" b="1" dirty="0" err="1">
                  <a:solidFill>
                    <a:srgbClr val="F0EEF0"/>
                  </a:solidFill>
                  <a:latin typeface="Tw Cen MT" panose="020B0602020104020603" pitchFamily="34" charset="0"/>
                </a:rPr>
                <a:t>Masalah</a:t>
              </a:r>
              <a:endParaRPr lang="en-US" b="1" dirty="0">
                <a:solidFill>
                  <a:srgbClr val="F0EEF0"/>
                </a:solidFill>
                <a:latin typeface="Tw Cen MT" panose="020B0602020104020603" pitchFamily="34" charset="0"/>
              </a:endParaRPr>
            </a:p>
          </p:txBody>
        </p:sp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6FA13E8D-3FCC-4EC2-BD8C-6CE7CA0ECDF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8992269" y="3247473"/>
              <a:ext cx="530600" cy="530600"/>
            </a:xfrm>
            <a:prstGeom prst="rect">
              <a:avLst/>
            </a:prstGeom>
          </p:spPr>
        </p:pic>
      </p:grpSp>
      <p:sp>
        <p:nvSpPr>
          <p:cNvPr id="39" name="Rectangle 38">
            <a:extLst>
              <a:ext uri="{FF2B5EF4-FFF2-40B4-BE49-F238E27FC236}">
                <a16:creationId xmlns:a16="http://schemas.microsoft.com/office/drawing/2014/main" id="{71382190-201C-4BAE-91F3-296A26671C96}"/>
              </a:ext>
            </a:extLst>
          </p:cNvPr>
          <p:cNvSpPr/>
          <p:nvPr/>
        </p:nvSpPr>
        <p:spPr>
          <a:xfrm>
            <a:off x="-7962177" y="-1"/>
            <a:ext cx="5781368" cy="6858000"/>
          </a:xfrm>
          <a:prstGeom prst="rect">
            <a:avLst/>
          </a:prstGeom>
          <a:solidFill>
            <a:srgbClr val="F0EEF0"/>
          </a:solidFill>
          <a:ln>
            <a:noFill/>
          </a:ln>
          <a:effectLst>
            <a:outerShdw blurRad="215900" dist="38100" sx="101000" sy="101000" algn="l" rotWithShape="0">
              <a:schemeClr val="tx1">
                <a:lumMod val="65000"/>
                <a:lumOff val="35000"/>
                <a:alpha val="3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3FD3EE0D-FD02-4885-9AC0-03F414A9888F}"/>
              </a:ext>
            </a:extLst>
          </p:cNvPr>
          <p:cNvGrpSpPr/>
          <p:nvPr/>
        </p:nvGrpSpPr>
        <p:grpSpPr>
          <a:xfrm>
            <a:off x="-7638543" y="-1"/>
            <a:ext cx="8692332" cy="6858000"/>
            <a:chOff x="718505" y="-1"/>
            <a:chExt cx="8692332" cy="6858000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60A9D552-2EF0-4DB4-9DC6-F52F2FD55E3C}"/>
                </a:ext>
              </a:extLst>
            </p:cNvPr>
            <p:cNvSpPr/>
            <p:nvPr/>
          </p:nvSpPr>
          <p:spPr>
            <a:xfrm>
              <a:off x="718505" y="-1"/>
              <a:ext cx="8692331" cy="6858000"/>
            </a:xfrm>
            <a:prstGeom prst="rect">
              <a:avLst/>
            </a:prstGeom>
            <a:solidFill>
              <a:srgbClr val="F0EEF0"/>
            </a:solidFill>
            <a:ln>
              <a:noFill/>
            </a:ln>
            <a:effectLst>
              <a:outerShdw blurRad="215900" dist="38100" sx="101000" sy="101000" algn="l" rotWithShape="0">
                <a:schemeClr val="tx1">
                  <a:lumMod val="65000"/>
                  <a:lumOff val="35000"/>
                  <a:alpha val="35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DA27D1F1-923F-4591-A07A-39E775B734F9}"/>
                </a:ext>
              </a:extLst>
            </p:cNvPr>
            <p:cNvSpPr/>
            <p:nvPr/>
          </p:nvSpPr>
          <p:spPr>
            <a:xfrm>
              <a:off x="8242436" y="2337439"/>
              <a:ext cx="1168400" cy="2360918"/>
            </a:xfrm>
            <a:custGeom>
              <a:avLst/>
              <a:gdLst>
                <a:gd name="connsiteX0" fmla="*/ 1168400 w 1168400"/>
                <a:gd name="connsiteY0" fmla="*/ 0 h 2360918"/>
                <a:gd name="connsiteX1" fmla="*/ 1168400 w 1168400"/>
                <a:gd name="connsiteY1" fmla="*/ 2360918 h 2360918"/>
                <a:gd name="connsiteX2" fmla="*/ 1060340 w 1168400"/>
                <a:gd name="connsiteY2" fmla="*/ 2355461 h 2360918"/>
                <a:gd name="connsiteX3" fmla="*/ 0 w 1168400"/>
                <a:gd name="connsiteY3" fmla="*/ 1180459 h 2360918"/>
                <a:gd name="connsiteX4" fmla="*/ 1060340 w 1168400"/>
                <a:gd name="connsiteY4" fmla="*/ 5457 h 2360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68400" h="2360918">
                  <a:moveTo>
                    <a:pt x="1168400" y="0"/>
                  </a:moveTo>
                  <a:lnTo>
                    <a:pt x="1168400" y="2360918"/>
                  </a:lnTo>
                  <a:lnTo>
                    <a:pt x="1060340" y="2355461"/>
                  </a:lnTo>
                  <a:cubicBezTo>
                    <a:pt x="464762" y="2294977"/>
                    <a:pt x="0" y="1791994"/>
                    <a:pt x="0" y="1180459"/>
                  </a:cubicBezTo>
                  <a:cubicBezTo>
                    <a:pt x="0" y="568924"/>
                    <a:pt x="464762" y="65941"/>
                    <a:pt x="1060340" y="5457"/>
                  </a:cubicBezTo>
                  <a:close/>
                </a:path>
              </a:pathLst>
            </a:cu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0E895421-2372-4C7F-93D2-3B0353A6E7BD}"/>
                </a:ext>
              </a:extLst>
            </p:cNvPr>
            <p:cNvSpPr txBox="1"/>
            <p:nvPr/>
          </p:nvSpPr>
          <p:spPr>
            <a:xfrm rot="16200000">
              <a:off x="8091629" y="3189608"/>
              <a:ext cx="199208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 err="1">
                  <a:solidFill>
                    <a:srgbClr val="F0EEF0"/>
                  </a:solidFill>
                  <a:latin typeface="Tw Cen MT" panose="020B0602020104020603" pitchFamily="34" charset="0"/>
                </a:rPr>
                <a:t>Tujuan</a:t>
              </a:r>
              <a:r>
                <a:rPr lang="en-US" b="1" dirty="0">
                  <a:solidFill>
                    <a:srgbClr val="F0EEF0"/>
                  </a:solidFill>
                  <a:latin typeface="Tw Cen MT" panose="020B0602020104020603" pitchFamily="34" charset="0"/>
                </a:rPr>
                <a:t> </a:t>
              </a:r>
              <a:r>
                <a:rPr lang="en-US" b="1" dirty="0" err="1">
                  <a:solidFill>
                    <a:srgbClr val="F0EEF0"/>
                  </a:solidFill>
                  <a:latin typeface="Tw Cen MT" panose="020B0602020104020603" pitchFamily="34" charset="0"/>
                </a:rPr>
                <a:t>Perancangan</a:t>
              </a:r>
              <a:endParaRPr lang="en-US" b="1" dirty="0">
                <a:solidFill>
                  <a:srgbClr val="F0EEF0"/>
                </a:solidFill>
                <a:latin typeface="Tw Cen MT" panose="020B0602020104020603" pitchFamily="34" charset="0"/>
              </a:endParaRPr>
            </a:p>
          </p:txBody>
        </p:sp>
        <p:pic>
          <p:nvPicPr>
            <p:cNvPr id="44" name="Picture 43">
              <a:extLst>
                <a:ext uri="{FF2B5EF4-FFF2-40B4-BE49-F238E27FC236}">
                  <a16:creationId xmlns:a16="http://schemas.microsoft.com/office/drawing/2014/main" id="{1A9D6167-F7B8-4BFF-8BC5-2D13EF0CFF8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8340472" y="3247473"/>
              <a:ext cx="530600" cy="530600"/>
            </a:xfrm>
            <a:prstGeom prst="rect">
              <a:avLst/>
            </a:prstGeom>
          </p:spPr>
        </p:pic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76789F00-2688-429D-926C-15F83152FDBE}"/>
              </a:ext>
            </a:extLst>
          </p:cNvPr>
          <p:cNvGrpSpPr/>
          <p:nvPr/>
        </p:nvGrpSpPr>
        <p:grpSpPr>
          <a:xfrm>
            <a:off x="-9395082" y="-1"/>
            <a:ext cx="9948758" cy="6858000"/>
            <a:chOff x="-9337032" y="-1"/>
            <a:chExt cx="9948758" cy="6858000"/>
          </a:xfrm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FF862AB6-114D-4C6A-B849-5A11B3650265}"/>
                </a:ext>
              </a:extLst>
            </p:cNvPr>
            <p:cNvSpPr/>
            <p:nvPr/>
          </p:nvSpPr>
          <p:spPr>
            <a:xfrm>
              <a:off x="-9337032" y="-1"/>
              <a:ext cx="9923504" cy="6858000"/>
            </a:xfrm>
            <a:prstGeom prst="rect">
              <a:avLst/>
            </a:prstGeom>
            <a:solidFill>
              <a:srgbClr val="F0EEF0"/>
            </a:solidFill>
            <a:ln>
              <a:noFill/>
            </a:ln>
            <a:effectLst>
              <a:outerShdw blurRad="215900" dist="38100" sx="101000" sy="101000" algn="l" rotWithShape="0">
                <a:schemeClr val="tx1">
                  <a:lumMod val="65000"/>
                  <a:lumOff val="35000"/>
                  <a:alpha val="35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30105858-8A3E-4676-96A7-18C1A74E36F4}"/>
                </a:ext>
              </a:extLst>
            </p:cNvPr>
            <p:cNvSpPr/>
            <p:nvPr/>
          </p:nvSpPr>
          <p:spPr>
            <a:xfrm>
              <a:off x="-577928" y="2337438"/>
              <a:ext cx="1168400" cy="2360918"/>
            </a:xfrm>
            <a:custGeom>
              <a:avLst/>
              <a:gdLst>
                <a:gd name="connsiteX0" fmla="*/ 1168400 w 1168400"/>
                <a:gd name="connsiteY0" fmla="*/ 0 h 2360918"/>
                <a:gd name="connsiteX1" fmla="*/ 1168400 w 1168400"/>
                <a:gd name="connsiteY1" fmla="*/ 2360918 h 2360918"/>
                <a:gd name="connsiteX2" fmla="*/ 1060340 w 1168400"/>
                <a:gd name="connsiteY2" fmla="*/ 2355461 h 2360918"/>
                <a:gd name="connsiteX3" fmla="*/ 0 w 1168400"/>
                <a:gd name="connsiteY3" fmla="*/ 1180459 h 2360918"/>
                <a:gd name="connsiteX4" fmla="*/ 1060340 w 1168400"/>
                <a:gd name="connsiteY4" fmla="*/ 5457 h 2360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68400" h="2360918">
                  <a:moveTo>
                    <a:pt x="1168400" y="0"/>
                  </a:moveTo>
                  <a:lnTo>
                    <a:pt x="1168400" y="2360918"/>
                  </a:lnTo>
                  <a:lnTo>
                    <a:pt x="1060340" y="2355461"/>
                  </a:lnTo>
                  <a:cubicBezTo>
                    <a:pt x="464762" y="2294977"/>
                    <a:pt x="0" y="1791994"/>
                    <a:pt x="0" y="1180459"/>
                  </a:cubicBezTo>
                  <a:cubicBezTo>
                    <a:pt x="0" y="568924"/>
                    <a:pt x="464762" y="65941"/>
                    <a:pt x="1060340" y="5457"/>
                  </a:cubicBezTo>
                  <a:close/>
                </a:path>
              </a:pathLst>
            </a:custGeom>
            <a:solidFill>
              <a:srgbClr val="00A0A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8A634BD7-1512-45B6-AFE4-1EEA636625CB}"/>
                </a:ext>
              </a:extLst>
            </p:cNvPr>
            <p:cNvSpPr txBox="1"/>
            <p:nvPr/>
          </p:nvSpPr>
          <p:spPr>
            <a:xfrm rot="16200000">
              <a:off x="-738260" y="3158830"/>
              <a:ext cx="199208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rgbClr val="F0EEF0"/>
                  </a:solidFill>
                  <a:latin typeface="Tw Cen MT" panose="020B0602020104020603" pitchFamily="34" charset="0"/>
                </a:rPr>
                <a:t>Manfaat</a:t>
              </a:r>
              <a:r>
                <a:rPr lang="en-US" sz="2000" b="1" dirty="0">
                  <a:solidFill>
                    <a:srgbClr val="F0EEF0"/>
                  </a:solidFill>
                  <a:latin typeface="Tw Cen MT" panose="020B0602020104020603" pitchFamily="34" charset="0"/>
                </a:rPr>
                <a:t> </a:t>
              </a:r>
              <a:r>
                <a:rPr lang="en-US" sz="2000" b="1" dirty="0" err="1">
                  <a:solidFill>
                    <a:srgbClr val="F0EEF0"/>
                  </a:solidFill>
                  <a:latin typeface="Tw Cen MT" panose="020B0602020104020603" pitchFamily="34" charset="0"/>
                </a:rPr>
                <a:t>Perancangan</a:t>
              </a:r>
              <a:endParaRPr lang="en-US" sz="2000" b="1" dirty="0">
                <a:solidFill>
                  <a:srgbClr val="F0EEF0"/>
                </a:solidFill>
                <a:latin typeface="Tw Cen MT" panose="020B0602020104020603" pitchFamily="34" charset="0"/>
              </a:endParaRPr>
            </a:p>
          </p:txBody>
        </p:sp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F08704A4-CABE-4989-8BF7-C10A6BB40ED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-491912" y="3247473"/>
              <a:ext cx="530600" cy="530600"/>
            </a:xfrm>
            <a:prstGeom prst="rect">
              <a:avLst/>
            </a:prstGeom>
          </p:spPr>
        </p:pic>
      </p:grpSp>
      <p:sp>
        <p:nvSpPr>
          <p:cNvPr id="58" name="TextBox 57">
            <a:extLst>
              <a:ext uri="{FF2B5EF4-FFF2-40B4-BE49-F238E27FC236}">
                <a16:creationId xmlns:a16="http://schemas.microsoft.com/office/drawing/2014/main" id="{5E3C4031-953E-4571-805E-B5B35F2D3979}"/>
              </a:ext>
            </a:extLst>
          </p:cNvPr>
          <p:cNvSpPr txBox="1"/>
          <p:nvPr/>
        </p:nvSpPr>
        <p:spPr>
          <a:xfrm>
            <a:off x="3959188" y="2609922"/>
            <a:ext cx="7278915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 algn="just">
              <a:buFont typeface="Arial" panose="020B0604020202020204" pitchFamily="34" charset="0"/>
              <a:buChar char="•"/>
            </a:pPr>
            <a:r>
              <a:rPr lang="en-US" sz="2800" dirty="0" err="1">
                <a:solidFill>
                  <a:srgbClr val="52CBBE"/>
                </a:solidFill>
                <a:latin typeface="Tw Cen MT" panose="020B0602020104020603" pitchFamily="34" charset="0"/>
              </a:rPr>
              <a:t>Latar</a:t>
            </a:r>
            <a:r>
              <a:rPr lang="en-US" sz="2800" dirty="0">
                <a:solidFill>
                  <a:srgbClr val="52CBBE"/>
                </a:solidFill>
                <a:latin typeface="Tw Cen MT" panose="020B0602020104020603" pitchFamily="34" charset="0"/>
              </a:rPr>
              <a:t> </a:t>
            </a:r>
            <a:r>
              <a:rPr lang="en-US" sz="2800" dirty="0" err="1">
                <a:solidFill>
                  <a:srgbClr val="52CBBE"/>
                </a:solidFill>
                <a:latin typeface="Tw Cen MT" panose="020B0602020104020603" pitchFamily="34" charset="0"/>
              </a:rPr>
              <a:t>Belakang</a:t>
            </a:r>
            <a:r>
              <a:rPr lang="en-US" sz="2800" dirty="0">
                <a:solidFill>
                  <a:srgbClr val="52CBBE"/>
                </a:solidFill>
                <a:latin typeface="Tw Cen MT" panose="020B0602020104020603" pitchFamily="34" charset="0"/>
              </a:rPr>
              <a:t> </a:t>
            </a:r>
            <a:r>
              <a:rPr lang="en-US" sz="2800" dirty="0" err="1">
                <a:solidFill>
                  <a:srgbClr val="52CBBE"/>
                </a:solidFill>
                <a:latin typeface="Tw Cen MT" panose="020B0602020104020603" pitchFamily="34" charset="0"/>
              </a:rPr>
              <a:t>Masalah</a:t>
            </a:r>
            <a:endParaRPr lang="en-US" sz="2800" dirty="0">
              <a:solidFill>
                <a:srgbClr val="52CBBE"/>
              </a:solidFill>
              <a:latin typeface="Tw Cen MT" panose="020B0602020104020603" pitchFamily="34" charset="0"/>
            </a:endParaRPr>
          </a:p>
          <a:p>
            <a:pPr marL="571500" indent="-571500" algn="just">
              <a:buFont typeface="Arial" panose="020B0604020202020204" pitchFamily="34" charset="0"/>
              <a:buChar char="•"/>
            </a:pPr>
            <a:r>
              <a:rPr lang="en-US" sz="2800" dirty="0" err="1">
                <a:solidFill>
                  <a:srgbClr val="52CBBE"/>
                </a:solidFill>
                <a:latin typeface="Tw Cen MT" panose="020B0602020104020603" pitchFamily="34" charset="0"/>
              </a:rPr>
              <a:t>Identifikasi</a:t>
            </a:r>
            <a:r>
              <a:rPr lang="en-US" sz="2800" dirty="0">
                <a:solidFill>
                  <a:srgbClr val="52CBBE"/>
                </a:solidFill>
                <a:latin typeface="Tw Cen MT" panose="020B0602020104020603" pitchFamily="34" charset="0"/>
              </a:rPr>
              <a:t> </a:t>
            </a:r>
            <a:r>
              <a:rPr lang="en-US" sz="2800" dirty="0" err="1">
                <a:solidFill>
                  <a:srgbClr val="52CBBE"/>
                </a:solidFill>
                <a:latin typeface="Tw Cen MT" panose="020B0602020104020603" pitchFamily="34" charset="0"/>
              </a:rPr>
              <a:t>Masalah</a:t>
            </a:r>
            <a:endParaRPr lang="en-US" sz="2800" dirty="0">
              <a:solidFill>
                <a:srgbClr val="52CBBE"/>
              </a:solidFill>
              <a:latin typeface="Tw Cen MT" panose="020B0602020104020603" pitchFamily="34" charset="0"/>
            </a:endParaRPr>
          </a:p>
          <a:p>
            <a:pPr marL="571500" indent="-571500" algn="just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rgbClr val="52CBBE"/>
                </a:solidFill>
                <a:latin typeface="Tw Cen MT" panose="020B0602020104020603" pitchFamily="34" charset="0"/>
              </a:rPr>
              <a:t>Batasan </a:t>
            </a:r>
            <a:r>
              <a:rPr lang="en-US" sz="2800" dirty="0" err="1">
                <a:solidFill>
                  <a:srgbClr val="52CBBE"/>
                </a:solidFill>
                <a:latin typeface="Tw Cen MT" panose="020B0602020104020603" pitchFamily="34" charset="0"/>
              </a:rPr>
              <a:t>Masalah</a:t>
            </a:r>
            <a:endParaRPr lang="en-US" sz="2800" dirty="0">
              <a:solidFill>
                <a:srgbClr val="52CBBE"/>
              </a:solidFill>
              <a:latin typeface="Tw Cen MT" panose="020B0602020104020603" pitchFamily="34" charset="0"/>
            </a:endParaRPr>
          </a:p>
          <a:p>
            <a:pPr marL="571500" indent="-571500" algn="just">
              <a:buFont typeface="Arial" panose="020B0604020202020204" pitchFamily="34" charset="0"/>
              <a:buChar char="•"/>
            </a:pPr>
            <a:r>
              <a:rPr lang="en-US" sz="2800" dirty="0" err="1">
                <a:solidFill>
                  <a:srgbClr val="52CBBE"/>
                </a:solidFill>
                <a:latin typeface="Tw Cen MT" panose="020B0602020104020603" pitchFamily="34" charset="0"/>
              </a:rPr>
              <a:t>Rumusan</a:t>
            </a:r>
            <a:r>
              <a:rPr lang="en-US" sz="2800" dirty="0">
                <a:solidFill>
                  <a:srgbClr val="52CBBE"/>
                </a:solidFill>
                <a:latin typeface="Tw Cen MT" panose="020B0602020104020603" pitchFamily="34" charset="0"/>
              </a:rPr>
              <a:t> </a:t>
            </a:r>
            <a:r>
              <a:rPr lang="en-US" sz="2800" dirty="0" err="1">
                <a:solidFill>
                  <a:srgbClr val="52CBBE"/>
                </a:solidFill>
                <a:latin typeface="Tw Cen MT" panose="020B0602020104020603" pitchFamily="34" charset="0"/>
              </a:rPr>
              <a:t>Masalah</a:t>
            </a:r>
            <a:endParaRPr lang="en-US" sz="2800" dirty="0">
              <a:solidFill>
                <a:srgbClr val="52CBBE"/>
              </a:solidFill>
              <a:latin typeface="Tw Cen MT" panose="020B0602020104020603" pitchFamily="34" charset="0"/>
            </a:endParaRPr>
          </a:p>
          <a:p>
            <a:pPr marL="571500" indent="-571500" algn="just">
              <a:buFont typeface="Arial" panose="020B0604020202020204" pitchFamily="34" charset="0"/>
              <a:buChar char="•"/>
            </a:pPr>
            <a:r>
              <a:rPr lang="en-US" sz="2800" dirty="0" err="1">
                <a:solidFill>
                  <a:srgbClr val="52CBBE"/>
                </a:solidFill>
                <a:latin typeface="Tw Cen MT" panose="020B0602020104020603" pitchFamily="34" charset="0"/>
              </a:rPr>
              <a:t>Tujuan</a:t>
            </a:r>
            <a:r>
              <a:rPr lang="en-US" sz="2800" dirty="0">
                <a:solidFill>
                  <a:srgbClr val="52CBBE"/>
                </a:solidFill>
                <a:latin typeface="Tw Cen MT" panose="020B0602020104020603" pitchFamily="34" charset="0"/>
              </a:rPr>
              <a:t> </a:t>
            </a:r>
            <a:r>
              <a:rPr lang="en-US" sz="2800" dirty="0" err="1">
                <a:solidFill>
                  <a:srgbClr val="52CBBE"/>
                </a:solidFill>
                <a:latin typeface="Tw Cen MT" panose="020B0602020104020603" pitchFamily="34" charset="0"/>
              </a:rPr>
              <a:t>Perancangan</a:t>
            </a:r>
            <a:endParaRPr lang="en-US" sz="2800" dirty="0">
              <a:solidFill>
                <a:srgbClr val="52CBBE"/>
              </a:solidFill>
              <a:latin typeface="Tw Cen MT" panose="020B0602020104020603" pitchFamily="34" charset="0"/>
            </a:endParaRPr>
          </a:p>
          <a:p>
            <a:pPr marL="571500" indent="-571500" algn="just">
              <a:buFont typeface="Arial" panose="020B0604020202020204" pitchFamily="34" charset="0"/>
              <a:buChar char="•"/>
            </a:pPr>
            <a:r>
              <a:rPr lang="en-US" sz="2800" dirty="0" err="1">
                <a:solidFill>
                  <a:srgbClr val="52CBBE"/>
                </a:solidFill>
                <a:latin typeface="Tw Cen MT" panose="020B0602020104020603" pitchFamily="34" charset="0"/>
              </a:rPr>
              <a:t>Manfaat</a:t>
            </a:r>
            <a:r>
              <a:rPr lang="en-US" sz="2800" dirty="0">
                <a:solidFill>
                  <a:srgbClr val="52CBBE"/>
                </a:solidFill>
                <a:latin typeface="Tw Cen MT" panose="020B0602020104020603" pitchFamily="34" charset="0"/>
              </a:rPr>
              <a:t> </a:t>
            </a:r>
            <a:r>
              <a:rPr lang="en-US" sz="2800" dirty="0" err="1">
                <a:solidFill>
                  <a:srgbClr val="52CBBE"/>
                </a:solidFill>
                <a:latin typeface="Tw Cen MT" panose="020B0602020104020603" pitchFamily="34" charset="0"/>
              </a:rPr>
              <a:t>Perancangan</a:t>
            </a:r>
            <a:endParaRPr lang="en-US" sz="2800" dirty="0">
              <a:solidFill>
                <a:srgbClr val="52CBBE"/>
              </a:solidFill>
              <a:latin typeface="Tw Cen MT" panose="020B06020201040206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671253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5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5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5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5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5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5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5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5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5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5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5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5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5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5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5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5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5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5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5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Group 49">
            <a:extLst>
              <a:ext uri="{FF2B5EF4-FFF2-40B4-BE49-F238E27FC236}">
                <a16:creationId xmlns:a16="http://schemas.microsoft.com/office/drawing/2014/main" id="{066ACF4C-6F8C-46FC-8362-2E05C90EEAFA}"/>
              </a:ext>
            </a:extLst>
          </p:cNvPr>
          <p:cNvGrpSpPr/>
          <p:nvPr/>
        </p:nvGrpSpPr>
        <p:grpSpPr>
          <a:xfrm>
            <a:off x="-290920" y="0"/>
            <a:ext cx="12489803" cy="6858000"/>
            <a:chOff x="-290920" y="0"/>
            <a:chExt cx="12489803" cy="6858000"/>
          </a:xfrm>
        </p:grpSpPr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4F373113-18F1-4443-9A8E-5EF06C1D2FEA}"/>
                </a:ext>
              </a:extLst>
            </p:cNvPr>
            <p:cNvSpPr/>
            <p:nvPr/>
          </p:nvSpPr>
          <p:spPr>
            <a:xfrm>
              <a:off x="-290920" y="0"/>
              <a:ext cx="12482920" cy="6858000"/>
            </a:xfrm>
            <a:prstGeom prst="rect">
              <a:avLst/>
            </a:prstGeom>
            <a:solidFill>
              <a:srgbClr val="F0EEF0"/>
            </a:solidFill>
            <a:ln>
              <a:noFill/>
            </a:ln>
            <a:effectLst>
              <a:outerShdw blurRad="215900" dist="38100" sx="101000" sy="101000" algn="l" rotWithShape="0">
                <a:schemeClr val="tx1">
                  <a:lumMod val="65000"/>
                  <a:lumOff val="35000"/>
                  <a:alpha val="35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8F99D053-FB83-41F1-B2CB-C10918BC99BC}"/>
                </a:ext>
              </a:extLst>
            </p:cNvPr>
            <p:cNvSpPr/>
            <p:nvPr/>
          </p:nvSpPr>
          <p:spPr>
            <a:xfrm>
              <a:off x="11302528" y="2337441"/>
              <a:ext cx="889472" cy="2360918"/>
            </a:xfrm>
            <a:custGeom>
              <a:avLst/>
              <a:gdLst>
                <a:gd name="connsiteX0" fmla="*/ 1168400 w 1168400"/>
                <a:gd name="connsiteY0" fmla="*/ 0 h 2360918"/>
                <a:gd name="connsiteX1" fmla="*/ 1168400 w 1168400"/>
                <a:gd name="connsiteY1" fmla="*/ 2360918 h 2360918"/>
                <a:gd name="connsiteX2" fmla="*/ 1060340 w 1168400"/>
                <a:gd name="connsiteY2" fmla="*/ 2355461 h 2360918"/>
                <a:gd name="connsiteX3" fmla="*/ 0 w 1168400"/>
                <a:gd name="connsiteY3" fmla="*/ 1180459 h 2360918"/>
                <a:gd name="connsiteX4" fmla="*/ 1060340 w 1168400"/>
                <a:gd name="connsiteY4" fmla="*/ 5457 h 2360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68400" h="2360918">
                  <a:moveTo>
                    <a:pt x="1168400" y="0"/>
                  </a:moveTo>
                  <a:lnTo>
                    <a:pt x="1168400" y="2360918"/>
                  </a:lnTo>
                  <a:lnTo>
                    <a:pt x="1060340" y="2355461"/>
                  </a:lnTo>
                  <a:cubicBezTo>
                    <a:pt x="464762" y="2294977"/>
                    <a:pt x="0" y="1791994"/>
                    <a:pt x="0" y="1180459"/>
                  </a:cubicBezTo>
                  <a:cubicBezTo>
                    <a:pt x="0" y="568924"/>
                    <a:pt x="464762" y="65941"/>
                    <a:pt x="1060340" y="5457"/>
                  </a:cubicBezTo>
                  <a:close/>
                </a:path>
              </a:pathLst>
            </a:custGeom>
            <a:solidFill>
              <a:srgbClr val="FF596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7F4373C1-3934-47C3-8F36-E2FB2615CA87}"/>
                </a:ext>
              </a:extLst>
            </p:cNvPr>
            <p:cNvSpPr txBox="1"/>
            <p:nvPr/>
          </p:nvSpPr>
          <p:spPr>
            <a:xfrm rot="16200000">
              <a:off x="10787592" y="3287065"/>
              <a:ext cx="236091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 err="1">
                  <a:solidFill>
                    <a:srgbClr val="F0EEF0"/>
                  </a:solidFill>
                  <a:latin typeface="Tw Cen MT" panose="020B0602020104020603" pitchFamily="34" charset="0"/>
                </a:rPr>
                <a:t>Latar</a:t>
              </a:r>
              <a:r>
                <a:rPr lang="en-US" sz="2400" b="1" dirty="0">
                  <a:solidFill>
                    <a:srgbClr val="F0EEF0"/>
                  </a:solidFill>
                  <a:latin typeface="Tw Cen MT" panose="020B0602020104020603" pitchFamily="34" charset="0"/>
                </a:rPr>
                <a:t> </a:t>
              </a:r>
              <a:r>
                <a:rPr lang="en-US" sz="2400" b="1" dirty="0" err="1">
                  <a:solidFill>
                    <a:srgbClr val="F0EEF0"/>
                  </a:solidFill>
                  <a:latin typeface="Tw Cen MT" panose="020B0602020104020603" pitchFamily="34" charset="0"/>
                </a:rPr>
                <a:t>Belakang</a:t>
              </a:r>
              <a:endParaRPr lang="en-US" sz="2400" b="1" dirty="0">
                <a:solidFill>
                  <a:srgbClr val="F0EEF0"/>
                </a:solidFill>
                <a:latin typeface="Tw Cen MT" panose="020B0602020104020603" pitchFamily="34" charset="0"/>
              </a:endParaRPr>
            </a:p>
          </p:txBody>
        </p:sp>
        <p:pic>
          <p:nvPicPr>
            <p:cNvPr id="54" name="Picture 53">
              <a:extLst>
                <a:ext uri="{FF2B5EF4-FFF2-40B4-BE49-F238E27FC236}">
                  <a16:creationId xmlns:a16="http://schemas.microsoft.com/office/drawing/2014/main" id="{5A5E18E8-5A3E-4F1D-8254-6193AA55C07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11302525" y="3247472"/>
              <a:ext cx="530600" cy="530600"/>
            </a:xfrm>
            <a:prstGeom prst="rect">
              <a:avLst/>
            </a:prstGeom>
          </p:spPr>
        </p:pic>
      </p:grpSp>
      <p:sp>
        <p:nvSpPr>
          <p:cNvPr id="70" name="Rectangle 69">
            <a:extLst>
              <a:ext uri="{FF2B5EF4-FFF2-40B4-BE49-F238E27FC236}">
                <a16:creationId xmlns:a16="http://schemas.microsoft.com/office/drawing/2014/main" id="{371C6EE2-CCA6-4F94-870B-CB9D61CEBE17}"/>
              </a:ext>
            </a:extLst>
          </p:cNvPr>
          <p:cNvSpPr/>
          <p:nvPr/>
        </p:nvSpPr>
        <p:spPr>
          <a:xfrm>
            <a:off x="-7962177" y="-1"/>
            <a:ext cx="5781368" cy="6858000"/>
          </a:xfrm>
          <a:prstGeom prst="rect">
            <a:avLst/>
          </a:prstGeom>
          <a:solidFill>
            <a:srgbClr val="F0EEF0"/>
          </a:solidFill>
          <a:ln>
            <a:noFill/>
          </a:ln>
          <a:effectLst>
            <a:outerShdw blurRad="215900" dist="38100" sx="101000" sy="101000" algn="l" rotWithShape="0">
              <a:schemeClr val="tx1">
                <a:lumMod val="65000"/>
                <a:lumOff val="35000"/>
                <a:alpha val="3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8C906A3-0E05-412C-A51A-E12E1E6F7A30}"/>
              </a:ext>
            </a:extLst>
          </p:cNvPr>
          <p:cNvGrpSpPr/>
          <p:nvPr/>
        </p:nvGrpSpPr>
        <p:grpSpPr>
          <a:xfrm>
            <a:off x="3021802" y="400050"/>
            <a:ext cx="3264698" cy="771525"/>
            <a:chOff x="3021802" y="400050"/>
            <a:chExt cx="3264698" cy="814388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6FFFC064-9E4C-4212-A1F2-D9E12A1A06CB}"/>
                </a:ext>
              </a:extLst>
            </p:cNvPr>
            <p:cNvSpPr/>
            <p:nvPr/>
          </p:nvSpPr>
          <p:spPr>
            <a:xfrm>
              <a:off x="3021802" y="400050"/>
              <a:ext cx="3264698" cy="814388"/>
            </a:xfrm>
            <a:prstGeom prst="roundRect">
              <a:avLst/>
            </a:prstGeom>
            <a:solidFill>
              <a:srgbClr val="FF596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sz="2400" dirty="0" err="1"/>
                <a:t>Kemajuan</a:t>
              </a:r>
              <a:r>
                <a:rPr lang="en-US" sz="2400" dirty="0"/>
                <a:t> </a:t>
              </a:r>
              <a:r>
                <a:rPr lang="en-US" sz="2400" dirty="0" err="1"/>
                <a:t>Teknologi</a:t>
              </a:r>
              <a:endParaRPr lang="en-ID" sz="2400" dirty="0"/>
            </a:p>
          </p:txBody>
        </p:sp>
        <p:pic>
          <p:nvPicPr>
            <p:cNvPr id="5" name="Graphic 4" descr="DJ">
              <a:extLst>
                <a:ext uri="{FF2B5EF4-FFF2-40B4-BE49-F238E27FC236}">
                  <a16:creationId xmlns:a16="http://schemas.microsoft.com/office/drawing/2014/main" id="{0CC83E5B-DD40-4204-A07F-C8F3B250CDC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063061" y="541944"/>
              <a:ext cx="530600" cy="530600"/>
            </a:xfrm>
            <a:prstGeom prst="rect">
              <a:avLst/>
            </a:prstGeom>
          </p:spPr>
        </p:pic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4389768-F73F-43AE-9E58-4A56BAC0B6B3}"/>
              </a:ext>
            </a:extLst>
          </p:cNvPr>
          <p:cNvGrpSpPr/>
          <p:nvPr/>
        </p:nvGrpSpPr>
        <p:grpSpPr>
          <a:xfrm>
            <a:off x="3030955" y="1577716"/>
            <a:ext cx="3264698" cy="771525"/>
            <a:chOff x="3033787" y="1326127"/>
            <a:chExt cx="3264698" cy="771525"/>
          </a:xfrm>
        </p:grpSpPr>
        <p:sp>
          <p:nvSpPr>
            <p:cNvPr id="87" name="Rectangle: Rounded Corners 86">
              <a:extLst>
                <a:ext uri="{FF2B5EF4-FFF2-40B4-BE49-F238E27FC236}">
                  <a16:creationId xmlns:a16="http://schemas.microsoft.com/office/drawing/2014/main" id="{AD0CEF58-B47B-4F1A-9EC6-F513170F61D9}"/>
                </a:ext>
              </a:extLst>
            </p:cNvPr>
            <p:cNvSpPr/>
            <p:nvPr/>
          </p:nvSpPr>
          <p:spPr>
            <a:xfrm>
              <a:off x="3033787" y="1326127"/>
              <a:ext cx="3264698" cy="771525"/>
            </a:xfrm>
            <a:prstGeom prst="roundRect">
              <a:avLst/>
            </a:prstGeom>
            <a:solidFill>
              <a:srgbClr val="FF596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sz="2400" dirty="0" err="1"/>
                <a:t>Peningkatan</a:t>
              </a:r>
              <a:r>
                <a:rPr lang="en-US" sz="2400" dirty="0"/>
                <a:t> APK</a:t>
              </a:r>
              <a:endParaRPr lang="en-ID" sz="2400" dirty="0"/>
            </a:p>
          </p:txBody>
        </p:sp>
        <p:pic>
          <p:nvPicPr>
            <p:cNvPr id="8" name="Graphic 7" descr="Bar graph with upward trend">
              <a:extLst>
                <a:ext uri="{FF2B5EF4-FFF2-40B4-BE49-F238E27FC236}">
                  <a16:creationId xmlns:a16="http://schemas.microsoft.com/office/drawing/2014/main" id="{E6A71A0C-FB4D-49CB-91A4-8B50454F989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103281" y="1421532"/>
              <a:ext cx="604680" cy="604680"/>
            </a:xfrm>
            <a:prstGeom prst="rect">
              <a:avLst/>
            </a:prstGeom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AD71143-5759-407A-9D0D-8E9AEAC505BF}"/>
              </a:ext>
            </a:extLst>
          </p:cNvPr>
          <p:cNvGrpSpPr/>
          <p:nvPr/>
        </p:nvGrpSpPr>
        <p:grpSpPr>
          <a:xfrm>
            <a:off x="3030955" y="2825443"/>
            <a:ext cx="3264698" cy="771525"/>
            <a:chOff x="3083407" y="2360792"/>
            <a:chExt cx="3264698" cy="771525"/>
          </a:xfrm>
        </p:grpSpPr>
        <p:sp>
          <p:nvSpPr>
            <p:cNvPr id="89" name="Rectangle: Rounded Corners 88">
              <a:extLst>
                <a:ext uri="{FF2B5EF4-FFF2-40B4-BE49-F238E27FC236}">
                  <a16:creationId xmlns:a16="http://schemas.microsoft.com/office/drawing/2014/main" id="{FF7D7DBA-4656-4B61-B752-AE28864302E6}"/>
                </a:ext>
              </a:extLst>
            </p:cNvPr>
            <p:cNvSpPr/>
            <p:nvPr/>
          </p:nvSpPr>
          <p:spPr>
            <a:xfrm>
              <a:off x="3083407" y="2360792"/>
              <a:ext cx="3264698" cy="771525"/>
            </a:xfrm>
            <a:prstGeom prst="roundRect">
              <a:avLst/>
            </a:prstGeom>
            <a:solidFill>
              <a:srgbClr val="FF596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sz="2400" dirty="0" err="1"/>
                <a:t>Pandemi</a:t>
              </a:r>
              <a:r>
                <a:rPr lang="en-US" sz="2400" dirty="0"/>
                <a:t> Covid-19</a:t>
              </a:r>
              <a:endParaRPr lang="en-ID" sz="2400" dirty="0"/>
            </a:p>
          </p:txBody>
        </p:sp>
        <p:pic>
          <p:nvPicPr>
            <p:cNvPr id="10" name="Graphic 9" descr="First aid kit">
              <a:extLst>
                <a:ext uri="{FF2B5EF4-FFF2-40B4-BE49-F238E27FC236}">
                  <a16:creationId xmlns:a16="http://schemas.microsoft.com/office/drawing/2014/main" id="{34727971-C40B-4572-BE32-78E5B5B66B3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3144775" y="2419736"/>
              <a:ext cx="636482" cy="636482"/>
            </a:xfrm>
            <a:prstGeom prst="rect">
              <a:avLst/>
            </a:prstGeom>
          </p:spPr>
        </p:pic>
      </p:grpSp>
      <p:graphicFrame>
        <p:nvGraphicFramePr>
          <p:cNvPr id="95" name="Chart 94">
            <a:extLst>
              <a:ext uri="{FF2B5EF4-FFF2-40B4-BE49-F238E27FC236}">
                <a16:creationId xmlns:a16="http://schemas.microsoft.com/office/drawing/2014/main" id="{2B358369-B333-4C01-94D9-7841EA2FD84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60757147"/>
              </p:ext>
            </p:extLst>
          </p:nvPr>
        </p:nvGraphicFramePr>
        <p:xfrm>
          <a:off x="6831486" y="1975461"/>
          <a:ext cx="4210050" cy="324240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9"/>
          </a:graphicData>
        </a:graphic>
      </p:graphicFrame>
      <p:grpSp>
        <p:nvGrpSpPr>
          <p:cNvPr id="15" name="Group 14">
            <a:extLst>
              <a:ext uri="{FF2B5EF4-FFF2-40B4-BE49-F238E27FC236}">
                <a16:creationId xmlns:a16="http://schemas.microsoft.com/office/drawing/2014/main" id="{7DA10629-9423-4670-BC44-521908B47085}"/>
              </a:ext>
            </a:extLst>
          </p:cNvPr>
          <p:cNvGrpSpPr/>
          <p:nvPr/>
        </p:nvGrpSpPr>
        <p:grpSpPr>
          <a:xfrm>
            <a:off x="2993775" y="5284639"/>
            <a:ext cx="3264698" cy="771525"/>
            <a:chOff x="3033787" y="4312593"/>
            <a:chExt cx="3264698" cy="771525"/>
          </a:xfrm>
        </p:grpSpPr>
        <p:sp>
          <p:nvSpPr>
            <p:cNvPr id="93" name="Rectangle: Rounded Corners 92">
              <a:extLst>
                <a:ext uri="{FF2B5EF4-FFF2-40B4-BE49-F238E27FC236}">
                  <a16:creationId xmlns:a16="http://schemas.microsoft.com/office/drawing/2014/main" id="{00EE507E-773F-4827-829C-F0A8B660D2C8}"/>
                </a:ext>
              </a:extLst>
            </p:cNvPr>
            <p:cNvSpPr/>
            <p:nvPr/>
          </p:nvSpPr>
          <p:spPr>
            <a:xfrm>
              <a:off x="3033787" y="4312593"/>
              <a:ext cx="3264698" cy="771525"/>
            </a:xfrm>
            <a:prstGeom prst="roundRect">
              <a:avLst/>
            </a:prstGeom>
            <a:solidFill>
              <a:srgbClr val="FF596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sz="2400" dirty="0" err="1">
                  <a:solidFill>
                    <a:schemeClr val="bg1"/>
                  </a:solidFill>
                </a:rPr>
                <a:t>Survei</a:t>
              </a:r>
              <a:r>
                <a:rPr lang="en-US" sz="2400" dirty="0">
                  <a:solidFill>
                    <a:schemeClr val="bg1"/>
                  </a:solidFill>
                </a:rPr>
                <a:t> </a:t>
              </a:r>
              <a:r>
                <a:rPr lang="id-ID" sz="1800" dirty="0">
                  <a:solidFill>
                    <a:schemeClr val="bg1"/>
                  </a:solidFill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rPr>
                <a:t>LKPT PP IPNU</a:t>
              </a:r>
              <a:endParaRPr lang="en-ID" sz="2400" dirty="0">
                <a:solidFill>
                  <a:schemeClr val="bg1"/>
                </a:solidFill>
              </a:endParaRPr>
            </a:p>
          </p:txBody>
        </p:sp>
        <p:pic>
          <p:nvPicPr>
            <p:cNvPr id="14" name="Graphic 13" descr="Clipboard">
              <a:extLst>
                <a:ext uri="{FF2B5EF4-FFF2-40B4-BE49-F238E27FC236}">
                  <a16:creationId xmlns:a16="http://schemas.microsoft.com/office/drawing/2014/main" id="{9ED8F73E-0F99-473D-B251-E94937306DD2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3041370" y="4374655"/>
              <a:ext cx="609443" cy="609443"/>
            </a:xfrm>
            <a:prstGeom prst="rect">
              <a:avLst/>
            </a:prstGeom>
          </p:spPr>
        </p:pic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FF1DB38E-1EA7-4593-8F2F-9FEBF570DA6B}"/>
              </a:ext>
            </a:extLst>
          </p:cNvPr>
          <p:cNvGrpSpPr/>
          <p:nvPr/>
        </p:nvGrpSpPr>
        <p:grpSpPr>
          <a:xfrm>
            <a:off x="3021802" y="4032557"/>
            <a:ext cx="3264698" cy="771525"/>
            <a:chOff x="3037047" y="3277928"/>
            <a:chExt cx="3264698" cy="771525"/>
          </a:xfrm>
        </p:grpSpPr>
        <p:sp>
          <p:nvSpPr>
            <p:cNvPr id="100" name="Rectangle: Rounded Corners 99">
              <a:extLst>
                <a:ext uri="{FF2B5EF4-FFF2-40B4-BE49-F238E27FC236}">
                  <a16:creationId xmlns:a16="http://schemas.microsoft.com/office/drawing/2014/main" id="{15F91A0B-07F2-404C-8693-6CB27490DBCA}"/>
                </a:ext>
              </a:extLst>
            </p:cNvPr>
            <p:cNvSpPr/>
            <p:nvPr/>
          </p:nvSpPr>
          <p:spPr>
            <a:xfrm>
              <a:off x="3037047" y="3277928"/>
              <a:ext cx="3264698" cy="771525"/>
            </a:xfrm>
            <a:prstGeom prst="roundRect">
              <a:avLst/>
            </a:prstGeom>
            <a:solidFill>
              <a:srgbClr val="FF596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sz="2400" dirty="0"/>
                <a:t>E-University</a:t>
              </a:r>
              <a:endParaRPr lang="en-ID" sz="2400" dirty="0"/>
            </a:p>
          </p:txBody>
        </p:sp>
        <p:pic>
          <p:nvPicPr>
            <p:cNvPr id="17" name="Graphic 16" descr="Classroom">
              <a:extLst>
                <a:ext uri="{FF2B5EF4-FFF2-40B4-BE49-F238E27FC236}">
                  <a16:creationId xmlns:a16="http://schemas.microsoft.com/office/drawing/2014/main" id="{54DB59CB-A3DC-4C6A-8B73-35C3E5628AEC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3067851" y="3290285"/>
              <a:ext cx="727694" cy="727694"/>
            </a:xfrm>
            <a:prstGeom prst="rect">
              <a:avLst/>
            </a:prstGeom>
          </p:spPr>
        </p:pic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38E83EC3-05BD-4CF5-9C38-BB4616B49796}"/>
              </a:ext>
            </a:extLst>
          </p:cNvPr>
          <p:cNvGrpSpPr/>
          <p:nvPr/>
        </p:nvGrpSpPr>
        <p:grpSpPr>
          <a:xfrm>
            <a:off x="-8798784" y="0"/>
            <a:ext cx="11447501" cy="6858000"/>
            <a:chOff x="213096" y="0"/>
            <a:chExt cx="11447501" cy="6858000"/>
          </a:xfrm>
        </p:grpSpPr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0DA2E5C9-441E-48BF-971E-D6C53D5B6346}"/>
                </a:ext>
              </a:extLst>
            </p:cNvPr>
            <p:cNvSpPr/>
            <p:nvPr/>
          </p:nvSpPr>
          <p:spPr>
            <a:xfrm>
              <a:off x="213096" y="0"/>
              <a:ext cx="11447501" cy="6858000"/>
            </a:xfrm>
            <a:prstGeom prst="rect">
              <a:avLst/>
            </a:prstGeom>
            <a:solidFill>
              <a:srgbClr val="F0EEF0"/>
            </a:solidFill>
            <a:ln>
              <a:noFill/>
            </a:ln>
            <a:effectLst>
              <a:outerShdw blurRad="215900" dist="38100" sx="101000" sy="101000" algn="l" rotWithShape="0">
                <a:schemeClr val="tx1">
                  <a:lumMod val="65000"/>
                  <a:lumOff val="35000"/>
                  <a:alpha val="35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AE725DDE-E593-47BA-B13A-279D1B6FB988}"/>
                </a:ext>
              </a:extLst>
            </p:cNvPr>
            <p:cNvSpPr/>
            <p:nvPr/>
          </p:nvSpPr>
          <p:spPr>
            <a:xfrm>
              <a:off x="10492197" y="2337441"/>
              <a:ext cx="1168400" cy="2360918"/>
            </a:xfrm>
            <a:custGeom>
              <a:avLst/>
              <a:gdLst>
                <a:gd name="connsiteX0" fmla="*/ 1168400 w 1168400"/>
                <a:gd name="connsiteY0" fmla="*/ 0 h 2360918"/>
                <a:gd name="connsiteX1" fmla="*/ 1168400 w 1168400"/>
                <a:gd name="connsiteY1" fmla="*/ 2360918 h 2360918"/>
                <a:gd name="connsiteX2" fmla="*/ 1060340 w 1168400"/>
                <a:gd name="connsiteY2" fmla="*/ 2355461 h 2360918"/>
                <a:gd name="connsiteX3" fmla="*/ 0 w 1168400"/>
                <a:gd name="connsiteY3" fmla="*/ 1180459 h 2360918"/>
                <a:gd name="connsiteX4" fmla="*/ 1060340 w 1168400"/>
                <a:gd name="connsiteY4" fmla="*/ 5457 h 2360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68400" h="2360918">
                  <a:moveTo>
                    <a:pt x="1168400" y="0"/>
                  </a:moveTo>
                  <a:lnTo>
                    <a:pt x="1168400" y="2360918"/>
                  </a:lnTo>
                  <a:lnTo>
                    <a:pt x="1060340" y="2355461"/>
                  </a:lnTo>
                  <a:cubicBezTo>
                    <a:pt x="464762" y="2294977"/>
                    <a:pt x="0" y="1791994"/>
                    <a:pt x="0" y="1180459"/>
                  </a:cubicBezTo>
                  <a:cubicBezTo>
                    <a:pt x="0" y="568924"/>
                    <a:pt x="464762" y="65941"/>
                    <a:pt x="1060340" y="5457"/>
                  </a:cubicBezTo>
                  <a:close/>
                </a:path>
              </a:pathLst>
            </a:custGeom>
            <a:solidFill>
              <a:srgbClr val="52CD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79B2A193-E920-4A49-9BCE-DBA937B513CB}"/>
                </a:ext>
              </a:extLst>
            </p:cNvPr>
            <p:cNvSpPr txBox="1"/>
            <p:nvPr/>
          </p:nvSpPr>
          <p:spPr>
            <a:xfrm rot="16200000">
              <a:off x="10341391" y="3259721"/>
              <a:ext cx="199208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 err="1">
                  <a:solidFill>
                    <a:srgbClr val="F0EEF0"/>
                  </a:solidFill>
                  <a:latin typeface="Tw Cen MT" panose="020B0602020104020603" pitchFamily="34" charset="0"/>
                </a:rPr>
                <a:t>Identifikasi</a:t>
              </a:r>
              <a:r>
                <a:rPr lang="en-US" sz="1600" b="1" dirty="0">
                  <a:solidFill>
                    <a:srgbClr val="F0EEF0"/>
                  </a:solidFill>
                  <a:latin typeface="Tw Cen MT" panose="020B0602020104020603" pitchFamily="34" charset="0"/>
                </a:rPr>
                <a:t> </a:t>
              </a:r>
              <a:r>
                <a:rPr lang="en-US" sz="1600" b="1" dirty="0" err="1">
                  <a:solidFill>
                    <a:srgbClr val="F0EEF0"/>
                  </a:solidFill>
                  <a:latin typeface="Tw Cen MT" panose="020B0602020104020603" pitchFamily="34" charset="0"/>
                </a:rPr>
                <a:t>Masalah</a:t>
              </a:r>
              <a:endParaRPr lang="en-US" sz="1600" b="1" dirty="0">
                <a:solidFill>
                  <a:srgbClr val="F0EEF0"/>
                </a:solidFill>
                <a:latin typeface="Tw Cen MT" panose="020B0602020104020603" pitchFamily="34" charset="0"/>
              </a:endParaRPr>
            </a:p>
          </p:txBody>
        </p:sp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74CEC666-B763-46CB-ACC9-6C81129FCA9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10600933" y="3247473"/>
              <a:ext cx="530600" cy="530600"/>
            </a:xfrm>
            <a:prstGeom prst="rect">
              <a:avLst/>
            </a:prstGeom>
          </p:spPr>
        </p:pic>
      </p:grpSp>
      <p:grpSp>
        <p:nvGrpSpPr>
          <p:cNvPr id="85" name="Group 84">
            <a:extLst>
              <a:ext uri="{FF2B5EF4-FFF2-40B4-BE49-F238E27FC236}">
                <a16:creationId xmlns:a16="http://schemas.microsoft.com/office/drawing/2014/main" id="{38B3C56A-427C-44B4-9871-71047E9DCDA3}"/>
              </a:ext>
            </a:extLst>
          </p:cNvPr>
          <p:cNvGrpSpPr/>
          <p:nvPr/>
        </p:nvGrpSpPr>
        <p:grpSpPr>
          <a:xfrm>
            <a:off x="-7847639" y="0"/>
            <a:ext cx="9961092" cy="6858000"/>
            <a:chOff x="491575" y="0"/>
            <a:chExt cx="9961092" cy="6858000"/>
          </a:xfrm>
        </p:grpSpPr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2366F65B-8B57-4455-8A32-6C0D524037A1}"/>
                </a:ext>
              </a:extLst>
            </p:cNvPr>
            <p:cNvSpPr/>
            <p:nvPr/>
          </p:nvSpPr>
          <p:spPr>
            <a:xfrm>
              <a:off x="491575" y="0"/>
              <a:ext cx="9961092" cy="6858000"/>
            </a:xfrm>
            <a:prstGeom prst="rect">
              <a:avLst/>
            </a:prstGeom>
            <a:solidFill>
              <a:srgbClr val="F0EEF0"/>
            </a:solidFill>
            <a:ln>
              <a:noFill/>
            </a:ln>
            <a:effectLst>
              <a:outerShdw blurRad="215900" dist="38100" sx="101000" sy="101000" algn="l" rotWithShape="0">
                <a:schemeClr val="tx1">
                  <a:lumMod val="65000"/>
                  <a:lumOff val="35000"/>
                  <a:alpha val="35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41804D93-9101-4AB9-95E1-BB6651767D34}"/>
                </a:ext>
              </a:extLst>
            </p:cNvPr>
            <p:cNvSpPr/>
            <p:nvPr/>
          </p:nvSpPr>
          <p:spPr>
            <a:xfrm>
              <a:off x="9284267" y="2337440"/>
              <a:ext cx="1168400" cy="2360918"/>
            </a:xfrm>
            <a:custGeom>
              <a:avLst/>
              <a:gdLst>
                <a:gd name="connsiteX0" fmla="*/ 1168400 w 1168400"/>
                <a:gd name="connsiteY0" fmla="*/ 0 h 2360918"/>
                <a:gd name="connsiteX1" fmla="*/ 1168400 w 1168400"/>
                <a:gd name="connsiteY1" fmla="*/ 2360918 h 2360918"/>
                <a:gd name="connsiteX2" fmla="*/ 1060340 w 1168400"/>
                <a:gd name="connsiteY2" fmla="*/ 2355461 h 2360918"/>
                <a:gd name="connsiteX3" fmla="*/ 0 w 1168400"/>
                <a:gd name="connsiteY3" fmla="*/ 1180459 h 2360918"/>
                <a:gd name="connsiteX4" fmla="*/ 1060340 w 1168400"/>
                <a:gd name="connsiteY4" fmla="*/ 5457 h 2360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68400" h="2360918">
                  <a:moveTo>
                    <a:pt x="1168400" y="0"/>
                  </a:moveTo>
                  <a:lnTo>
                    <a:pt x="1168400" y="2360918"/>
                  </a:lnTo>
                  <a:lnTo>
                    <a:pt x="1060340" y="2355461"/>
                  </a:lnTo>
                  <a:cubicBezTo>
                    <a:pt x="464762" y="2294977"/>
                    <a:pt x="0" y="1791994"/>
                    <a:pt x="0" y="1180459"/>
                  </a:cubicBezTo>
                  <a:cubicBezTo>
                    <a:pt x="0" y="568924"/>
                    <a:pt x="464762" y="65941"/>
                    <a:pt x="1060340" y="5457"/>
                  </a:cubicBezTo>
                  <a:close/>
                </a:path>
              </a:pathLst>
            </a:custGeom>
            <a:solidFill>
              <a:srgbClr val="FFC73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4F982D62-81A7-401F-95A0-DB81DC204EBF}"/>
                </a:ext>
              </a:extLst>
            </p:cNvPr>
            <p:cNvSpPr txBox="1"/>
            <p:nvPr/>
          </p:nvSpPr>
          <p:spPr>
            <a:xfrm rot="16200000">
              <a:off x="9117129" y="3328109"/>
              <a:ext cx="199208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rgbClr val="F0EEF0"/>
                  </a:solidFill>
                  <a:latin typeface="Tw Cen MT" panose="020B0602020104020603" pitchFamily="34" charset="0"/>
                </a:rPr>
                <a:t>Batasan </a:t>
              </a:r>
              <a:r>
                <a:rPr lang="en-US" b="1" dirty="0" err="1">
                  <a:solidFill>
                    <a:srgbClr val="F0EEF0"/>
                  </a:solidFill>
                  <a:latin typeface="Tw Cen MT" panose="020B0602020104020603" pitchFamily="34" charset="0"/>
                </a:rPr>
                <a:t>Masalah</a:t>
              </a:r>
              <a:endParaRPr lang="en-US" b="1" dirty="0">
                <a:solidFill>
                  <a:srgbClr val="F0EEF0"/>
                </a:solidFill>
                <a:latin typeface="Tw Cen MT" panose="020B0602020104020603" pitchFamily="34" charset="0"/>
              </a:endParaRPr>
            </a:p>
          </p:txBody>
        </p:sp>
        <p:pic>
          <p:nvPicPr>
            <p:cNvPr id="91" name="Picture 90">
              <a:extLst>
                <a:ext uri="{FF2B5EF4-FFF2-40B4-BE49-F238E27FC236}">
                  <a16:creationId xmlns:a16="http://schemas.microsoft.com/office/drawing/2014/main" id="{D6FCCCF2-6797-4B23-B684-C0A3D4931A0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9385467" y="3247473"/>
              <a:ext cx="530600" cy="530600"/>
            </a:xfrm>
            <a:prstGeom prst="rect">
              <a:avLst/>
            </a:prstGeom>
          </p:spPr>
        </p:pic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D74415E7-17B4-4A00-BDD3-BCAACBD1F28D}"/>
              </a:ext>
            </a:extLst>
          </p:cNvPr>
          <p:cNvGrpSpPr/>
          <p:nvPr/>
        </p:nvGrpSpPr>
        <p:grpSpPr>
          <a:xfrm>
            <a:off x="-7985197" y="0"/>
            <a:ext cx="9574094" cy="6858000"/>
            <a:chOff x="491575" y="0"/>
            <a:chExt cx="9574094" cy="6858000"/>
          </a:xfrm>
        </p:grpSpPr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29DB3D3D-859E-43BF-9E13-C0209D81FB4A}"/>
                </a:ext>
              </a:extLst>
            </p:cNvPr>
            <p:cNvSpPr/>
            <p:nvPr/>
          </p:nvSpPr>
          <p:spPr>
            <a:xfrm>
              <a:off x="491575" y="0"/>
              <a:ext cx="9574094" cy="6858000"/>
            </a:xfrm>
            <a:prstGeom prst="rect">
              <a:avLst/>
            </a:prstGeom>
            <a:solidFill>
              <a:srgbClr val="F0EEF0"/>
            </a:solidFill>
            <a:ln>
              <a:noFill/>
            </a:ln>
            <a:effectLst>
              <a:outerShdw blurRad="215900" dist="38100" sx="101000" sy="101000" algn="l" rotWithShape="0">
                <a:schemeClr val="tx1">
                  <a:lumMod val="65000"/>
                  <a:lumOff val="35000"/>
                  <a:alpha val="35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C6080D8F-8488-4982-B688-2EE1C06B3466}"/>
                </a:ext>
              </a:extLst>
            </p:cNvPr>
            <p:cNvSpPr/>
            <p:nvPr/>
          </p:nvSpPr>
          <p:spPr>
            <a:xfrm>
              <a:off x="8897260" y="2337440"/>
              <a:ext cx="1168400" cy="2360918"/>
            </a:xfrm>
            <a:custGeom>
              <a:avLst/>
              <a:gdLst>
                <a:gd name="connsiteX0" fmla="*/ 1168400 w 1168400"/>
                <a:gd name="connsiteY0" fmla="*/ 0 h 2360918"/>
                <a:gd name="connsiteX1" fmla="*/ 1168400 w 1168400"/>
                <a:gd name="connsiteY1" fmla="*/ 2360918 h 2360918"/>
                <a:gd name="connsiteX2" fmla="*/ 1060340 w 1168400"/>
                <a:gd name="connsiteY2" fmla="*/ 2355461 h 2360918"/>
                <a:gd name="connsiteX3" fmla="*/ 0 w 1168400"/>
                <a:gd name="connsiteY3" fmla="*/ 1180459 h 2360918"/>
                <a:gd name="connsiteX4" fmla="*/ 1060340 w 1168400"/>
                <a:gd name="connsiteY4" fmla="*/ 5457 h 2360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68400" h="2360918">
                  <a:moveTo>
                    <a:pt x="1168400" y="0"/>
                  </a:moveTo>
                  <a:lnTo>
                    <a:pt x="1168400" y="2360918"/>
                  </a:lnTo>
                  <a:lnTo>
                    <a:pt x="1060340" y="2355461"/>
                  </a:lnTo>
                  <a:cubicBezTo>
                    <a:pt x="464762" y="2294977"/>
                    <a:pt x="0" y="1791994"/>
                    <a:pt x="0" y="1180459"/>
                  </a:cubicBezTo>
                  <a:cubicBezTo>
                    <a:pt x="0" y="568924"/>
                    <a:pt x="464762" y="65941"/>
                    <a:pt x="1060340" y="5457"/>
                  </a:cubicBezTo>
                  <a:close/>
                </a:path>
              </a:pathLst>
            </a:custGeom>
            <a:solidFill>
              <a:srgbClr val="5D737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0FE1D3A6-FDDC-4ED9-AE77-6375242FEE4A}"/>
                </a:ext>
              </a:extLst>
            </p:cNvPr>
            <p:cNvSpPr txBox="1"/>
            <p:nvPr/>
          </p:nvSpPr>
          <p:spPr>
            <a:xfrm rot="16200000">
              <a:off x="8746453" y="3328108"/>
              <a:ext cx="199208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 err="1">
                  <a:solidFill>
                    <a:srgbClr val="F0EEF0"/>
                  </a:solidFill>
                  <a:latin typeface="Tw Cen MT" panose="020B0602020104020603" pitchFamily="34" charset="0"/>
                </a:rPr>
                <a:t>Rumusan</a:t>
              </a:r>
              <a:r>
                <a:rPr lang="en-US" b="1" dirty="0">
                  <a:solidFill>
                    <a:srgbClr val="F0EEF0"/>
                  </a:solidFill>
                  <a:latin typeface="Tw Cen MT" panose="020B0602020104020603" pitchFamily="34" charset="0"/>
                </a:rPr>
                <a:t> </a:t>
              </a:r>
              <a:r>
                <a:rPr lang="en-US" b="1" dirty="0" err="1">
                  <a:solidFill>
                    <a:srgbClr val="F0EEF0"/>
                  </a:solidFill>
                  <a:latin typeface="Tw Cen MT" panose="020B0602020104020603" pitchFamily="34" charset="0"/>
                </a:rPr>
                <a:t>Masalah</a:t>
              </a:r>
              <a:endParaRPr lang="en-US" b="1" dirty="0">
                <a:solidFill>
                  <a:srgbClr val="F0EEF0"/>
                </a:solidFill>
                <a:latin typeface="Tw Cen MT" panose="020B0602020104020603" pitchFamily="34" charset="0"/>
              </a:endParaRPr>
            </a:p>
          </p:txBody>
        </p:sp>
        <p:pic>
          <p:nvPicPr>
            <p:cNvPr id="98" name="Picture 97">
              <a:extLst>
                <a:ext uri="{FF2B5EF4-FFF2-40B4-BE49-F238E27FC236}">
                  <a16:creationId xmlns:a16="http://schemas.microsoft.com/office/drawing/2014/main" id="{A2C41F9F-1D60-4461-87B4-F846E723C1D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8992269" y="3247473"/>
              <a:ext cx="530600" cy="530600"/>
            </a:xfrm>
            <a:prstGeom prst="rect">
              <a:avLst/>
            </a:prstGeom>
          </p:spPr>
        </p:pic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D88D1932-7D2B-4553-96E7-CD14B5A90A95}"/>
              </a:ext>
            </a:extLst>
          </p:cNvPr>
          <p:cNvGrpSpPr/>
          <p:nvPr/>
        </p:nvGrpSpPr>
        <p:grpSpPr>
          <a:xfrm>
            <a:off x="-7638543" y="-1"/>
            <a:ext cx="8692332" cy="6858000"/>
            <a:chOff x="718505" y="-1"/>
            <a:chExt cx="8692332" cy="6858000"/>
          </a:xfrm>
        </p:grpSpPr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4D38711F-35BB-461B-885B-526CC56E7975}"/>
                </a:ext>
              </a:extLst>
            </p:cNvPr>
            <p:cNvSpPr/>
            <p:nvPr/>
          </p:nvSpPr>
          <p:spPr>
            <a:xfrm>
              <a:off x="718505" y="-1"/>
              <a:ext cx="8692331" cy="6858000"/>
            </a:xfrm>
            <a:prstGeom prst="rect">
              <a:avLst/>
            </a:prstGeom>
            <a:solidFill>
              <a:srgbClr val="F0EEF0"/>
            </a:solidFill>
            <a:ln>
              <a:noFill/>
            </a:ln>
            <a:effectLst>
              <a:outerShdw blurRad="215900" dist="38100" sx="101000" sy="101000" algn="l" rotWithShape="0">
                <a:schemeClr val="tx1">
                  <a:lumMod val="65000"/>
                  <a:lumOff val="35000"/>
                  <a:alpha val="35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ED612431-2F80-47E9-A8EF-3F1C1A4E0458}"/>
                </a:ext>
              </a:extLst>
            </p:cNvPr>
            <p:cNvSpPr/>
            <p:nvPr/>
          </p:nvSpPr>
          <p:spPr>
            <a:xfrm>
              <a:off x="8242436" y="2337439"/>
              <a:ext cx="1168400" cy="2360918"/>
            </a:xfrm>
            <a:custGeom>
              <a:avLst/>
              <a:gdLst>
                <a:gd name="connsiteX0" fmla="*/ 1168400 w 1168400"/>
                <a:gd name="connsiteY0" fmla="*/ 0 h 2360918"/>
                <a:gd name="connsiteX1" fmla="*/ 1168400 w 1168400"/>
                <a:gd name="connsiteY1" fmla="*/ 2360918 h 2360918"/>
                <a:gd name="connsiteX2" fmla="*/ 1060340 w 1168400"/>
                <a:gd name="connsiteY2" fmla="*/ 2355461 h 2360918"/>
                <a:gd name="connsiteX3" fmla="*/ 0 w 1168400"/>
                <a:gd name="connsiteY3" fmla="*/ 1180459 h 2360918"/>
                <a:gd name="connsiteX4" fmla="*/ 1060340 w 1168400"/>
                <a:gd name="connsiteY4" fmla="*/ 5457 h 2360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68400" h="2360918">
                  <a:moveTo>
                    <a:pt x="1168400" y="0"/>
                  </a:moveTo>
                  <a:lnTo>
                    <a:pt x="1168400" y="2360918"/>
                  </a:lnTo>
                  <a:lnTo>
                    <a:pt x="1060340" y="2355461"/>
                  </a:lnTo>
                  <a:cubicBezTo>
                    <a:pt x="464762" y="2294977"/>
                    <a:pt x="0" y="1791994"/>
                    <a:pt x="0" y="1180459"/>
                  </a:cubicBezTo>
                  <a:cubicBezTo>
                    <a:pt x="0" y="568924"/>
                    <a:pt x="464762" y="65941"/>
                    <a:pt x="1060340" y="5457"/>
                  </a:cubicBezTo>
                  <a:close/>
                </a:path>
              </a:pathLst>
            </a:cu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20032508-A682-45A0-B12A-9C92DABE0547}"/>
                </a:ext>
              </a:extLst>
            </p:cNvPr>
            <p:cNvSpPr txBox="1"/>
            <p:nvPr/>
          </p:nvSpPr>
          <p:spPr>
            <a:xfrm rot="16200000">
              <a:off x="8091629" y="3189608"/>
              <a:ext cx="199208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 err="1">
                  <a:solidFill>
                    <a:srgbClr val="F0EEF0"/>
                  </a:solidFill>
                  <a:latin typeface="Tw Cen MT" panose="020B0602020104020603" pitchFamily="34" charset="0"/>
                </a:rPr>
                <a:t>Tujuan</a:t>
              </a:r>
              <a:r>
                <a:rPr lang="en-US" b="1" dirty="0">
                  <a:solidFill>
                    <a:srgbClr val="F0EEF0"/>
                  </a:solidFill>
                  <a:latin typeface="Tw Cen MT" panose="020B0602020104020603" pitchFamily="34" charset="0"/>
                </a:rPr>
                <a:t> </a:t>
              </a:r>
              <a:r>
                <a:rPr lang="en-US" b="1" dirty="0" err="1">
                  <a:solidFill>
                    <a:srgbClr val="F0EEF0"/>
                  </a:solidFill>
                  <a:latin typeface="Tw Cen MT" panose="020B0602020104020603" pitchFamily="34" charset="0"/>
                </a:rPr>
                <a:t>Perancangan</a:t>
              </a:r>
              <a:endParaRPr lang="en-US" b="1" dirty="0">
                <a:solidFill>
                  <a:srgbClr val="F0EEF0"/>
                </a:solidFill>
                <a:latin typeface="Tw Cen MT" panose="020B0602020104020603" pitchFamily="34" charset="0"/>
              </a:endParaRPr>
            </a:p>
          </p:txBody>
        </p:sp>
        <p:pic>
          <p:nvPicPr>
            <p:cNvPr id="104" name="Picture 103">
              <a:extLst>
                <a:ext uri="{FF2B5EF4-FFF2-40B4-BE49-F238E27FC236}">
                  <a16:creationId xmlns:a16="http://schemas.microsoft.com/office/drawing/2014/main" id="{CA566FCD-8385-4903-B19B-F245771A375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8340472" y="3247473"/>
              <a:ext cx="530600" cy="530600"/>
            </a:xfrm>
            <a:prstGeom prst="rect">
              <a:avLst/>
            </a:prstGeom>
          </p:spPr>
        </p:pic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48D15626-841D-47B1-979A-E17458536109}"/>
              </a:ext>
            </a:extLst>
          </p:cNvPr>
          <p:cNvGrpSpPr/>
          <p:nvPr/>
        </p:nvGrpSpPr>
        <p:grpSpPr>
          <a:xfrm>
            <a:off x="-9395082" y="-1"/>
            <a:ext cx="9948758" cy="6858000"/>
            <a:chOff x="-9337032" y="-1"/>
            <a:chExt cx="9948758" cy="6858000"/>
          </a:xfrm>
        </p:grpSpPr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9776C403-92C5-43E8-BB44-428F88BCE9AC}"/>
                </a:ext>
              </a:extLst>
            </p:cNvPr>
            <p:cNvSpPr/>
            <p:nvPr/>
          </p:nvSpPr>
          <p:spPr>
            <a:xfrm>
              <a:off x="-9337032" y="-1"/>
              <a:ext cx="9923504" cy="6858000"/>
            </a:xfrm>
            <a:prstGeom prst="rect">
              <a:avLst/>
            </a:prstGeom>
            <a:solidFill>
              <a:srgbClr val="F0EEF0"/>
            </a:solidFill>
            <a:ln>
              <a:noFill/>
            </a:ln>
            <a:effectLst>
              <a:outerShdw blurRad="215900" dist="38100" sx="101000" sy="101000" algn="l" rotWithShape="0">
                <a:schemeClr val="tx1">
                  <a:lumMod val="65000"/>
                  <a:lumOff val="35000"/>
                  <a:alpha val="35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8CEBB14E-4482-428F-800C-8DD217515C91}"/>
                </a:ext>
              </a:extLst>
            </p:cNvPr>
            <p:cNvSpPr/>
            <p:nvPr/>
          </p:nvSpPr>
          <p:spPr>
            <a:xfrm>
              <a:off x="-577928" y="2337438"/>
              <a:ext cx="1168400" cy="2360918"/>
            </a:xfrm>
            <a:custGeom>
              <a:avLst/>
              <a:gdLst>
                <a:gd name="connsiteX0" fmla="*/ 1168400 w 1168400"/>
                <a:gd name="connsiteY0" fmla="*/ 0 h 2360918"/>
                <a:gd name="connsiteX1" fmla="*/ 1168400 w 1168400"/>
                <a:gd name="connsiteY1" fmla="*/ 2360918 h 2360918"/>
                <a:gd name="connsiteX2" fmla="*/ 1060340 w 1168400"/>
                <a:gd name="connsiteY2" fmla="*/ 2355461 h 2360918"/>
                <a:gd name="connsiteX3" fmla="*/ 0 w 1168400"/>
                <a:gd name="connsiteY3" fmla="*/ 1180459 h 2360918"/>
                <a:gd name="connsiteX4" fmla="*/ 1060340 w 1168400"/>
                <a:gd name="connsiteY4" fmla="*/ 5457 h 2360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68400" h="2360918">
                  <a:moveTo>
                    <a:pt x="1168400" y="0"/>
                  </a:moveTo>
                  <a:lnTo>
                    <a:pt x="1168400" y="2360918"/>
                  </a:lnTo>
                  <a:lnTo>
                    <a:pt x="1060340" y="2355461"/>
                  </a:lnTo>
                  <a:cubicBezTo>
                    <a:pt x="464762" y="2294977"/>
                    <a:pt x="0" y="1791994"/>
                    <a:pt x="0" y="1180459"/>
                  </a:cubicBezTo>
                  <a:cubicBezTo>
                    <a:pt x="0" y="568924"/>
                    <a:pt x="464762" y="65941"/>
                    <a:pt x="1060340" y="5457"/>
                  </a:cubicBezTo>
                  <a:close/>
                </a:path>
              </a:pathLst>
            </a:custGeom>
            <a:solidFill>
              <a:srgbClr val="00A0A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2D7EA4A5-1C19-47FB-8948-4E67DBDF95D2}"/>
                </a:ext>
              </a:extLst>
            </p:cNvPr>
            <p:cNvSpPr txBox="1"/>
            <p:nvPr/>
          </p:nvSpPr>
          <p:spPr>
            <a:xfrm rot="16200000">
              <a:off x="-738260" y="3158830"/>
              <a:ext cx="199208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rgbClr val="F0EEF0"/>
                  </a:solidFill>
                  <a:latin typeface="Tw Cen MT" panose="020B0602020104020603" pitchFamily="34" charset="0"/>
                </a:rPr>
                <a:t>Manfaat</a:t>
              </a:r>
              <a:r>
                <a:rPr lang="en-US" sz="2000" b="1" dirty="0">
                  <a:solidFill>
                    <a:srgbClr val="F0EEF0"/>
                  </a:solidFill>
                  <a:latin typeface="Tw Cen MT" panose="020B0602020104020603" pitchFamily="34" charset="0"/>
                </a:rPr>
                <a:t> </a:t>
              </a:r>
              <a:r>
                <a:rPr lang="en-US" sz="2000" b="1" dirty="0" err="1">
                  <a:solidFill>
                    <a:srgbClr val="F0EEF0"/>
                  </a:solidFill>
                  <a:latin typeface="Tw Cen MT" panose="020B0602020104020603" pitchFamily="34" charset="0"/>
                </a:rPr>
                <a:t>Perancangan</a:t>
              </a:r>
              <a:endParaRPr lang="en-US" sz="2000" b="1" dirty="0">
                <a:solidFill>
                  <a:srgbClr val="F0EEF0"/>
                </a:solidFill>
                <a:latin typeface="Tw Cen MT" panose="020B0602020104020603" pitchFamily="34" charset="0"/>
              </a:endParaRPr>
            </a:p>
          </p:txBody>
        </p:sp>
        <p:pic>
          <p:nvPicPr>
            <p:cNvPr id="109" name="Picture 108">
              <a:extLst>
                <a:ext uri="{FF2B5EF4-FFF2-40B4-BE49-F238E27FC236}">
                  <a16:creationId xmlns:a16="http://schemas.microsoft.com/office/drawing/2014/main" id="{22EB19A6-6EAA-4935-9249-C5DA1AABFDA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-491912" y="3247473"/>
              <a:ext cx="530600" cy="5306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21998683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95" grpId="0">
        <p:bldAsOne/>
      </p:bldGraphic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roup 32">
            <a:extLst>
              <a:ext uri="{FF2B5EF4-FFF2-40B4-BE49-F238E27FC236}">
                <a16:creationId xmlns:a16="http://schemas.microsoft.com/office/drawing/2014/main" id="{BC3001EC-9F33-4C39-B780-199714C83EA2}"/>
              </a:ext>
            </a:extLst>
          </p:cNvPr>
          <p:cNvGrpSpPr/>
          <p:nvPr/>
        </p:nvGrpSpPr>
        <p:grpSpPr>
          <a:xfrm>
            <a:off x="-290920" y="0"/>
            <a:ext cx="12482920" cy="6858000"/>
            <a:chOff x="-290920" y="0"/>
            <a:chExt cx="12482920" cy="6858000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129B5C97-F627-4A85-B003-5396A9D964D5}"/>
                </a:ext>
              </a:extLst>
            </p:cNvPr>
            <p:cNvSpPr/>
            <p:nvPr/>
          </p:nvSpPr>
          <p:spPr>
            <a:xfrm>
              <a:off x="-290920" y="0"/>
              <a:ext cx="12482920" cy="6858000"/>
            </a:xfrm>
            <a:prstGeom prst="rect">
              <a:avLst/>
            </a:prstGeom>
            <a:solidFill>
              <a:srgbClr val="F0EEF0"/>
            </a:solidFill>
            <a:ln>
              <a:noFill/>
            </a:ln>
            <a:effectLst>
              <a:outerShdw blurRad="215900" dist="38100" sx="101000" sy="101000" algn="l" rotWithShape="0">
                <a:schemeClr val="tx1">
                  <a:lumMod val="65000"/>
                  <a:lumOff val="35000"/>
                  <a:alpha val="35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A97C14D5-0388-44F5-AD76-F8BBAF179CD6}"/>
                </a:ext>
              </a:extLst>
            </p:cNvPr>
            <p:cNvSpPr/>
            <p:nvPr/>
          </p:nvSpPr>
          <p:spPr>
            <a:xfrm>
              <a:off x="11023600" y="2337441"/>
              <a:ext cx="1168400" cy="2360918"/>
            </a:xfrm>
            <a:custGeom>
              <a:avLst/>
              <a:gdLst>
                <a:gd name="connsiteX0" fmla="*/ 1168400 w 1168400"/>
                <a:gd name="connsiteY0" fmla="*/ 0 h 2360918"/>
                <a:gd name="connsiteX1" fmla="*/ 1168400 w 1168400"/>
                <a:gd name="connsiteY1" fmla="*/ 2360918 h 2360918"/>
                <a:gd name="connsiteX2" fmla="*/ 1060340 w 1168400"/>
                <a:gd name="connsiteY2" fmla="*/ 2355461 h 2360918"/>
                <a:gd name="connsiteX3" fmla="*/ 0 w 1168400"/>
                <a:gd name="connsiteY3" fmla="*/ 1180459 h 2360918"/>
                <a:gd name="connsiteX4" fmla="*/ 1060340 w 1168400"/>
                <a:gd name="connsiteY4" fmla="*/ 5457 h 2360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68400" h="2360918">
                  <a:moveTo>
                    <a:pt x="1168400" y="0"/>
                  </a:moveTo>
                  <a:lnTo>
                    <a:pt x="1168400" y="2360918"/>
                  </a:lnTo>
                  <a:lnTo>
                    <a:pt x="1060340" y="2355461"/>
                  </a:lnTo>
                  <a:cubicBezTo>
                    <a:pt x="464762" y="2294977"/>
                    <a:pt x="0" y="1791994"/>
                    <a:pt x="0" y="1180459"/>
                  </a:cubicBezTo>
                  <a:cubicBezTo>
                    <a:pt x="0" y="568924"/>
                    <a:pt x="464762" y="65941"/>
                    <a:pt x="1060340" y="5457"/>
                  </a:cubicBezTo>
                  <a:close/>
                </a:path>
              </a:pathLst>
            </a:custGeom>
            <a:solidFill>
              <a:srgbClr val="FF596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2151F346-69C6-4F86-BC1F-C57BA2384CC6}"/>
                </a:ext>
              </a:extLst>
            </p:cNvPr>
            <p:cNvSpPr txBox="1"/>
            <p:nvPr/>
          </p:nvSpPr>
          <p:spPr>
            <a:xfrm rot="16200000">
              <a:off x="10872792" y="3317843"/>
              <a:ext cx="1992086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rgbClr val="F0EEF0"/>
                  </a:solidFill>
                  <a:latin typeface="Tw Cen MT" panose="020B0602020104020603" pitchFamily="34" charset="0"/>
                </a:rPr>
                <a:t>Latar</a:t>
              </a:r>
              <a:r>
                <a:rPr lang="en-US" sz="2000" b="1" dirty="0">
                  <a:solidFill>
                    <a:srgbClr val="F0EEF0"/>
                  </a:solidFill>
                  <a:latin typeface="Tw Cen MT" panose="020B0602020104020603" pitchFamily="34" charset="0"/>
                </a:rPr>
                <a:t> </a:t>
              </a:r>
              <a:r>
                <a:rPr lang="en-US" sz="2000" b="1" dirty="0" err="1">
                  <a:solidFill>
                    <a:srgbClr val="F0EEF0"/>
                  </a:solidFill>
                  <a:latin typeface="Tw Cen MT" panose="020B0602020104020603" pitchFamily="34" charset="0"/>
                </a:rPr>
                <a:t>Belakang</a:t>
              </a:r>
              <a:endParaRPr lang="en-US" sz="2000" b="1" dirty="0">
                <a:solidFill>
                  <a:srgbClr val="F0EEF0"/>
                </a:solidFill>
                <a:latin typeface="Tw Cen MT" panose="020B0602020104020603" pitchFamily="34" charset="0"/>
              </a:endParaRPr>
            </a:p>
          </p:txBody>
        </p:sp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52B367FE-8530-4052-AD96-2D6FBE490F6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11129999" y="3247473"/>
              <a:ext cx="530600" cy="530600"/>
            </a:xfrm>
            <a:prstGeom prst="rect">
              <a:avLst/>
            </a:prstGeom>
          </p:spPr>
        </p:pic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63E93C38-ECA5-4094-81E9-196A3BD19EBD}"/>
              </a:ext>
            </a:extLst>
          </p:cNvPr>
          <p:cNvGrpSpPr/>
          <p:nvPr/>
        </p:nvGrpSpPr>
        <p:grpSpPr>
          <a:xfrm>
            <a:off x="226789" y="-2"/>
            <a:ext cx="11447501" cy="6858000"/>
            <a:chOff x="213096" y="0"/>
            <a:chExt cx="11447501" cy="6858000"/>
          </a:xfrm>
        </p:grpSpPr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5C85080E-7B66-43F0-AB4D-3A69B13C005A}"/>
                </a:ext>
              </a:extLst>
            </p:cNvPr>
            <p:cNvSpPr/>
            <p:nvPr/>
          </p:nvSpPr>
          <p:spPr>
            <a:xfrm>
              <a:off x="213096" y="0"/>
              <a:ext cx="11447501" cy="6858000"/>
            </a:xfrm>
            <a:prstGeom prst="rect">
              <a:avLst/>
            </a:prstGeom>
            <a:solidFill>
              <a:srgbClr val="F0EEF0"/>
            </a:solidFill>
            <a:ln>
              <a:noFill/>
            </a:ln>
            <a:effectLst>
              <a:outerShdw blurRad="215900" dist="38100" sx="101000" sy="101000" algn="l" rotWithShape="0">
                <a:schemeClr val="tx1">
                  <a:lumMod val="65000"/>
                  <a:lumOff val="35000"/>
                  <a:alpha val="35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405DAC1A-9BF8-460E-8D8B-77BFB6B27FF9}"/>
                </a:ext>
              </a:extLst>
            </p:cNvPr>
            <p:cNvSpPr/>
            <p:nvPr/>
          </p:nvSpPr>
          <p:spPr>
            <a:xfrm>
              <a:off x="10661331" y="2337441"/>
              <a:ext cx="999265" cy="2360918"/>
            </a:xfrm>
            <a:custGeom>
              <a:avLst/>
              <a:gdLst>
                <a:gd name="connsiteX0" fmla="*/ 1168400 w 1168400"/>
                <a:gd name="connsiteY0" fmla="*/ 0 h 2360918"/>
                <a:gd name="connsiteX1" fmla="*/ 1168400 w 1168400"/>
                <a:gd name="connsiteY1" fmla="*/ 2360918 h 2360918"/>
                <a:gd name="connsiteX2" fmla="*/ 1060340 w 1168400"/>
                <a:gd name="connsiteY2" fmla="*/ 2355461 h 2360918"/>
                <a:gd name="connsiteX3" fmla="*/ 0 w 1168400"/>
                <a:gd name="connsiteY3" fmla="*/ 1180459 h 2360918"/>
                <a:gd name="connsiteX4" fmla="*/ 1060340 w 1168400"/>
                <a:gd name="connsiteY4" fmla="*/ 5457 h 2360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68400" h="2360918">
                  <a:moveTo>
                    <a:pt x="1168400" y="0"/>
                  </a:moveTo>
                  <a:lnTo>
                    <a:pt x="1168400" y="2360918"/>
                  </a:lnTo>
                  <a:lnTo>
                    <a:pt x="1060340" y="2355461"/>
                  </a:lnTo>
                  <a:cubicBezTo>
                    <a:pt x="464762" y="2294977"/>
                    <a:pt x="0" y="1791994"/>
                    <a:pt x="0" y="1180459"/>
                  </a:cubicBezTo>
                  <a:cubicBezTo>
                    <a:pt x="0" y="568924"/>
                    <a:pt x="464762" y="65941"/>
                    <a:pt x="1060340" y="5457"/>
                  </a:cubicBezTo>
                  <a:close/>
                </a:path>
              </a:pathLst>
            </a:custGeom>
            <a:solidFill>
              <a:srgbClr val="52CD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90DCA374-CD21-448B-8791-8A04A9A9A552}"/>
                </a:ext>
              </a:extLst>
            </p:cNvPr>
            <p:cNvSpPr txBox="1"/>
            <p:nvPr/>
          </p:nvSpPr>
          <p:spPr>
            <a:xfrm rot="16200000">
              <a:off x="10341391" y="3259720"/>
              <a:ext cx="199208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 err="1">
                  <a:solidFill>
                    <a:srgbClr val="F0EEF0"/>
                  </a:solidFill>
                  <a:latin typeface="Tw Cen MT" panose="020B0602020104020603" pitchFamily="34" charset="0"/>
                </a:rPr>
                <a:t>Identifikasi</a:t>
              </a:r>
              <a:r>
                <a:rPr lang="en-US" sz="1600" b="1" dirty="0">
                  <a:solidFill>
                    <a:srgbClr val="F0EEF0"/>
                  </a:solidFill>
                  <a:latin typeface="Tw Cen MT" panose="020B0602020104020603" pitchFamily="34" charset="0"/>
                </a:rPr>
                <a:t> </a:t>
              </a:r>
              <a:r>
                <a:rPr lang="en-US" sz="1600" b="1" dirty="0" err="1">
                  <a:solidFill>
                    <a:srgbClr val="F0EEF0"/>
                  </a:solidFill>
                  <a:latin typeface="Tw Cen MT" panose="020B0602020104020603" pitchFamily="34" charset="0"/>
                </a:rPr>
                <a:t>Masalah</a:t>
              </a:r>
              <a:endParaRPr lang="en-US" sz="1600" b="1" dirty="0">
                <a:solidFill>
                  <a:srgbClr val="F0EEF0"/>
                </a:solidFill>
                <a:latin typeface="Tw Cen MT" panose="020B0602020104020603" pitchFamily="34" charset="0"/>
              </a:endParaRPr>
            </a:p>
          </p:txBody>
        </p:sp>
        <p:pic>
          <p:nvPicPr>
            <p:cNvPr id="42" name="Picture 41">
              <a:extLst>
                <a:ext uri="{FF2B5EF4-FFF2-40B4-BE49-F238E27FC236}">
                  <a16:creationId xmlns:a16="http://schemas.microsoft.com/office/drawing/2014/main" id="{83A620A7-5483-4447-9670-0F8D67F3627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10658085" y="3247473"/>
              <a:ext cx="530600" cy="530600"/>
            </a:xfrm>
            <a:prstGeom prst="rect">
              <a:avLst/>
            </a:prstGeom>
          </p:spPr>
        </p:pic>
      </p:grpSp>
      <p:sp>
        <p:nvSpPr>
          <p:cNvPr id="84" name="Rectangle 83">
            <a:extLst>
              <a:ext uri="{FF2B5EF4-FFF2-40B4-BE49-F238E27FC236}">
                <a16:creationId xmlns:a16="http://schemas.microsoft.com/office/drawing/2014/main" id="{3C6BBB46-3AAE-49B1-8F56-3535CC357FEB}"/>
              </a:ext>
            </a:extLst>
          </p:cNvPr>
          <p:cNvSpPr/>
          <p:nvPr/>
        </p:nvSpPr>
        <p:spPr>
          <a:xfrm>
            <a:off x="-7962177" y="-1"/>
            <a:ext cx="5781368" cy="6858000"/>
          </a:xfrm>
          <a:prstGeom prst="rect">
            <a:avLst/>
          </a:prstGeom>
          <a:solidFill>
            <a:srgbClr val="F0EEF0"/>
          </a:solidFill>
          <a:ln>
            <a:noFill/>
          </a:ln>
          <a:effectLst>
            <a:outerShdw blurRad="215900" dist="38100" sx="101000" sy="101000" algn="l" rotWithShape="0">
              <a:schemeClr val="tx1">
                <a:lumMod val="65000"/>
                <a:lumOff val="35000"/>
                <a:alpha val="3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AE5E6693-B9D1-4ED4-BBEF-303C664E2902}"/>
              </a:ext>
            </a:extLst>
          </p:cNvPr>
          <p:cNvCxnSpPr/>
          <p:nvPr/>
        </p:nvCxnSpPr>
        <p:spPr>
          <a:xfrm>
            <a:off x="3850016" y="3623253"/>
            <a:ext cx="1966913" cy="0"/>
          </a:xfrm>
          <a:prstGeom prst="line">
            <a:avLst/>
          </a:prstGeom>
          <a:ln w="28575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93B1F077-B004-40F4-B832-4938E4CC9B06}"/>
              </a:ext>
            </a:extLst>
          </p:cNvPr>
          <p:cNvCxnSpPr/>
          <p:nvPr/>
        </p:nvCxnSpPr>
        <p:spPr>
          <a:xfrm>
            <a:off x="5997735" y="3623253"/>
            <a:ext cx="1966913" cy="0"/>
          </a:xfrm>
          <a:prstGeom prst="line">
            <a:avLst/>
          </a:prstGeom>
          <a:ln w="28575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30C092F7-E294-42E9-9CCA-9CC6895B24E6}"/>
              </a:ext>
            </a:extLst>
          </p:cNvPr>
          <p:cNvSpPr txBox="1"/>
          <p:nvPr/>
        </p:nvSpPr>
        <p:spPr>
          <a:xfrm>
            <a:off x="2594536" y="4142156"/>
            <a:ext cx="22890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Tw Cen MT" panose="020B0602020104020603" pitchFamily="34" charset="0"/>
                <a:ea typeface="Times New Roman" panose="02020603050405020304" pitchFamily="18" charset="0"/>
              </a:rPr>
              <a:t>Fasilitas</a:t>
            </a:r>
            <a:r>
              <a:rPr lang="en-US" sz="180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Tw Cen MT" panose="020B0602020104020603" pitchFamily="34" charset="0"/>
                <a:ea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Tw Cen MT" panose="020B0602020104020603" pitchFamily="34" charset="0"/>
                <a:ea typeface="Times New Roman" panose="02020603050405020304" pitchFamily="18" charset="0"/>
              </a:rPr>
              <a:t>Pendukung</a:t>
            </a:r>
            <a:r>
              <a:rPr lang="en-US" sz="180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Tw Cen MT" panose="020B0602020104020603" pitchFamily="34" charset="0"/>
                <a:ea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Tw Cen MT" panose="020B0602020104020603" pitchFamily="34" charset="0"/>
                <a:ea typeface="Times New Roman" panose="02020603050405020304" pitchFamily="18" charset="0"/>
              </a:rPr>
              <a:t>Pembelajaran</a:t>
            </a:r>
            <a:r>
              <a:rPr lang="en-US" sz="180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Tw Cen MT" panose="020B0602020104020603" pitchFamily="34" charset="0"/>
                <a:ea typeface="Times New Roman" panose="02020603050405020304" pitchFamily="18" charset="0"/>
              </a:rPr>
              <a:t> Daring</a:t>
            </a:r>
            <a:endParaRPr lang="en-US" b="1" dirty="0">
              <a:solidFill>
                <a:schemeClr val="tx1">
                  <a:lumMod val="85000"/>
                  <a:lumOff val="15000"/>
                </a:schemeClr>
              </a:solidFill>
              <a:latin typeface="Tw Cen MT" panose="020B0602020104020603" pitchFamily="34" charset="0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F1CA300-3552-45F9-8CC2-2FE94B9F46B4}"/>
              </a:ext>
            </a:extLst>
          </p:cNvPr>
          <p:cNvSpPr txBox="1"/>
          <p:nvPr/>
        </p:nvSpPr>
        <p:spPr>
          <a:xfrm>
            <a:off x="2594536" y="3709155"/>
            <a:ext cx="22890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5969"/>
                </a:solidFill>
                <a:latin typeface="Tw Cen MT" panose="020B0602020104020603" pitchFamily="34" charset="0"/>
              </a:rPr>
              <a:t>1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9FA5B31-CC22-4828-81BB-108974CBC5B1}"/>
              </a:ext>
            </a:extLst>
          </p:cNvPr>
          <p:cNvSpPr txBox="1"/>
          <p:nvPr/>
        </p:nvSpPr>
        <p:spPr>
          <a:xfrm>
            <a:off x="4783446" y="4142156"/>
            <a:ext cx="22890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Tw Cen MT" panose="020B0602020104020603" pitchFamily="34" charset="0"/>
                <a:ea typeface="Times New Roman" panose="02020603050405020304" pitchFamily="18" charset="0"/>
              </a:rPr>
              <a:t>Video Conference </a:t>
            </a:r>
            <a:r>
              <a:rPr lang="en-US" sz="1800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Tw Cen MT" panose="020B0602020104020603" pitchFamily="34" charset="0"/>
                <a:ea typeface="Times New Roman" panose="02020603050405020304" pitchFamily="18" charset="0"/>
              </a:rPr>
              <a:t>Komersial</a:t>
            </a:r>
            <a:endParaRPr lang="en-US" b="1" dirty="0">
              <a:solidFill>
                <a:schemeClr val="tx1">
                  <a:lumMod val="85000"/>
                  <a:lumOff val="15000"/>
                </a:schemeClr>
              </a:solidFill>
              <a:latin typeface="Tw Cen MT" panose="020B0602020104020603" pitchFamily="34" charset="0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5343A5F-6D74-4049-B77F-C819CFF7A969}"/>
              </a:ext>
            </a:extLst>
          </p:cNvPr>
          <p:cNvSpPr txBox="1"/>
          <p:nvPr/>
        </p:nvSpPr>
        <p:spPr>
          <a:xfrm>
            <a:off x="4783446" y="3709155"/>
            <a:ext cx="22890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52CBBE"/>
                </a:solidFill>
                <a:latin typeface="Tw Cen MT" panose="020B0602020104020603" pitchFamily="34" charset="0"/>
              </a:rPr>
              <a:t>3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1C98C57F-7593-4997-889A-0BF6C2751BC2}"/>
              </a:ext>
            </a:extLst>
          </p:cNvPr>
          <p:cNvSpPr txBox="1"/>
          <p:nvPr/>
        </p:nvSpPr>
        <p:spPr>
          <a:xfrm>
            <a:off x="6912585" y="4142156"/>
            <a:ext cx="22890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Tw Cen MT" panose="020B0602020104020603" pitchFamily="34" charset="0"/>
                <a:ea typeface="Times New Roman" panose="02020603050405020304" pitchFamily="18" charset="0"/>
              </a:rPr>
              <a:t>Manajemen</a:t>
            </a:r>
            <a:r>
              <a:rPr lang="en-US" sz="180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Tw Cen MT" panose="020B0602020104020603" pitchFamily="34" charset="0"/>
                <a:ea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Tw Cen MT" panose="020B0602020104020603" pitchFamily="34" charset="0"/>
                <a:ea typeface="Times New Roman" panose="02020603050405020304" pitchFamily="18" charset="0"/>
              </a:rPr>
              <a:t>Berkas</a:t>
            </a:r>
            <a:endParaRPr lang="en-US" b="1" dirty="0">
              <a:solidFill>
                <a:schemeClr val="tx1">
                  <a:lumMod val="85000"/>
                  <a:lumOff val="15000"/>
                </a:schemeClr>
              </a:solidFill>
              <a:latin typeface="Tw Cen MT" panose="020B0602020104020603" pitchFamily="34" charset="0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D26852A0-8FCE-449A-90A7-25E5705A0625}"/>
              </a:ext>
            </a:extLst>
          </p:cNvPr>
          <p:cNvSpPr txBox="1"/>
          <p:nvPr/>
        </p:nvSpPr>
        <p:spPr>
          <a:xfrm>
            <a:off x="6912585" y="3709155"/>
            <a:ext cx="22890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EC630"/>
                </a:solidFill>
                <a:latin typeface="Tw Cen MT" panose="020B0602020104020603" pitchFamily="34" charset="0"/>
              </a:rPr>
              <a:t>3</a:t>
            </a:r>
          </a:p>
        </p:txBody>
      </p:sp>
      <p:grpSp>
        <p:nvGrpSpPr>
          <p:cNvPr id="77" name="Group 76">
            <a:extLst>
              <a:ext uri="{FF2B5EF4-FFF2-40B4-BE49-F238E27FC236}">
                <a16:creationId xmlns:a16="http://schemas.microsoft.com/office/drawing/2014/main" id="{8F82A200-3A06-499F-9E6A-761899292C91}"/>
              </a:ext>
            </a:extLst>
          </p:cNvPr>
          <p:cNvGrpSpPr/>
          <p:nvPr/>
        </p:nvGrpSpPr>
        <p:grpSpPr>
          <a:xfrm>
            <a:off x="3101220" y="1755914"/>
            <a:ext cx="1275682" cy="1275682"/>
            <a:chOff x="3063120" y="1755914"/>
            <a:chExt cx="1275682" cy="1275682"/>
          </a:xfrm>
        </p:grpSpPr>
        <p:sp>
          <p:nvSpPr>
            <p:cNvPr id="78" name="Teardrop 77">
              <a:extLst>
                <a:ext uri="{FF2B5EF4-FFF2-40B4-BE49-F238E27FC236}">
                  <a16:creationId xmlns:a16="http://schemas.microsoft.com/office/drawing/2014/main" id="{E98DCD5D-E7AC-4807-8C71-0405E311A37C}"/>
                </a:ext>
              </a:extLst>
            </p:cNvPr>
            <p:cNvSpPr/>
            <p:nvPr/>
          </p:nvSpPr>
          <p:spPr>
            <a:xfrm rot="8100000">
              <a:off x="3063120" y="1755914"/>
              <a:ext cx="1275682" cy="1275682"/>
            </a:xfrm>
            <a:prstGeom prst="teardrop">
              <a:avLst>
                <a:gd name="adj" fmla="val 109962"/>
              </a:avLst>
            </a:prstGeom>
            <a:solidFill>
              <a:srgbClr val="FF596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9" name="Oval 78">
              <a:extLst>
                <a:ext uri="{FF2B5EF4-FFF2-40B4-BE49-F238E27FC236}">
                  <a16:creationId xmlns:a16="http://schemas.microsoft.com/office/drawing/2014/main" id="{5C3F1904-7912-4897-945F-D9D07004DC3B}"/>
                </a:ext>
              </a:extLst>
            </p:cNvPr>
            <p:cNvSpPr/>
            <p:nvPr/>
          </p:nvSpPr>
          <p:spPr>
            <a:xfrm>
              <a:off x="3257469" y="1948912"/>
              <a:ext cx="889686" cy="889686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80" name="Picture 79">
              <a:extLst>
                <a:ext uri="{FF2B5EF4-FFF2-40B4-BE49-F238E27FC236}">
                  <a16:creationId xmlns:a16="http://schemas.microsoft.com/office/drawing/2014/main" id="{31593FD0-64A3-4D81-ABAD-CAD7832F8E3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86696" y="2066644"/>
              <a:ext cx="627392" cy="627390"/>
            </a:xfrm>
            <a:prstGeom prst="rect">
              <a:avLst/>
            </a:prstGeom>
          </p:spPr>
        </p:pic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9CEF97A3-5525-4B23-8ED3-DE52D18C6AC9}"/>
              </a:ext>
            </a:extLst>
          </p:cNvPr>
          <p:cNvGrpSpPr/>
          <p:nvPr/>
        </p:nvGrpSpPr>
        <p:grpSpPr>
          <a:xfrm>
            <a:off x="5280540" y="1755914"/>
            <a:ext cx="1275682" cy="1275682"/>
            <a:chOff x="5242440" y="1755914"/>
            <a:chExt cx="1275682" cy="1275682"/>
          </a:xfrm>
        </p:grpSpPr>
        <p:sp>
          <p:nvSpPr>
            <p:cNvPr id="111" name="Teardrop 110">
              <a:extLst>
                <a:ext uri="{FF2B5EF4-FFF2-40B4-BE49-F238E27FC236}">
                  <a16:creationId xmlns:a16="http://schemas.microsoft.com/office/drawing/2014/main" id="{50BC144A-C56B-402B-A40E-D588FAD19B40}"/>
                </a:ext>
              </a:extLst>
            </p:cNvPr>
            <p:cNvSpPr/>
            <p:nvPr/>
          </p:nvSpPr>
          <p:spPr>
            <a:xfrm rot="8100000">
              <a:off x="5242440" y="1755914"/>
              <a:ext cx="1275682" cy="1275682"/>
            </a:xfrm>
            <a:prstGeom prst="teardrop">
              <a:avLst>
                <a:gd name="adj" fmla="val 109962"/>
              </a:avLst>
            </a:prstGeom>
            <a:solidFill>
              <a:srgbClr val="52CBB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2" name="Oval 111">
              <a:extLst>
                <a:ext uri="{FF2B5EF4-FFF2-40B4-BE49-F238E27FC236}">
                  <a16:creationId xmlns:a16="http://schemas.microsoft.com/office/drawing/2014/main" id="{53982AC9-F3CB-4E50-ABB4-803298B4C9F4}"/>
                </a:ext>
              </a:extLst>
            </p:cNvPr>
            <p:cNvSpPr/>
            <p:nvPr/>
          </p:nvSpPr>
          <p:spPr>
            <a:xfrm>
              <a:off x="5436789" y="1948912"/>
              <a:ext cx="889686" cy="889686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13" name="Picture 112">
              <a:extLst>
                <a:ext uri="{FF2B5EF4-FFF2-40B4-BE49-F238E27FC236}">
                  <a16:creationId xmlns:a16="http://schemas.microsoft.com/office/drawing/2014/main" id="{0904263C-8FFC-4242-9EB2-D4E0F099987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65681" y="2061164"/>
              <a:ext cx="659146" cy="659144"/>
            </a:xfrm>
            <a:prstGeom prst="rect">
              <a:avLst/>
            </a:prstGeom>
          </p:spPr>
        </p:pic>
      </p:grpSp>
      <p:grpSp>
        <p:nvGrpSpPr>
          <p:cNvPr id="123" name="Group 122">
            <a:extLst>
              <a:ext uri="{FF2B5EF4-FFF2-40B4-BE49-F238E27FC236}">
                <a16:creationId xmlns:a16="http://schemas.microsoft.com/office/drawing/2014/main" id="{CA1627D3-08B8-4852-B618-C7C4D2638F26}"/>
              </a:ext>
            </a:extLst>
          </p:cNvPr>
          <p:cNvGrpSpPr/>
          <p:nvPr/>
        </p:nvGrpSpPr>
        <p:grpSpPr>
          <a:xfrm>
            <a:off x="7391281" y="1755914"/>
            <a:ext cx="1275682" cy="1275682"/>
            <a:chOff x="7353181" y="1755914"/>
            <a:chExt cx="1275682" cy="1275682"/>
          </a:xfrm>
        </p:grpSpPr>
        <p:sp>
          <p:nvSpPr>
            <p:cNvPr id="124" name="Teardrop 123">
              <a:extLst>
                <a:ext uri="{FF2B5EF4-FFF2-40B4-BE49-F238E27FC236}">
                  <a16:creationId xmlns:a16="http://schemas.microsoft.com/office/drawing/2014/main" id="{8A6CD21D-9341-40F1-A5BD-1CA0BB52C9C6}"/>
                </a:ext>
              </a:extLst>
            </p:cNvPr>
            <p:cNvSpPr/>
            <p:nvPr/>
          </p:nvSpPr>
          <p:spPr>
            <a:xfrm rot="8100000">
              <a:off x="7353181" y="1755914"/>
              <a:ext cx="1275682" cy="1275682"/>
            </a:xfrm>
            <a:prstGeom prst="teardrop">
              <a:avLst>
                <a:gd name="adj" fmla="val 109962"/>
              </a:avLst>
            </a:prstGeom>
            <a:solidFill>
              <a:srgbClr val="FEC63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5" name="Oval 124">
              <a:extLst>
                <a:ext uri="{FF2B5EF4-FFF2-40B4-BE49-F238E27FC236}">
                  <a16:creationId xmlns:a16="http://schemas.microsoft.com/office/drawing/2014/main" id="{3AAB7DD9-4074-409E-89C9-CAD58944A04F}"/>
                </a:ext>
              </a:extLst>
            </p:cNvPr>
            <p:cNvSpPr/>
            <p:nvPr/>
          </p:nvSpPr>
          <p:spPr>
            <a:xfrm>
              <a:off x="7547530" y="1948912"/>
              <a:ext cx="889686" cy="889686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26" name="Picture 125">
              <a:extLst>
                <a:ext uri="{FF2B5EF4-FFF2-40B4-BE49-F238E27FC236}">
                  <a16:creationId xmlns:a16="http://schemas.microsoft.com/office/drawing/2014/main" id="{39516112-622F-4EC9-8E36-5AACED5D521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8666" y="2048456"/>
              <a:ext cx="684562" cy="684560"/>
            </a:xfrm>
            <a:prstGeom prst="rect">
              <a:avLst/>
            </a:prstGeom>
          </p:spPr>
        </p:pic>
      </p:grpSp>
      <p:grpSp>
        <p:nvGrpSpPr>
          <p:cNvPr id="127" name="Group 126">
            <a:extLst>
              <a:ext uri="{FF2B5EF4-FFF2-40B4-BE49-F238E27FC236}">
                <a16:creationId xmlns:a16="http://schemas.microsoft.com/office/drawing/2014/main" id="{9D6568B3-A658-40E5-9108-FD55FD6780FD}"/>
              </a:ext>
            </a:extLst>
          </p:cNvPr>
          <p:cNvGrpSpPr/>
          <p:nvPr/>
        </p:nvGrpSpPr>
        <p:grpSpPr>
          <a:xfrm>
            <a:off x="3638922" y="3517706"/>
            <a:ext cx="211094" cy="211094"/>
            <a:chOff x="1677812" y="4248152"/>
            <a:chExt cx="211094" cy="211094"/>
          </a:xfrm>
        </p:grpSpPr>
        <p:sp>
          <p:nvSpPr>
            <p:cNvPr id="128" name="Oval 127">
              <a:extLst>
                <a:ext uri="{FF2B5EF4-FFF2-40B4-BE49-F238E27FC236}">
                  <a16:creationId xmlns:a16="http://schemas.microsoft.com/office/drawing/2014/main" id="{A0F41BC5-538A-436D-96CE-5BF186A1B9C0}"/>
                </a:ext>
              </a:extLst>
            </p:cNvPr>
            <p:cNvSpPr/>
            <p:nvPr/>
          </p:nvSpPr>
          <p:spPr>
            <a:xfrm>
              <a:off x="1677812" y="4248152"/>
              <a:ext cx="211094" cy="211094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9" name="Oval 128">
              <a:extLst>
                <a:ext uri="{FF2B5EF4-FFF2-40B4-BE49-F238E27FC236}">
                  <a16:creationId xmlns:a16="http://schemas.microsoft.com/office/drawing/2014/main" id="{0C82E18B-6211-4E0E-B341-A375BF21C638}"/>
                </a:ext>
              </a:extLst>
            </p:cNvPr>
            <p:cNvSpPr/>
            <p:nvPr/>
          </p:nvSpPr>
          <p:spPr>
            <a:xfrm>
              <a:off x="1708100" y="4278440"/>
              <a:ext cx="150518" cy="150518"/>
            </a:xfrm>
            <a:prstGeom prst="ellipse">
              <a:avLst/>
            </a:prstGeom>
            <a:solidFill>
              <a:srgbClr val="FF596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30" name="Group 129">
            <a:extLst>
              <a:ext uri="{FF2B5EF4-FFF2-40B4-BE49-F238E27FC236}">
                <a16:creationId xmlns:a16="http://schemas.microsoft.com/office/drawing/2014/main" id="{3CA914DC-85F2-4FF9-8B35-B754D0496A9F}"/>
              </a:ext>
            </a:extLst>
          </p:cNvPr>
          <p:cNvGrpSpPr/>
          <p:nvPr/>
        </p:nvGrpSpPr>
        <p:grpSpPr>
          <a:xfrm>
            <a:off x="5816929" y="3517706"/>
            <a:ext cx="211094" cy="211094"/>
            <a:chOff x="3855819" y="4248152"/>
            <a:chExt cx="211094" cy="211094"/>
          </a:xfrm>
        </p:grpSpPr>
        <p:sp>
          <p:nvSpPr>
            <p:cNvPr id="131" name="Oval 130">
              <a:extLst>
                <a:ext uri="{FF2B5EF4-FFF2-40B4-BE49-F238E27FC236}">
                  <a16:creationId xmlns:a16="http://schemas.microsoft.com/office/drawing/2014/main" id="{37925582-D117-410B-AB01-22C2051F3E1B}"/>
                </a:ext>
              </a:extLst>
            </p:cNvPr>
            <p:cNvSpPr/>
            <p:nvPr/>
          </p:nvSpPr>
          <p:spPr>
            <a:xfrm>
              <a:off x="3855819" y="4248152"/>
              <a:ext cx="211094" cy="211094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2" name="Oval 131">
              <a:extLst>
                <a:ext uri="{FF2B5EF4-FFF2-40B4-BE49-F238E27FC236}">
                  <a16:creationId xmlns:a16="http://schemas.microsoft.com/office/drawing/2014/main" id="{EECA96D8-E406-4AB4-A7AF-C0969311312E}"/>
                </a:ext>
              </a:extLst>
            </p:cNvPr>
            <p:cNvSpPr/>
            <p:nvPr/>
          </p:nvSpPr>
          <p:spPr>
            <a:xfrm>
              <a:off x="3886107" y="4278440"/>
              <a:ext cx="150518" cy="150518"/>
            </a:xfrm>
            <a:prstGeom prst="ellipse">
              <a:avLst/>
            </a:prstGeom>
            <a:solidFill>
              <a:srgbClr val="52CBB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33" name="Group 132">
            <a:extLst>
              <a:ext uri="{FF2B5EF4-FFF2-40B4-BE49-F238E27FC236}">
                <a16:creationId xmlns:a16="http://schemas.microsoft.com/office/drawing/2014/main" id="{32D488C7-993A-4046-84D5-C5C1D3921994}"/>
              </a:ext>
            </a:extLst>
          </p:cNvPr>
          <p:cNvGrpSpPr/>
          <p:nvPr/>
        </p:nvGrpSpPr>
        <p:grpSpPr>
          <a:xfrm>
            <a:off x="7934360" y="3517706"/>
            <a:ext cx="211094" cy="211094"/>
            <a:chOff x="5973250" y="4248152"/>
            <a:chExt cx="211094" cy="211094"/>
          </a:xfrm>
        </p:grpSpPr>
        <p:sp>
          <p:nvSpPr>
            <p:cNvPr id="134" name="Oval 133">
              <a:extLst>
                <a:ext uri="{FF2B5EF4-FFF2-40B4-BE49-F238E27FC236}">
                  <a16:creationId xmlns:a16="http://schemas.microsoft.com/office/drawing/2014/main" id="{1BD518F5-B2EA-4A0C-8251-81B075518DC4}"/>
                </a:ext>
              </a:extLst>
            </p:cNvPr>
            <p:cNvSpPr/>
            <p:nvPr/>
          </p:nvSpPr>
          <p:spPr>
            <a:xfrm>
              <a:off x="5973250" y="4248152"/>
              <a:ext cx="211094" cy="211094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5" name="Oval 134">
              <a:extLst>
                <a:ext uri="{FF2B5EF4-FFF2-40B4-BE49-F238E27FC236}">
                  <a16:creationId xmlns:a16="http://schemas.microsoft.com/office/drawing/2014/main" id="{1F5C5634-ECA4-4D92-B617-58C5C2D48A63}"/>
                </a:ext>
              </a:extLst>
            </p:cNvPr>
            <p:cNvSpPr/>
            <p:nvPr/>
          </p:nvSpPr>
          <p:spPr>
            <a:xfrm>
              <a:off x="6003538" y="4278440"/>
              <a:ext cx="150518" cy="150518"/>
            </a:xfrm>
            <a:prstGeom prst="ellipse">
              <a:avLst/>
            </a:prstGeom>
            <a:solidFill>
              <a:srgbClr val="FEC63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5" name="Group 144">
            <a:extLst>
              <a:ext uri="{FF2B5EF4-FFF2-40B4-BE49-F238E27FC236}">
                <a16:creationId xmlns:a16="http://schemas.microsoft.com/office/drawing/2014/main" id="{BF8EBA3D-452D-47CD-B904-0B23290B33D1}"/>
              </a:ext>
            </a:extLst>
          </p:cNvPr>
          <p:cNvGrpSpPr/>
          <p:nvPr/>
        </p:nvGrpSpPr>
        <p:grpSpPr>
          <a:xfrm>
            <a:off x="-7847639" y="0"/>
            <a:ext cx="9961092" cy="6858000"/>
            <a:chOff x="491575" y="0"/>
            <a:chExt cx="9961092" cy="6858000"/>
          </a:xfrm>
        </p:grpSpPr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BEF50569-12D0-443A-A8E7-A819E72B4F7B}"/>
                </a:ext>
              </a:extLst>
            </p:cNvPr>
            <p:cNvSpPr/>
            <p:nvPr/>
          </p:nvSpPr>
          <p:spPr>
            <a:xfrm>
              <a:off x="491575" y="0"/>
              <a:ext cx="9961092" cy="6858000"/>
            </a:xfrm>
            <a:prstGeom prst="rect">
              <a:avLst/>
            </a:prstGeom>
            <a:solidFill>
              <a:srgbClr val="F0EEF0"/>
            </a:solidFill>
            <a:ln>
              <a:noFill/>
            </a:ln>
            <a:effectLst>
              <a:outerShdw blurRad="215900" dist="38100" sx="101000" sy="101000" algn="l" rotWithShape="0">
                <a:schemeClr val="tx1">
                  <a:lumMod val="65000"/>
                  <a:lumOff val="35000"/>
                  <a:alpha val="35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32659E1F-B511-4620-BC32-708DD10CBC18}"/>
                </a:ext>
              </a:extLst>
            </p:cNvPr>
            <p:cNvSpPr/>
            <p:nvPr/>
          </p:nvSpPr>
          <p:spPr>
            <a:xfrm>
              <a:off x="9284267" y="2337440"/>
              <a:ext cx="1168400" cy="2360918"/>
            </a:xfrm>
            <a:custGeom>
              <a:avLst/>
              <a:gdLst>
                <a:gd name="connsiteX0" fmla="*/ 1168400 w 1168400"/>
                <a:gd name="connsiteY0" fmla="*/ 0 h 2360918"/>
                <a:gd name="connsiteX1" fmla="*/ 1168400 w 1168400"/>
                <a:gd name="connsiteY1" fmla="*/ 2360918 h 2360918"/>
                <a:gd name="connsiteX2" fmla="*/ 1060340 w 1168400"/>
                <a:gd name="connsiteY2" fmla="*/ 2355461 h 2360918"/>
                <a:gd name="connsiteX3" fmla="*/ 0 w 1168400"/>
                <a:gd name="connsiteY3" fmla="*/ 1180459 h 2360918"/>
                <a:gd name="connsiteX4" fmla="*/ 1060340 w 1168400"/>
                <a:gd name="connsiteY4" fmla="*/ 5457 h 2360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68400" h="2360918">
                  <a:moveTo>
                    <a:pt x="1168400" y="0"/>
                  </a:moveTo>
                  <a:lnTo>
                    <a:pt x="1168400" y="2360918"/>
                  </a:lnTo>
                  <a:lnTo>
                    <a:pt x="1060340" y="2355461"/>
                  </a:lnTo>
                  <a:cubicBezTo>
                    <a:pt x="464762" y="2294977"/>
                    <a:pt x="0" y="1791994"/>
                    <a:pt x="0" y="1180459"/>
                  </a:cubicBezTo>
                  <a:cubicBezTo>
                    <a:pt x="0" y="568924"/>
                    <a:pt x="464762" y="65941"/>
                    <a:pt x="1060340" y="5457"/>
                  </a:cubicBezTo>
                  <a:close/>
                </a:path>
              </a:pathLst>
            </a:custGeom>
            <a:solidFill>
              <a:srgbClr val="FFC73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8" name="TextBox 147">
              <a:extLst>
                <a:ext uri="{FF2B5EF4-FFF2-40B4-BE49-F238E27FC236}">
                  <a16:creationId xmlns:a16="http://schemas.microsoft.com/office/drawing/2014/main" id="{D75E0FF4-DD95-4374-A96E-74902F41406D}"/>
                </a:ext>
              </a:extLst>
            </p:cNvPr>
            <p:cNvSpPr txBox="1"/>
            <p:nvPr/>
          </p:nvSpPr>
          <p:spPr>
            <a:xfrm rot="16200000">
              <a:off x="9117129" y="3328109"/>
              <a:ext cx="199208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rgbClr val="F0EEF0"/>
                  </a:solidFill>
                  <a:latin typeface="Tw Cen MT" panose="020B0602020104020603" pitchFamily="34" charset="0"/>
                </a:rPr>
                <a:t>Batasan </a:t>
              </a:r>
              <a:r>
                <a:rPr lang="en-US" b="1" dirty="0" err="1">
                  <a:solidFill>
                    <a:srgbClr val="F0EEF0"/>
                  </a:solidFill>
                  <a:latin typeface="Tw Cen MT" panose="020B0602020104020603" pitchFamily="34" charset="0"/>
                </a:rPr>
                <a:t>Masalah</a:t>
              </a:r>
              <a:endParaRPr lang="en-US" b="1" dirty="0">
                <a:solidFill>
                  <a:srgbClr val="F0EEF0"/>
                </a:solidFill>
                <a:latin typeface="Tw Cen MT" panose="020B0602020104020603" pitchFamily="34" charset="0"/>
              </a:endParaRPr>
            </a:p>
          </p:txBody>
        </p:sp>
        <p:pic>
          <p:nvPicPr>
            <p:cNvPr id="149" name="Picture 148">
              <a:extLst>
                <a:ext uri="{FF2B5EF4-FFF2-40B4-BE49-F238E27FC236}">
                  <a16:creationId xmlns:a16="http://schemas.microsoft.com/office/drawing/2014/main" id="{13B43634-15E2-4DD3-86FC-8718B1C8F7C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9385467" y="3247473"/>
              <a:ext cx="530600" cy="530600"/>
            </a:xfrm>
            <a:prstGeom prst="rect">
              <a:avLst/>
            </a:prstGeom>
          </p:spPr>
        </p:pic>
      </p:grpSp>
      <p:grpSp>
        <p:nvGrpSpPr>
          <p:cNvPr id="150" name="Group 149">
            <a:extLst>
              <a:ext uri="{FF2B5EF4-FFF2-40B4-BE49-F238E27FC236}">
                <a16:creationId xmlns:a16="http://schemas.microsoft.com/office/drawing/2014/main" id="{59CDFFC8-1070-4F56-90DB-02B9C56598D7}"/>
              </a:ext>
            </a:extLst>
          </p:cNvPr>
          <p:cNvGrpSpPr/>
          <p:nvPr/>
        </p:nvGrpSpPr>
        <p:grpSpPr>
          <a:xfrm>
            <a:off x="-7985197" y="0"/>
            <a:ext cx="9574094" cy="6858000"/>
            <a:chOff x="491575" y="0"/>
            <a:chExt cx="9574094" cy="6858000"/>
          </a:xfrm>
        </p:grpSpPr>
        <p:sp>
          <p:nvSpPr>
            <p:cNvPr id="151" name="Rectangle 150">
              <a:extLst>
                <a:ext uri="{FF2B5EF4-FFF2-40B4-BE49-F238E27FC236}">
                  <a16:creationId xmlns:a16="http://schemas.microsoft.com/office/drawing/2014/main" id="{8B3ED22B-75E8-4E51-82D5-B179B14CBCD4}"/>
                </a:ext>
              </a:extLst>
            </p:cNvPr>
            <p:cNvSpPr/>
            <p:nvPr/>
          </p:nvSpPr>
          <p:spPr>
            <a:xfrm>
              <a:off x="491575" y="0"/>
              <a:ext cx="9574094" cy="6858000"/>
            </a:xfrm>
            <a:prstGeom prst="rect">
              <a:avLst/>
            </a:prstGeom>
            <a:solidFill>
              <a:srgbClr val="F0EEF0"/>
            </a:solidFill>
            <a:ln>
              <a:noFill/>
            </a:ln>
            <a:effectLst>
              <a:outerShdw blurRad="215900" dist="38100" sx="101000" sy="101000" algn="l" rotWithShape="0">
                <a:schemeClr val="tx1">
                  <a:lumMod val="65000"/>
                  <a:lumOff val="35000"/>
                  <a:alpha val="35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CA2B3163-CAEF-4C00-B78F-8CCFB7D69F8A}"/>
                </a:ext>
              </a:extLst>
            </p:cNvPr>
            <p:cNvSpPr/>
            <p:nvPr/>
          </p:nvSpPr>
          <p:spPr>
            <a:xfrm>
              <a:off x="8897260" y="2337440"/>
              <a:ext cx="1168400" cy="2360918"/>
            </a:xfrm>
            <a:custGeom>
              <a:avLst/>
              <a:gdLst>
                <a:gd name="connsiteX0" fmla="*/ 1168400 w 1168400"/>
                <a:gd name="connsiteY0" fmla="*/ 0 h 2360918"/>
                <a:gd name="connsiteX1" fmla="*/ 1168400 w 1168400"/>
                <a:gd name="connsiteY1" fmla="*/ 2360918 h 2360918"/>
                <a:gd name="connsiteX2" fmla="*/ 1060340 w 1168400"/>
                <a:gd name="connsiteY2" fmla="*/ 2355461 h 2360918"/>
                <a:gd name="connsiteX3" fmla="*/ 0 w 1168400"/>
                <a:gd name="connsiteY3" fmla="*/ 1180459 h 2360918"/>
                <a:gd name="connsiteX4" fmla="*/ 1060340 w 1168400"/>
                <a:gd name="connsiteY4" fmla="*/ 5457 h 2360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68400" h="2360918">
                  <a:moveTo>
                    <a:pt x="1168400" y="0"/>
                  </a:moveTo>
                  <a:lnTo>
                    <a:pt x="1168400" y="2360918"/>
                  </a:lnTo>
                  <a:lnTo>
                    <a:pt x="1060340" y="2355461"/>
                  </a:lnTo>
                  <a:cubicBezTo>
                    <a:pt x="464762" y="2294977"/>
                    <a:pt x="0" y="1791994"/>
                    <a:pt x="0" y="1180459"/>
                  </a:cubicBezTo>
                  <a:cubicBezTo>
                    <a:pt x="0" y="568924"/>
                    <a:pt x="464762" y="65941"/>
                    <a:pt x="1060340" y="5457"/>
                  </a:cubicBezTo>
                  <a:close/>
                </a:path>
              </a:pathLst>
            </a:custGeom>
            <a:solidFill>
              <a:srgbClr val="5D737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3" name="TextBox 152">
              <a:extLst>
                <a:ext uri="{FF2B5EF4-FFF2-40B4-BE49-F238E27FC236}">
                  <a16:creationId xmlns:a16="http://schemas.microsoft.com/office/drawing/2014/main" id="{6BE980A4-9FF8-447C-AAD8-DB0DE4BAE3F5}"/>
                </a:ext>
              </a:extLst>
            </p:cNvPr>
            <p:cNvSpPr txBox="1"/>
            <p:nvPr/>
          </p:nvSpPr>
          <p:spPr>
            <a:xfrm rot="16200000">
              <a:off x="8746453" y="3328108"/>
              <a:ext cx="199208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 err="1">
                  <a:solidFill>
                    <a:srgbClr val="F0EEF0"/>
                  </a:solidFill>
                  <a:latin typeface="Tw Cen MT" panose="020B0602020104020603" pitchFamily="34" charset="0"/>
                </a:rPr>
                <a:t>Rumusan</a:t>
              </a:r>
              <a:r>
                <a:rPr lang="en-US" b="1" dirty="0">
                  <a:solidFill>
                    <a:srgbClr val="F0EEF0"/>
                  </a:solidFill>
                  <a:latin typeface="Tw Cen MT" panose="020B0602020104020603" pitchFamily="34" charset="0"/>
                </a:rPr>
                <a:t> </a:t>
              </a:r>
              <a:r>
                <a:rPr lang="en-US" b="1" dirty="0" err="1">
                  <a:solidFill>
                    <a:srgbClr val="F0EEF0"/>
                  </a:solidFill>
                  <a:latin typeface="Tw Cen MT" panose="020B0602020104020603" pitchFamily="34" charset="0"/>
                </a:rPr>
                <a:t>Masalah</a:t>
              </a:r>
              <a:endParaRPr lang="en-US" b="1" dirty="0">
                <a:solidFill>
                  <a:srgbClr val="F0EEF0"/>
                </a:solidFill>
                <a:latin typeface="Tw Cen MT" panose="020B0602020104020603" pitchFamily="34" charset="0"/>
              </a:endParaRPr>
            </a:p>
          </p:txBody>
        </p:sp>
        <p:pic>
          <p:nvPicPr>
            <p:cNvPr id="154" name="Picture 153">
              <a:extLst>
                <a:ext uri="{FF2B5EF4-FFF2-40B4-BE49-F238E27FC236}">
                  <a16:creationId xmlns:a16="http://schemas.microsoft.com/office/drawing/2014/main" id="{CC7C8902-130A-42BA-83B9-8B76BFF3984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8992269" y="3247473"/>
              <a:ext cx="530600" cy="530600"/>
            </a:xfrm>
            <a:prstGeom prst="rect">
              <a:avLst/>
            </a:prstGeom>
          </p:spPr>
        </p:pic>
      </p:grpSp>
      <p:grpSp>
        <p:nvGrpSpPr>
          <p:cNvPr id="155" name="Group 154">
            <a:extLst>
              <a:ext uri="{FF2B5EF4-FFF2-40B4-BE49-F238E27FC236}">
                <a16:creationId xmlns:a16="http://schemas.microsoft.com/office/drawing/2014/main" id="{413D7F57-DC06-4DD4-B258-FF8D62457991}"/>
              </a:ext>
            </a:extLst>
          </p:cNvPr>
          <p:cNvGrpSpPr/>
          <p:nvPr/>
        </p:nvGrpSpPr>
        <p:grpSpPr>
          <a:xfrm>
            <a:off x="-7638543" y="-1"/>
            <a:ext cx="8692332" cy="6858000"/>
            <a:chOff x="718505" y="-1"/>
            <a:chExt cx="8692332" cy="6858000"/>
          </a:xfrm>
        </p:grpSpPr>
        <p:sp>
          <p:nvSpPr>
            <p:cNvPr id="156" name="Rectangle 155">
              <a:extLst>
                <a:ext uri="{FF2B5EF4-FFF2-40B4-BE49-F238E27FC236}">
                  <a16:creationId xmlns:a16="http://schemas.microsoft.com/office/drawing/2014/main" id="{0A010B44-F2BA-4BDE-BF22-60FCCA85E1D8}"/>
                </a:ext>
              </a:extLst>
            </p:cNvPr>
            <p:cNvSpPr/>
            <p:nvPr/>
          </p:nvSpPr>
          <p:spPr>
            <a:xfrm>
              <a:off x="718505" y="-1"/>
              <a:ext cx="8692331" cy="6858000"/>
            </a:xfrm>
            <a:prstGeom prst="rect">
              <a:avLst/>
            </a:prstGeom>
            <a:solidFill>
              <a:srgbClr val="F0EEF0"/>
            </a:solidFill>
            <a:ln>
              <a:noFill/>
            </a:ln>
            <a:effectLst>
              <a:outerShdw blurRad="215900" dist="38100" sx="101000" sy="101000" algn="l" rotWithShape="0">
                <a:schemeClr val="tx1">
                  <a:lumMod val="65000"/>
                  <a:lumOff val="35000"/>
                  <a:alpha val="35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7" name="Freeform: Shape 156">
              <a:extLst>
                <a:ext uri="{FF2B5EF4-FFF2-40B4-BE49-F238E27FC236}">
                  <a16:creationId xmlns:a16="http://schemas.microsoft.com/office/drawing/2014/main" id="{3AC48898-A626-4933-9DBE-504CD30DA599}"/>
                </a:ext>
              </a:extLst>
            </p:cNvPr>
            <p:cNvSpPr/>
            <p:nvPr/>
          </p:nvSpPr>
          <p:spPr>
            <a:xfrm>
              <a:off x="8242436" y="2337439"/>
              <a:ext cx="1168400" cy="2360918"/>
            </a:xfrm>
            <a:custGeom>
              <a:avLst/>
              <a:gdLst>
                <a:gd name="connsiteX0" fmla="*/ 1168400 w 1168400"/>
                <a:gd name="connsiteY0" fmla="*/ 0 h 2360918"/>
                <a:gd name="connsiteX1" fmla="*/ 1168400 w 1168400"/>
                <a:gd name="connsiteY1" fmla="*/ 2360918 h 2360918"/>
                <a:gd name="connsiteX2" fmla="*/ 1060340 w 1168400"/>
                <a:gd name="connsiteY2" fmla="*/ 2355461 h 2360918"/>
                <a:gd name="connsiteX3" fmla="*/ 0 w 1168400"/>
                <a:gd name="connsiteY3" fmla="*/ 1180459 h 2360918"/>
                <a:gd name="connsiteX4" fmla="*/ 1060340 w 1168400"/>
                <a:gd name="connsiteY4" fmla="*/ 5457 h 2360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68400" h="2360918">
                  <a:moveTo>
                    <a:pt x="1168400" y="0"/>
                  </a:moveTo>
                  <a:lnTo>
                    <a:pt x="1168400" y="2360918"/>
                  </a:lnTo>
                  <a:lnTo>
                    <a:pt x="1060340" y="2355461"/>
                  </a:lnTo>
                  <a:cubicBezTo>
                    <a:pt x="464762" y="2294977"/>
                    <a:pt x="0" y="1791994"/>
                    <a:pt x="0" y="1180459"/>
                  </a:cubicBezTo>
                  <a:cubicBezTo>
                    <a:pt x="0" y="568924"/>
                    <a:pt x="464762" y="65941"/>
                    <a:pt x="1060340" y="5457"/>
                  </a:cubicBezTo>
                  <a:close/>
                </a:path>
              </a:pathLst>
            </a:cu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8" name="TextBox 157">
              <a:extLst>
                <a:ext uri="{FF2B5EF4-FFF2-40B4-BE49-F238E27FC236}">
                  <a16:creationId xmlns:a16="http://schemas.microsoft.com/office/drawing/2014/main" id="{4D28EC67-A3BA-4ADF-8961-3F5667831832}"/>
                </a:ext>
              </a:extLst>
            </p:cNvPr>
            <p:cNvSpPr txBox="1"/>
            <p:nvPr/>
          </p:nvSpPr>
          <p:spPr>
            <a:xfrm rot="16200000">
              <a:off x="8091629" y="3189608"/>
              <a:ext cx="199208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 err="1">
                  <a:solidFill>
                    <a:srgbClr val="F0EEF0"/>
                  </a:solidFill>
                  <a:latin typeface="Tw Cen MT" panose="020B0602020104020603" pitchFamily="34" charset="0"/>
                </a:rPr>
                <a:t>Tujuan</a:t>
              </a:r>
              <a:r>
                <a:rPr lang="en-US" b="1" dirty="0">
                  <a:solidFill>
                    <a:srgbClr val="F0EEF0"/>
                  </a:solidFill>
                  <a:latin typeface="Tw Cen MT" panose="020B0602020104020603" pitchFamily="34" charset="0"/>
                </a:rPr>
                <a:t> </a:t>
              </a:r>
              <a:r>
                <a:rPr lang="en-US" b="1" dirty="0" err="1">
                  <a:solidFill>
                    <a:srgbClr val="F0EEF0"/>
                  </a:solidFill>
                  <a:latin typeface="Tw Cen MT" panose="020B0602020104020603" pitchFamily="34" charset="0"/>
                </a:rPr>
                <a:t>Perancangan</a:t>
              </a:r>
              <a:endParaRPr lang="en-US" b="1" dirty="0">
                <a:solidFill>
                  <a:srgbClr val="F0EEF0"/>
                </a:solidFill>
                <a:latin typeface="Tw Cen MT" panose="020B0602020104020603" pitchFamily="34" charset="0"/>
              </a:endParaRPr>
            </a:p>
          </p:txBody>
        </p:sp>
        <p:pic>
          <p:nvPicPr>
            <p:cNvPr id="159" name="Picture 158">
              <a:extLst>
                <a:ext uri="{FF2B5EF4-FFF2-40B4-BE49-F238E27FC236}">
                  <a16:creationId xmlns:a16="http://schemas.microsoft.com/office/drawing/2014/main" id="{1B35D458-ABD3-496F-80F2-A7DF5517D8C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8340472" y="3247473"/>
              <a:ext cx="530600" cy="530600"/>
            </a:xfrm>
            <a:prstGeom prst="rect">
              <a:avLst/>
            </a:prstGeom>
          </p:spPr>
        </p:pic>
      </p:grpSp>
      <p:grpSp>
        <p:nvGrpSpPr>
          <p:cNvPr id="160" name="Group 159">
            <a:extLst>
              <a:ext uri="{FF2B5EF4-FFF2-40B4-BE49-F238E27FC236}">
                <a16:creationId xmlns:a16="http://schemas.microsoft.com/office/drawing/2014/main" id="{AB89704A-10D9-4678-B55F-4A6DC496B903}"/>
              </a:ext>
            </a:extLst>
          </p:cNvPr>
          <p:cNvGrpSpPr/>
          <p:nvPr/>
        </p:nvGrpSpPr>
        <p:grpSpPr>
          <a:xfrm>
            <a:off x="-9395082" y="-1"/>
            <a:ext cx="9948758" cy="6858000"/>
            <a:chOff x="-9337032" y="-1"/>
            <a:chExt cx="9948758" cy="6858000"/>
          </a:xfrm>
        </p:grpSpPr>
        <p:sp>
          <p:nvSpPr>
            <p:cNvPr id="161" name="Rectangle 160">
              <a:extLst>
                <a:ext uri="{FF2B5EF4-FFF2-40B4-BE49-F238E27FC236}">
                  <a16:creationId xmlns:a16="http://schemas.microsoft.com/office/drawing/2014/main" id="{5264F1BB-1B3F-49E9-80CA-3C511CA23371}"/>
                </a:ext>
              </a:extLst>
            </p:cNvPr>
            <p:cNvSpPr/>
            <p:nvPr/>
          </p:nvSpPr>
          <p:spPr>
            <a:xfrm>
              <a:off x="-9337032" y="-1"/>
              <a:ext cx="9923504" cy="6858000"/>
            </a:xfrm>
            <a:prstGeom prst="rect">
              <a:avLst/>
            </a:prstGeom>
            <a:solidFill>
              <a:srgbClr val="F0EEF0"/>
            </a:solidFill>
            <a:ln>
              <a:noFill/>
            </a:ln>
            <a:effectLst>
              <a:outerShdw blurRad="215900" dist="38100" sx="101000" sy="101000" algn="l" rotWithShape="0">
                <a:schemeClr val="tx1">
                  <a:lumMod val="65000"/>
                  <a:lumOff val="35000"/>
                  <a:alpha val="35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2B61D79C-FE90-47FB-B78B-B3B793AB02CA}"/>
                </a:ext>
              </a:extLst>
            </p:cNvPr>
            <p:cNvSpPr/>
            <p:nvPr/>
          </p:nvSpPr>
          <p:spPr>
            <a:xfrm>
              <a:off x="-577928" y="2337438"/>
              <a:ext cx="1168400" cy="2360918"/>
            </a:xfrm>
            <a:custGeom>
              <a:avLst/>
              <a:gdLst>
                <a:gd name="connsiteX0" fmla="*/ 1168400 w 1168400"/>
                <a:gd name="connsiteY0" fmla="*/ 0 h 2360918"/>
                <a:gd name="connsiteX1" fmla="*/ 1168400 w 1168400"/>
                <a:gd name="connsiteY1" fmla="*/ 2360918 h 2360918"/>
                <a:gd name="connsiteX2" fmla="*/ 1060340 w 1168400"/>
                <a:gd name="connsiteY2" fmla="*/ 2355461 h 2360918"/>
                <a:gd name="connsiteX3" fmla="*/ 0 w 1168400"/>
                <a:gd name="connsiteY3" fmla="*/ 1180459 h 2360918"/>
                <a:gd name="connsiteX4" fmla="*/ 1060340 w 1168400"/>
                <a:gd name="connsiteY4" fmla="*/ 5457 h 2360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68400" h="2360918">
                  <a:moveTo>
                    <a:pt x="1168400" y="0"/>
                  </a:moveTo>
                  <a:lnTo>
                    <a:pt x="1168400" y="2360918"/>
                  </a:lnTo>
                  <a:lnTo>
                    <a:pt x="1060340" y="2355461"/>
                  </a:lnTo>
                  <a:cubicBezTo>
                    <a:pt x="464762" y="2294977"/>
                    <a:pt x="0" y="1791994"/>
                    <a:pt x="0" y="1180459"/>
                  </a:cubicBezTo>
                  <a:cubicBezTo>
                    <a:pt x="0" y="568924"/>
                    <a:pt x="464762" y="65941"/>
                    <a:pt x="1060340" y="5457"/>
                  </a:cubicBezTo>
                  <a:close/>
                </a:path>
              </a:pathLst>
            </a:custGeom>
            <a:solidFill>
              <a:srgbClr val="00A0A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3" name="TextBox 162">
              <a:extLst>
                <a:ext uri="{FF2B5EF4-FFF2-40B4-BE49-F238E27FC236}">
                  <a16:creationId xmlns:a16="http://schemas.microsoft.com/office/drawing/2014/main" id="{E9B70F99-384A-4A5C-A23E-1F49CAADEFD4}"/>
                </a:ext>
              </a:extLst>
            </p:cNvPr>
            <p:cNvSpPr txBox="1"/>
            <p:nvPr/>
          </p:nvSpPr>
          <p:spPr>
            <a:xfrm rot="16200000">
              <a:off x="-738260" y="3158830"/>
              <a:ext cx="199208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rgbClr val="F0EEF0"/>
                  </a:solidFill>
                  <a:latin typeface="Tw Cen MT" panose="020B0602020104020603" pitchFamily="34" charset="0"/>
                </a:rPr>
                <a:t>Manfaat</a:t>
              </a:r>
              <a:r>
                <a:rPr lang="en-US" sz="2000" b="1" dirty="0">
                  <a:solidFill>
                    <a:srgbClr val="F0EEF0"/>
                  </a:solidFill>
                  <a:latin typeface="Tw Cen MT" panose="020B0602020104020603" pitchFamily="34" charset="0"/>
                </a:rPr>
                <a:t> </a:t>
              </a:r>
              <a:r>
                <a:rPr lang="en-US" sz="2000" b="1" dirty="0" err="1">
                  <a:solidFill>
                    <a:srgbClr val="F0EEF0"/>
                  </a:solidFill>
                  <a:latin typeface="Tw Cen MT" panose="020B0602020104020603" pitchFamily="34" charset="0"/>
                </a:rPr>
                <a:t>Perancangan</a:t>
              </a:r>
              <a:endParaRPr lang="en-US" sz="2000" b="1" dirty="0">
                <a:solidFill>
                  <a:srgbClr val="F0EEF0"/>
                </a:solidFill>
                <a:latin typeface="Tw Cen MT" panose="020B0602020104020603" pitchFamily="34" charset="0"/>
              </a:endParaRPr>
            </a:p>
          </p:txBody>
        </p:sp>
        <p:pic>
          <p:nvPicPr>
            <p:cNvPr id="164" name="Picture 163">
              <a:extLst>
                <a:ext uri="{FF2B5EF4-FFF2-40B4-BE49-F238E27FC236}">
                  <a16:creationId xmlns:a16="http://schemas.microsoft.com/office/drawing/2014/main" id="{BB5632DE-AE54-40EA-95F5-CB8E8FFF1F3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-491912" y="3247473"/>
              <a:ext cx="530600" cy="5306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9260193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25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25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25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50"/>
                            </p:stCondLst>
                            <p:childTnLst>
                              <p:par>
                                <p:cTn id="11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25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25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25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500"/>
                            </p:stCondLst>
                            <p:childTnLst>
                              <p:par>
                                <p:cTn id="17" presetID="22" presetClass="entr" presetSubtype="8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250"/>
                            </p:stCondLst>
                            <p:childTnLst>
                              <p:par>
                                <p:cTn id="21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25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25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25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25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25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25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75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2500"/>
                            </p:stCondLst>
                            <p:childTnLst>
                              <p:par>
                                <p:cTn id="37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9" dur="25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25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" dur="25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750"/>
                            </p:stCondLst>
                            <p:childTnLst>
                              <p:par>
                                <p:cTn id="43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5" dur="250" fill="hold"/>
                                        <p:tgtEl>
                                          <p:spTgt spid="1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250" fill="hold"/>
                                        <p:tgtEl>
                                          <p:spTgt spid="1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25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50" fill="hold"/>
                                        <p:tgtEl>
                                          <p:spTgt spid="1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50" fill="hold"/>
                                        <p:tgtEl>
                                          <p:spTgt spid="1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2" dur="25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" dur="250" fill="hold"/>
                                        <p:tgtEl>
                                          <p:spTgt spid="1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250" fill="hold"/>
                                        <p:tgtEl>
                                          <p:spTgt spid="1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7" dur="25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0" dur="250" fill="hold"/>
                                        <p:tgtEl>
                                          <p:spTgt spid="1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250" fill="hold"/>
                                        <p:tgtEl>
                                          <p:spTgt spid="1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2" dur="25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5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8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1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6" grpId="0"/>
      <p:bldP spid="68" grpId="0"/>
      <p:bldP spid="70" grpId="0"/>
      <p:bldP spid="72" grpId="0"/>
      <p:bldP spid="74" grpId="0"/>
      <p:bldP spid="7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roup 32">
            <a:extLst>
              <a:ext uri="{FF2B5EF4-FFF2-40B4-BE49-F238E27FC236}">
                <a16:creationId xmlns:a16="http://schemas.microsoft.com/office/drawing/2014/main" id="{BC3001EC-9F33-4C39-B780-199714C83EA2}"/>
              </a:ext>
            </a:extLst>
          </p:cNvPr>
          <p:cNvGrpSpPr/>
          <p:nvPr/>
        </p:nvGrpSpPr>
        <p:grpSpPr>
          <a:xfrm>
            <a:off x="-176620" y="0"/>
            <a:ext cx="12482920" cy="6858000"/>
            <a:chOff x="-290920" y="0"/>
            <a:chExt cx="12482920" cy="6858000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129B5C97-F627-4A85-B003-5396A9D964D5}"/>
                </a:ext>
              </a:extLst>
            </p:cNvPr>
            <p:cNvSpPr/>
            <p:nvPr/>
          </p:nvSpPr>
          <p:spPr>
            <a:xfrm>
              <a:off x="-290920" y="0"/>
              <a:ext cx="12482920" cy="6858000"/>
            </a:xfrm>
            <a:prstGeom prst="rect">
              <a:avLst/>
            </a:prstGeom>
            <a:solidFill>
              <a:srgbClr val="F0EEF0"/>
            </a:solidFill>
            <a:ln>
              <a:noFill/>
            </a:ln>
            <a:effectLst>
              <a:outerShdw blurRad="215900" dist="38100" sx="101000" sy="101000" algn="l" rotWithShape="0">
                <a:schemeClr val="tx1">
                  <a:lumMod val="65000"/>
                  <a:lumOff val="35000"/>
                  <a:alpha val="35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A97C14D5-0388-44F5-AD76-F8BBAF179CD6}"/>
                </a:ext>
              </a:extLst>
            </p:cNvPr>
            <p:cNvSpPr/>
            <p:nvPr/>
          </p:nvSpPr>
          <p:spPr>
            <a:xfrm>
              <a:off x="11023600" y="2337441"/>
              <a:ext cx="1168400" cy="2360918"/>
            </a:xfrm>
            <a:custGeom>
              <a:avLst/>
              <a:gdLst>
                <a:gd name="connsiteX0" fmla="*/ 1168400 w 1168400"/>
                <a:gd name="connsiteY0" fmla="*/ 0 h 2360918"/>
                <a:gd name="connsiteX1" fmla="*/ 1168400 w 1168400"/>
                <a:gd name="connsiteY1" fmla="*/ 2360918 h 2360918"/>
                <a:gd name="connsiteX2" fmla="*/ 1060340 w 1168400"/>
                <a:gd name="connsiteY2" fmla="*/ 2355461 h 2360918"/>
                <a:gd name="connsiteX3" fmla="*/ 0 w 1168400"/>
                <a:gd name="connsiteY3" fmla="*/ 1180459 h 2360918"/>
                <a:gd name="connsiteX4" fmla="*/ 1060340 w 1168400"/>
                <a:gd name="connsiteY4" fmla="*/ 5457 h 2360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68400" h="2360918">
                  <a:moveTo>
                    <a:pt x="1168400" y="0"/>
                  </a:moveTo>
                  <a:lnTo>
                    <a:pt x="1168400" y="2360918"/>
                  </a:lnTo>
                  <a:lnTo>
                    <a:pt x="1060340" y="2355461"/>
                  </a:lnTo>
                  <a:cubicBezTo>
                    <a:pt x="464762" y="2294977"/>
                    <a:pt x="0" y="1791994"/>
                    <a:pt x="0" y="1180459"/>
                  </a:cubicBezTo>
                  <a:cubicBezTo>
                    <a:pt x="0" y="568924"/>
                    <a:pt x="464762" y="65941"/>
                    <a:pt x="1060340" y="5457"/>
                  </a:cubicBezTo>
                  <a:close/>
                </a:path>
              </a:pathLst>
            </a:custGeom>
            <a:solidFill>
              <a:srgbClr val="FF596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2151F346-69C6-4F86-BC1F-C57BA2384CC6}"/>
                </a:ext>
              </a:extLst>
            </p:cNvPr>
            <p:cNvSpPr txBox="1"/>
            <p:nvPr/>
          </p:nvSpPr>
          <p:spPr>
            <a:xfrm rot="16200000">
              <a:off x="10872792" y="3317843"/>
              <a:ext cx="1992086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rgbClr val="F0EEF0"/>
                  </a:solidFill>
                  <a:latin typeface="Tw Cen MT" panose="020B0602020104020603" pitchFamily="34" charset="0"/>
                </a:rPr>
                <a:t>Latar</a:t>
              </a:r>
              <a:r>
                <a:rPr lang="en-US" sz="2000" b="1" dirty="0">
                  <a:solidFill>
                    <a:srgbClr val="F0EEF0"/>
                  </a:solidFill>
                  <a:latin typeface="Tw Cen MT" panose="020B0602020104020603" pitchFamily="34" charset="0"/>
                </a:rPr>
                <a:t> </a:t>
              </a:r>
              <a:r>
                <a:rPr lang="en-US" sz="2000" b="1" dirty="0" err="1">
                  <a:solidFill>
                    <a:srgbClr val="F0EEF0"/>
                  </a:solidFill>
                  <a:latin typeface="Tw Cen MT" panose="020B0602020104020603" pitchFamily="34" charset="0"/>
                </a:rPr>
                <a:t>Belakang</a:t>
              </a:r>
              <a:endParaRPr lang="en-US" sz="2000" b="1" dirty="0">
                <a:solidFill>
                  <a:srgbClr val="F0EEF0"/>
                </a:solidFill>
                <a:latin typeface="Tw Cen MT" panose="020B0602020104020603" pitchFamily="34" charset="0"/>
              </a:endParaRPr>
            </a:p>
          </p:txBody>
        </p:sp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52B367FE-8530-4052-AD96-2D6FBE490F6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11129999" y="3247473"/>
              <a:ext cx="530600" cy="530600"/>
            </a:xfrm>
            <a:prstGeom prst="rect">
              <a:avLst/>
            </a:prstGeom>
          </p:spPr>
        </p:pic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63E93C38-ECA5-4094-81E9-196A3BD19EBD}"/>
              </a:ext>
            </a:extLst>
          </p:cNvPr>
          <p:cNvGrpSpPr/>
          <p:nvPr/>
        </p:nvGrpSpPr>
        <p:grpSpPr>
          <a:xfrm>
            <a:off x="412529" y="-2"/>
            <a:ext cx="11447501" cy="6858000"/>
            <a:chOff x="213096" y="0"/>
            <a:chExt cx="11447501" cy="6858000"/>
          </a:xfrm>
        </p:grpSpPr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5C85080E-7B66-43F0-AB4D-3A69B13C005A}"/>
                </a:ext>
              </a:extLst>
            </p:cNvPr>
            <p:cNvSpPr/>
            <p:nvPr/>
          </p:nvSpPr>
          <p:spPr>
            <a:xfrm>
              <a:off x="213096" y="0"/>
              <a:ext cx="11447501" cy="6858000"/>
            </a:xfrm>
            <a:prstGeom prst="rect">
              <a:avLst/>
            </a:prstGeom>
            <a:solidFill>
              <a:srgbClr val="F0EEF0"/>
            </a:solidFill>
            <a:ln>
              <a:noFill/>
            </a:ln>
            <a:effectLst>
              <a:outerShdw blurRad="215900" dist="38100" sx="101000" sy="101000" algn="l" rotWithShape="0">
                <a:schemeClr val="tx1">
                  <a:lumMod val="65000"/>
                  <a:lumOff val="35000"/>
                  <a:alpha val="35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405DAC1A-9BF8-460E-8D8B-77BFB6B27FF9}"/>
                </a:ext>
              </a:extLst>
            </p:cNvPr>
            <p:cNvSpPr/>
            <p:nvPr/>
          </p:nvSpPr>
          <p:spPr>
            <a:xfrm>
              <a:off x="10661331" y="2337441"/>
              <a:ext cx="999265" cy="2360918"/>
            </a:xfrm>
            <a:custGeom>
              <a:avLst/>
              <a:gdLst>
                <a:gd name="connsiteX0" fmla="*/ 1168400 w 1168400"/>
                <a:gd name="connsiteY0" fmla="*/ 0 h 2360918"/>
                <a:gd name="connsiteX1" fmla="*/ 1168400 w 1168400"/>
                <a:gd name="connsiteY1" fmla="*/ 2360918 h 2360918"/>
                <a:gd name="connsiteX2" fmla="*/ 1060340 w 1168400"/>
                <a:gd name="connsiteY2" fmla="*/ 2355461 h 2360918"/>
                <a:gd name="connsiteX3" fmla="*/ 0 w 1168400"/>
                <a:gd name="connsiteY3" fmla="*/ 1180459 h 2360918"/>
                <a:gd name="connsiteX4" fmla="*/ 1060340 w 1168400"/>
                <a:gd name="connsiteY4" fmla="*/ 5457 h 2360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68400" h="2360918">
                  <a:moveTo>
                    <a:pt x="1168400" y="0"/>
                  </a:moveTo>
                  <a:lnTo>
                    <a:pt x="1168400" y="2360918"/>
                  </a:lnTo>
                  <a:lnTo>
                    <a:pt x="1060340" y="2355461"/>
                  </a:lnTo>
                  <a:cubicBezTo>
                    <a:pt x="464762" y="2294977"/>
                    <a:pt x="0" y="1791994"/>
                    <a:pt x="0" y="1180459"/>
                  </a:cubicBezTo>
                  <a:cubicBezTo>
                    <a:pt x="0" y="568924"/>
                    <a:pt x="464762" y="65941"/>
                    <a:pt x="1060340" y="5457"/>
                  </a:cubicBezTo>
                  <a:close/>
                </a:path>
              </a:pathLst>
            </a:custGeom>
            <a:solidFill>
              <a:srgbClr val="52CD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90DCA374-CD21-448B-8791-8A04A9A9A552}"/>
                </a:ext>
              </a:extLst>
            </p:cNvPr>
            <p:cNvSpPr txBox="1"/>
            <p:nvPr/>
          </p:nvSpPr>
          <p:spPr>
            <a:xfrm rot="16200000">
              <a:off x="10341391" y="3259720"/>
              <a:ext cx="199208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 err="1">
                  <a:solidFill>
                    <a:srgbClr val="F0EEF0"/>
                  </a:solidFill>
                  <a:latin typeface="Tw Cen MT" panose="020B0602020104020603" pitchFamily="34" charset="0"/>
                </a:rPr>
                <a:t>Identifikasi</a:t>
              </a:r>
              <a:r>
                <a:rPr lang="en-US" sz="1600" b="1" dirty="0">
                  <a:solidFill>
                    <a:srgbClr val="F0EEF0"/>
                  </a:solidFill>
                  <a:latin typeface="Tw Cen MT" panose="020B0602020104020603" pitchFamily="34" charset="0"/>
                </a:rPr>
                <a:t> </a:t>
              </a:r>
              <a:r>
                <a:rPr lang="en-US" sz="1600" b="1" dirty="0" err="1">
                  <a:solidFill>
                    <a:srgbClr val="F0EEF0"/>
                  </a:solidFill>
                  <a:latin typeface="Tw Cen MT" panose="020B0602020104020603" pitchFamily="34" charset="0"/>
                </a:rPr>
                <a:t>Masalah</a:t>
              </a:r>
              <a:endParaRPr lang="en-US" sz="1600" b="1" dirty="0">
                <a:solidFill>
                  <a:srgbClr val="F0EEF0"/>
                </a:solidFill>
                <a:latin typeface="Tw Cen MT" panose="020B0602020104020603" pitchFamily="34" charset="0"/>
              </a:endParaRPr>
            </a:p>
          </p:txBody>
        </p:sp>
        <p:pic>
          <p:nvPicPr>
            <p:cNvPr id="42" name="Picture 41">
              <a:extLst>
                <a:ext uri="{FF2B5EF4-FFF2-40B4-BE49-F238E27FC236}">
                  <a16:creationId xmlns:a16="http://schemas.microsoft.com/office/drawing/2014/main" id="{83A620A7-5483-4447-9670-0F8D67F3627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10658085" y="3247473"/>
              <a:ext cx="530600" cy="530600"/>
            </a:xfrm>
            <a:prstGeom prst="rect">
              <a:avLst/>
            </a:prstGeom>
          </p:spPr>
        </p:pic>
      </p:grpSp>
      <p:sp>
        <p:nvSpPr>
          <p:cNvPr id="84" name="Rectangle 83">
            <a:extLst>
              <a:ext uri="{FF2B5EF4-FFF2-40B4-BE49-F238E27FC236}">
                <a16:creationId xmlns:a16="http://schemas.microsoft.com/office/drawing/2014/main" id="{3C6BBB46-3AAE-49B1-8F56-3535CC357FEB}"/>
              </a:ext>
            </a:extLst>
          </p:cNvPr>
          <p:cNvSpPr/>
          <p:nvPr/>
        </p:nvSpPr>
        <p:spPr>
          <a:xfrm>
            <a:off x="-7962177" y="-1"/>
            <a:ext cx="5781368" cy="6858000"/>
          </a:xfrm>
          <a:prstGeom prst="rect">
            <a:avLst/>
          </a:prstGeom>
          <a:solidFill>
            <a:srgbClr val="F0EEF0"/>
          </a:solidFill>
          <a:ln>
            <a:noFill/>
          </a:ln>
          <a:effectLst>
            <a:outerShdw blurRad="215900" dist="38100" sx="101000" sy="101000" algn="l" rotWithShape="0">
              <a:schemeClr val="tx1">
                <a:lumMod val="65000"/>
                <a:lumOff val="35000"/>
                <a:alpha val="3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AE5E6693-B9D1-4ED4-BBEF-303C664E2902}"/>
              </a:ext>
            </a:extLst>
          </p:cNvPr>
          <p:cNvCxnSpPr/>
          <p:nvPr/>
        </p:nvCxnSpPr>
        <p:spPr>
          <a:xfrm>
            <a:off x="3850016" y="3623253"/>
            <a:ext cx="1966913" cy="0"/>
          </a:xfrm>
          <a:prstGeom prst="line">
            <a:avLst/>
          </a:prstGeom>
          <a:ln w="28575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93B1F077-B004-40F4-B832-4938E4CC9B06}"/>
              </a:ext>
            </a:extLst>
          </p:cNvPr>
          <p:cNvCxnSpPr/>
          <p:nvPr/>
        </p:nvCxnSpPr>
        <p:spPr>
          <a:xfrm>
            <a:off x="5997735" y="3623253"/>
            <a:ext cx="1966913" cy="0"/>
          </a:xfrm>
          <a:prstGeom prst="line">
            <a:avLst/>
          </a:prstGeom>
          <a:ln w="28575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30C092F7-E294-42E9-9CCA-9CC6895B24E6}"/>
              </a:ext>
            </a:extLst>
          </p:cNvPr>
          <p:cNvSpPr txBox="1"/>
          <p:nvPr/>
        </p:nvSpPr>
        <p:spPr>
          <a:xfrm>
            <a:off x="2594536" y="4142156"/>
            <a:ext cx="22890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Tw Cen MT" panose="020B0602020104020603" pitchFamily="34" charset="0"/>
                <a:ea typeface="Times New Roman" panose="02020603050405020304" pitchFamily="18" charset="0"/>
              </a:rPr>
              <a:t>Fasilitas</a:t>
            </a:r>
            <a:r>
              <a:rPr lang="en-US" sz="180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Tw Cen MT" panose="020B0602020104020603" pitchFamily="34" charset="0"/>
                <a:ea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Tw Cen MT" panose="020B0602020104020603" pitchFamily="34" charset="0"/>
                <a:ea typeface="Times New Roman" panose="02020603050405020304" pitchFamily="18" charset="0"/>
              </a:rPr>
              <a:t>Pendukung</a:t>
            </a:r>
            <a:r>
              <a:rPr lang="en-US" sz="180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Tw Cen MT" panose="020B0602020104020603" pitchFamily="34" charset="0"/>
                <a:ea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Tw Cen MT" panose="020B0602020104020603" pitchFamily="34" charset="0"/>
                <a:ea typeface="Times New Roman" panose="02020603050405020304" pitchFamily="18" charset="0"/>
              </a:rPr>
              <a:t>Pembelajaran</a:t>
            </a:r>
            <a:r>
              <a:rPr lang="en-US" sz="180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Tw Cen MT" panose="020B0602020104020603" pitchFamily="34" charset="0"/>
                <a:ea typeface="Times New Roman" panose="02020603050405020304" pitchFamily="18" charset="0"/>
              </a:rPr>
              <a:t> Daring</a:t>
            </a:r>
            <a:endParaRPr lang="en-US" b="1" dirty="0">
              <a:solidFill>
                <a:schemeClr val="tx1">
                  <a:lumMod val="85000"/>
                  <a:lumOff val="15000"/>
                </a:schemeClr>
              </a:solidFill>
              <a:latin typeface="Tw Cen MT" panose="020B0602020104020603" pitchFamily="34" charset="0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F1CA300-3552-45F9-8CC2-2FE94B9F46B4}"/>
              </a:ext>
            </a:extLst>
          </p:cNvPr>
          <p:cNvSpPr txBox="1"/>
          <p:nvPr/>
        </p:nvSpPr>
        <p:spPr>
          <a:xfrm>
            <a:off x="2594536" y="3709155"/>
            <a:ext cx="22890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5969"/>
                </a:solidFill>
                <a:latin typeface="Tw Cen MT" panose="020B0602020104020603" pitchFamily="34" charset="0"/>
              </a:rPr>
              <a:t>1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9FA5B31-CC22-4828-81BB-108974CBC5B1}"/>
              </a:ext>
            </a:extLst>
          </p:cNvPr>
          <p:cNvSpPr txBox="1"/>
          <p:nvPr/>
        </p:nvSpPr>
        <p:spPr>
          <a:xfrm>
            <a:off x="4783446" y="4142156"/>
            <a:ext cx="22890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Tw Cen MT" panose="020B0602020104020603" pitchFamily="34" charset="0"/>
                <a:ea typeface="Times New Roman" panose="02020603050405020304" pitchFamily="18" charset="0"/>
              </a:rPr>
              <a:t>Video Conference </a:t>
            </a:r>
            <a:r>
              <a:rPr lang="en-US" sz="1800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Tw Cen MT" panose="020B0602020104020603" pitchFamily="34" charset="0"/>
                <a:ea typeface="Times New Roman" panose="02020603050405020304" pitchFamily="18" charset="0"/>
              </a:rPr>
              <a:t>Komersial</a:t>
            </a:r>
            <a:endParaRPr lang="en-US" b="1" dirty="0">
              <a:solidFill>
                <a:schemeClr val="tx1">
                  <a:lumMod val="85000"/>
                  <a:lumOff val="15000"/>
                </a:schemeClr>
              </a:solidFill>
              <a:latin typeface="Tw Cen MT" panose="020B0602020104020603" pitchFamily="34" charset="0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5343A5F-6D74-4049-B77F-C819CFF7A969}"/>
              </a:ext>
            </a:extLst>
          </p:cNvPr>
          <p:cNvSpPr txBox="1"/>
          <p:nvPr/>
        </p:nvSpPr>
        <p:spPr>
          <a:xfrm>
            <a:off x="4783446" y="3709155"/>
            <a:ext cx="22890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52CBBE"/>
                </a:solidFill>
                <a:latin typeface="Tw Cen MT" panose="020B0602020104020603" pitchFamily="34" charset="0"/>
              </a:rPr>
              <a:t>3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1C98C57F-7593-4997-889A-0BF6C2751BC2}"/>
              </a:ext>
            </a:extLst>
          </p:cNvPr>
          <p:cNvSpPr txBox="1"/>
          <p:nvPr/>
        </p:nvSpPr>
        <p:spPr>
          <a:xfrm>
            <a:off x="6912585" y="4142156"/>
            <a:ext cx="22890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Tw Cen MT" panose="020B0602020104020603" pitchFamily="34" charset="0"/>
                <a:ea typeface="Times New Roman" panose="02020603050405020304" pitchFamily="18" charset="0"/>
              </a:rPr>
              <a:t>Manajemen</a:t>
            </a:r>
            <a:r>
              <a:rPr lang="en-US" sz="180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Tw Cen MT" panose="020B0602020104020603" pitchFamily="34" charset="0"/>
                <a:ea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Tw Cen MT" panose="020B0602020104020603" pitchFamily="34" charset="0"/>
                <a:ea typeface="Times New Roman" panose="02020603050405020304" pitchFamily="18" charset="0"/>
              </a:rPr>
              <a:t>Berkas</a:t>
            </a:r>
            <a:endParaRPr lang="en-US" b="1" dirty="0">
              <a:solidFill>
                <a:schemeClr val="tx1">
                  <a:lumMod val="85000"/>
                  <a:lumOff val="15000"/>
                </a:schemeClr>
              </a:solidFill>
              <a:latin typeface="Tw Cen MT" panose="020B0602020104020603" pitchFamily="34" charset="0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D26852A0-8FCE-449A-90A7-25E5705A0625}"/>
              </a:ext>
            </a:extLst>
          </p:cNvPr>
          <p:cNvSpPr txBox="1"/>
          <p:nvPr/>
        </p:nvSpPr>
        <p:spPr>
          <a:xfrm>
            <a:off x="6912585" y="3709155"/>
            <a:ext cx="22890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EC630"/>
                </a:solidFill>
                <a:latin typeface="Tw Cen MT" panose="020B0602020104020603" pitchFamily="34" charset="0"/>
              </a:rPr>
              <a:t>3</a:t>
            </a:r>
          </a:p>
        </p:txBody>
      </p:sp>
      <p:grpSp>
        <p:nvGrpSpPr>
          <p:cNvPr id="77" name="Group 76">
            <a:extLst>
              <a:ext uri="{FF2B5EF4-FFF2-40B4-BE49-F238E27FC236}">
                <a16:creationId xmlns:a16="http://schemas.microsoft.com/office/drawing/2014/main" id="{8F82A200-3A06-499F-9E6A-761899292C91}"/>
              </a:ext>
            </a:extLst>
          </p:cNvPr>
          <p:cNvGrpSpPr/>
          <p:nvPr/>
        </p:nvGrpSpPr>
        <p:grpSpPr>
          <a:xfrm>
            <a:off x="3101220" y="1755914"/>
            <a:ext cx="1275682" cy="1275682"/>
            <a:chOff x="3063120" y="1755914"/>
            <a:chExt cx="1275682" cy="1275682"/>
          </a:xfrm>
        </p:grpSpPr>
        <p:sp>
          <p:nvSpPr>
            <p:cNvPr id="78" name="Teardrop 77">
              <a:extLst>
                <a:ext uri="{FF2B5EF4-FFF2-40B4-BE49-F238E27FC236}">
                  <a16:creationId xmlns:a16="http://schemas.microsoft.com/office/drawing/2014/main" id="{E98DCD5D-E7AC-4807-8C71-0405E311A37C}"/>
                </a:ext>
              </a:extLst>
            </p:cNvPr>
            <p:cNvSpPr/>
            <p:nvPr/>
          </p:nvSpPr>
          <p:spPr>
            <a:xfrm rot="8100000">
              <a:off x="3063120" y="1755914"/>
              <a:ext cx="1275682" cy="1275682"/>
            </a:xfrm>
            <a:prstGeom prst="teardrop">
              <a:avLst>
                <a:gd name="adj" fmla="val 109962"/>
              </a:avLst>
            </a:prstGeom>
            <a:solidFill>
              <a:srgbClr val="FF596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9" name="Oval 78">
              <a:extLst>
                <a:ext uri="{FF2B5EF4-FFF2-40B4-BE49-F238E27FC236}">
                  <a16:creationId xmlns:a16="http://schemas.microsoft.com/office/drawing/2014/main" id="{5C3F1904-7912-4897-945F-D9D07004DC3B}"/>
                </a:ext>
              </a:extLst>
            </p:cNvPr>
            <p:cNvSpPr/>
            <p:nvPr/>
          </p:nvSpPr>
          <p:spPr>
            <a:xfrm>
              <a:off x="3257469" y="1948912"/>
              <a:ext cx="889686" cy="889686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80" name="Picture 79">
              <a:extLst>
                <a:ext uri="{FF2B5EF4-FFF2-40B4-BE49-F238E27FC236}">
                  <a16:creationId xmlns:a16="http://schemas.microsoft.com/office/drawing/2014/main" id="{31593FD0-64A3-4D81-ABAD-CAD7832F8E3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86696" y="2066644"/>
              <a:ext cx="627392" cy="627390"/>
            </a:xfrm>
            <a:prstGeom prst="rect">
              <a:avLst/>
            </a:prstGeom>
          </p:spPr>
        </p:pic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9CEF97A3-5525-4B23-8ED3-DE52D18C6AC9}"/>
              </a:ext>
            </a:extLst>
          </p:cNvPr>
          <p:cNvGrpSpPr/>
          <p:nvPr/>
        </p:nvGrpSpPr>
        <p:grpSpPr>
          <a:xfrm>
            <a:off x="5280540" y="1755914"/>
            <a:ext cx="1275682" cy="1275682"/>
            <a:chOff x="5242440" y="1755914"/>
            <a:chExt cx="1275682" cy="1275682"/>
          </a:xfrm>
        </p:grpSpPr>
        <p:sp>
          <p:nvSpPr>
            <p:cNvPr id="111" name="Teardrop 110">
              <a:extLst>
                <a:ext uri="{FF2B5EF4-FFF2-40B4-BE49-F238E27FC236}">
                  <a16:creationId xmlns:a16="http://schemas.microsoft.com/office/drawing/2014/main" id="{50BC144A-C56B-402B-A40E-D588FAD19B40}"/>
                </a:ext>
              </a:extLst>
            </p:cNvPr>
            <p:cNvSpPr/>
            <p:nvPr/>
          </p:nvSpPr>
          <p:spPr>
            <a:xfrm rot="8100000">
              <a:off x="5242440" y="1755914"/>
              <a:ext cx="1275682" cy="1275682"/>
            </a:xfrm>
            <a:prstGeom prst="teardrop">
              <a:avLst>
                <a:gd name="adj" fmla="val 109962"/>
              </a:avLst>
            </a:prstGeom>
            <a:solidFill>
              <a:srgbClr val="52CBB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2" name="Oval 111">
              <a:extLst>
                <a:ext uri="{FF2B5EF4-FFF2-40B4-BE49-F238E27FC236}">
                  <a16:creationId xmlns:a16="http://schemas.microsoft.com/office/drawing/2014/main" id="{53982AC9-F3CB-4E50-ABB4-803298B4C9F4}"/>
                </a:ext>
              </a:extLst>
            </p:cNvPr>
            <p:cNvSpPr/>
            <p:nvPr/>
          </p:nvSpPr>
          <p:spPr>
            <a:xfrm>
              <a:off x="5436789" y="1948912"/>
              <a:ext cx="889686" cy="889686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13" name="Picture 112">
              <a:extLst>
                <a:ext uri="{FF2B5EF4-FFF2-40B4-BE49-F238E27FC236}">
                  <a16:creationId xmlns:a16="http://schemas.microsoft.com/office/drawing/2014/main" id="{0904263C-8FFC-4242-9EB2-D4E0F099987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65681" y="2061164"/>
              <a:ext cx="659146" cy="659144"/>
            </a:xfrm>
            <a:prstGeom prst="rect">
              <a:avLst/>
            </a:prstGeom>
          </p:spPr>
        </p:pic>
      </p:grpSp>
      <p:grpSp>
        <p:nvGrpSpPr>
          <p:cNvPr id="123" name="Group 122">
            <a:extLst>
              <a:ext uri="{FF2B5EF4-FFF2-40B4-BE49-F238E27FC236}">
                <a16:creationId xmlns:a16="http://schemas.microsoft.com/office/drawing/2014/main" id="{CA1627D3-08B8-4852-B618-C7C4D2638F26}"/>
              </a:ext>
            </a:extLst>
          </p:cNvPr>
          <p:cNvGrpSpPr/>
          <p:nvPr/>
        </p:nvGrpSpPr>
        <p:grpSpPr>
          <a:xfrm>
            <a:off x="7391281" y="1755914"/>
            <a:ext cx="1275682" cy="1275682"/>
            <a:chOff x="7353181" y="1755914"/>
            <a:chExt cx="1275682" cy="1275682"/>
          </a:xfrm>
        </p:grpSpPr>
        <p:sp>
          <p:nvSpPr>
            <p:cNvPr id="124" name="Teardrop 123">
              <a:extLst>
                <a:ext uri="{FF2B5EF4-FFF2-40B4-BE49-F238E27FC236}">
                  <a16:creationId xmlns:a16="http://schemas.microsoft.com/office/drawing/2014/main" id="{8A6CD21D-9341-40F1-A5BD-1CA0BB52C9C6}"/>
                </a:ext>
              </a:extLst>
            </p:cNvPr>
            <p:cNvSpPr/>
            <p:nvPr/>
          </p:nvSpPr>
          <p:spPr>
            <a:xfrm rot="8100000">
              <a:off x="7353181" y="1755914"/>
              <a:ext cx="1275682" cy="1275682"/>
            </a:xfrm>
            <a:prstGeom prst="teardrop">
              <a:avLst>
                <a:gd name="adj" fmla="val 109962"/>
              </a:avLst>
            </a:prstGeom>
            <a:solidFill>
              <a:srgbClr val="FEC63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5" name="Oval 124">
              <a:extLst>
                <a:ext uri="{FF2B5EF4-FFF2-40B4-BE49-F238E27FC236}">
                  <a16:creationId xmlns:a16="http://schemas.microsoft.com/office/drawing/2014/main" id="{3AAB7DD9-4074-409E-89C9-CAD58944A04F}"/>
                </a:ext>
              </a:extLst>
            </p:cNvPr>
            <p:cNvSpPr/>
            <p:nvPr/>
          </p:nvSpPr>
          <p:spPr>
            <a:xfrm>
              <a:off x="7547530" y="1948912"/>
              <a:ext cx="889686" cy="889686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26" name="Picture 125">
              <a:extLst>
                <a:ext uri="{FF2B5EF4-FFF2-40B4-BE49-F238E27FC236}">
                  <a16:creationId xmlns:a16="http://schemas.microsoft.com/office/drawing/2014/main" id="{39516112-622F-4EC9-8E36-5AACED5D521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8666" y="2048456"/>
              <a:ext cx="684562" cy="684560"/>
            </a:xfrm>
            <a:prstGeom prst="rect">
              <a:avLst/>
            </a:prstGeom>
          </p:spPr>
        </p:pic>
      </p:grpSp>
      <p:grpSp>
        <p:nvGrpSpPr>
          <p:cNvPr id="127" name="Group 126">
            <a:extLst>
              <a:ext uri="{FF2B5EF4-FFF2-40B4-BE49-F238E27FC236}">
                <a16:creationId xmlns:a16="http://schemas.microsoft.com/office/drawing/2014/main" id="{9D6568B3-A658-40E5-9108-FD55FD6780FD}"/>
              </a:ext>
            </a:extLst>
          </p:cNvPr>
          <p:cNvGrpSpPr/>
          <p:nvPr/>
        </p:nvGrpSpPr>
        <p:grpSpPr>
          <a:xfrm>
            <a:off x="3638922" y="3517706"/>
            <a:ext cx="211094" cy="211094"/>
            <a:chOff x="1677812" y="4248152"/>
            <a:chExt cx="211094" cy="211094"/>
          </a:xfrm>
        </p:grpSpPr>
        <p:sp>
          <p:nvSpPr>
            <p:cNvPr id="128" name="Oval 127">
              <a:extLst>
                <a:ext uri="{FF2B5EF4-FFF2-40B4-BE49-F238E27FC236}">
                  <a16:creationId xmlns:a16="http://schemas.microsoft.com/office/drawing/2014/main" id="{A0F41BC5-538A-436D-96CE-5BF186A1B9C0}"/>
                </a:ext>
              </a:extLst>
            </p:cNvPr>
            <p:cNvSpPr/>
            <p:nvPr/>
          </p:nvSpPr>
          <p:spPr>
            <a:xfrm>
              <a:off x="1677812" y="4248152"/>
              <a:ext cx="211094" cy="211094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9" name="Oval 128">
              <a:extLst>
                <a:ext uri="{FF2B5EF4-FFF2-40B4-BE49-F238E27FC236}">
                  <a16:creationId xmlns:a16="http://schemas.microsoft.com/office/drawing/2014/main" id="{0C82E18B-6211-4E0E-B341-A375BF21C638}"/>
                </a:ext>
              </a:extLst>
            </p:cNvPr>
            <p:cNvSpPr/>
            <p:nvPr/>
          </p:nvSpPr>
          <p:spPr>
            <a:xfrm>
              <a:off x="1708100" y="4278440"/>
              <a:ext cx="150518" cy="150518"/>
            </a:xfrm>
            <a:prstGeom prst="ellipse">
              <a:avLst/>
            </a:prstGeom>
            <a:solidFill>
              <a:srgbClr val="FF596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30" name="Group 129">
            <a:extLst>
              <a:ext uri="{FF2B5EF4-FFF2-40B4-BE49-F238E27FC236}">
                <a16:creationId xmlns:a16="http://schemas.microsoft.com/office/drawing/2014/main" id="{3CA914DC-85F2-4FF9-8B35-B754D0496A9F}"/>
              </a:ext>
            </a:extLst>
          </p:cNvPr>
          <p:cNvGrpSpPr/>
          <p:nvPr/>
        </p:nvGrpSpPr>
        <p:grpSpPr>
          <a:xfrm>
            <a:off x="5816929" y="3517706"/>
            <a:ext cx="211094" cy="211094"/>
            <a:chOff x="3855819" y="4248152"/>
            <a:chExt cx="211094" cy="211094"/>
          </a:xfrm>
        </p:grpSpPr>
        <p:sp>
          <p:nvSpPr>
            <p:cNvPr id="131" name="Oval 130">
              <a:extLst>
                <a:ext uri="{FF2B5EF4-FFF2-40B4-BE49-F238E27FC236}">
                  <a16:creationId xmlns:a16="http://schemas.microsoft.com/office/drawing/2014/main" id="{37925582-D117-410B-AB01-22C2051F3E1B}"/>
                </a:ext>
              </a:extLst>
            </p:cNvPr>
            <p:cNvSpPr/>
            <p:nvPr/>
          </p:nvSpPr>
          <p:spPr>
            <a:xfrm>
              <a:off x="3855819" y="4248152"/>
              <a:ext cx="211094" cy="211094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2" name="Oval 131">
              <a:extLst>
                <a:ext uri="{FF2B5EF4-FFF2-40B4-BE49-F238E27FC236}">
                  <a16:creationId xmlns:a16="http://schemas.microsoft.com/office/drawing/2014/main" id="{EECA96D8-E406-4AB4-A7AF-C0969311312E}"/>
                </a:ext>
              </a:extLst>
            </p:cNvPr>
            <p:cNvSpPr/>
            <p:nvPr/>
          </p:nvSpPr>
          <p:spPr>
            <a:xfrm>
              <a:off x="3886107" y="4278440"/>
              <a:ext cx="150518" cy="150518"/>
            </a:xfrm>
            <a:prstGeom prst="ellipse">
              <a:avLst/>
            </a:prstGeom>
            <a:solidFill>
              <a:srgbClr val="52CBB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33" name="Group 132">
            <a:extLst>
              <a:ext uri="{FF2B5EF4-FFF2-40B4-BE49-F238E27FC236}">
                <a16:creationId xmlns:a16="http://schemas.microsoft.com/office/drawing/2014/main" id="{32D488C7-993A-4046-84D5-C5C1D3921994}"/>
              </a:ext>
            </a:extLst>
          </p:cNvPr>
          <p:cNvGrpSpPr/>
          <p:nvPr/>
        </p:nvGrpSpPr>
        <p:grpSpPr>
          <a:xfrm>
            <a:off x="7934360" y="3517706"/>
            <a:ext cx="211094" cy="211094"/>
            <a:chOff x="5973250" y="4248152"/>
            <a:chExt cx="211094" cy="211094"/>
          </a:xfrm>
        </p:grpSpPr>
        <p:sp>
          <p:nvSpPr>
            <p:cNvPr id="134" name="Oval 133">
              <a:extLst>
                <a:ext uri="{FF2B5EF4-FFF2-40B4-BE49-F238E27FC236}">
                  <a16:creationId xmlns:a16="http://schemas.microsoft.com/office/drawing/2014/main" id="{1BD518F5-B2EA-4A0C-8251-81B075518DC4}"/>
                </a:ext>
              </a:extLst>
            </p:cNvPr>
            <p:cNvSpPr/>
            <p:nvPr/>
          </p:nvSpPr>
          <p:spPr>
            <a:xfrm>
              <a:off x="5973250" y="4248152"/>
              <a:ext cx="211094" cy="211094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5" name="Oval 134">
              <a:extLst>
                <a:ext uri="{FF2B5EF4-FFF2-40B4-BE49-F238E27FC236}">
                  <a16:creationId xmlns:a16="http://schemas.microsoft.com/office/drawing/2014/main" id="{1F5C5634-ECA4-4D92-B617-58C5C2D48A63}"/>
                </a:ext>
              </a:extLst>
            </p:cNvPr>
            <p:cNvSpPr/>
            <p:nvPr/>
          </p:nvSpPr>
          <p:spPr>
            <a:xfrm>
              <a:off x="6003538" y="4278440"/>
              <a:ext cx="150518" cy="150518"/>
            </a:xfrm>
            <a:prstGeom prst="ellipse">
              <a:avLst/>
            </a:prstGeom>
            <a:solidFill>
              <a:srgbClr val="FEC63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5" name="Group 144">
            <a:extLst>
              <a:ext uri="{FF2B5EF4-FFF2-40B4-BE49-F238E27FC236}">
                <a16:creationId xmlns:a16="http://schemas.microsoft.com/office/drawing/2014/main" id="{BF8EBA3D-452D-47CD-B904-0B23290B33D1}"/>
              </a:ext>
            </a:extLst>
          </p:cNvPr>
          <p:cNvGrpSpPr/>
          <p:nvPr/>
        </p:nvGrpSpPr>
        <p:grpSpPr>
          <a:xfrm>
            <a:off x="1496411" y="0"/>
            <a:ext cx="9961092" cy="6858000"/>
            <a:chOff x="491575" y="0"/>
            <a:chExt cx="9961092" cy="6858000"/>
          </a:xfrm>
        </p:grpSpPr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BEF50569-12D0-443A-A8E7-A819E72B4F7B}"/>
                </a:ext>
              </a:extLst>
            </p:cNvPr>
            <p:cNvSpPr/>
            <p:nvPr/>
          </p:nvSpPr>
          <p:spPr>
            <a:xfrm>
              <a:off x="491575" y="0"/>
              <a:ext cx="9961092" cy="6858000"/>
            </a:xfrm>
            <a:prstGeom prst="rect">
              <a:avLst/>
            </a:prstGeom>
            <a:solidFill>
              <a:srgbClr val="F0EEF0"/>
            </a:solidFill>
            <a:ln>
              <a:noFill/>
            </a:ln>
            <a:effectLst>
              <a:outerShdw blurRad="215900" dist="38100" sx="101000" sy="101000" algn="l" rotWithShape="0">
                <a:schemeClr val="tx1">
                  <a:lumMod val="65000"/>
                  <a:lumOff val="35000"/>
                  <a:alpha val="35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32659E1F-B511-4620-BC32-708DD10CBC18}"/>
                </a:ext>
              </a:extLst>
            </p:cNvPr>
            <p:cNvSpPr/>
            <p:nvPr/>
          </p:nvSpPr>
          <p:spPr>
            <a:xfrm>
              <a:off x="9284267" y="2337440"/>
              <a:ext cx="1168400" cy="2360918"/>
            </a:xfrm>
            <a:custGeom>
              <a:avLst/>
              <a:gdLst>
                <a:gd name="connsiteX0" fmla="*/ 1168400 w 1168400"/>
                <a:gd name="connsiteY0" fmla="*/ 0 h 2360918"/>
                <a:gd name="connsiteX1" fmla="*/ 1168400 w 1168400"/>
                <a:gd name="connsiteY1" fmla="*/ 2360918 h 2360918"/>
                <a:gd name="connsiteX2" fmla="*/ 1060340 w 1168400"/>
                <a:gd name="connsiteY2" fmla="*/ 2355461 h 2360918"/>
                <a:gd name="connsiteX3" fmla="*/ 0 w 1168400"/>
                <a:gd name="connsiteY3" fmla="*/ 1180459 h 2360918"/>
                <a:gd name="connsiteX4" fmla="*/ 1060340 w 1168400"/>
                <a:gd name="connsiteY4" fmla="*/ 5457 h 2360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68400" h="2360918">
                  <a:moveTo>
                    <a:pt x="1168400" y="0"/>
                  </a:moveTo>
                  <a:lnTo>
                    <a:pt x="1168400" y="2360918"/>
                  </a:lnTo>
                  <a:lnTo>
                    <a:pt x="1060340" y="2355461"/>
                  </a:lnTo>
                  <a:cubicBezTo>
                    <a:pt x="464762" y="2294977"/>
                    <a:pt x="0" y="1791994"/>
                    <a:pt x="0" y="1180459"/>
                  </a:cubicBezTo>
                  <a:cubicBezTo>
                    <a:pt x="0" y="568924"/>
                    <a:pt x="464762" y="65941"/>
                    <a:pt x="1060340" y="5457"/>
                  </a:cubicBezTo>
                  <a:close/>
                </a:path>
              </a:pathLst>
            </a:custGeom>
            <a:solidFill>
              <a:srgbClr val="FFC73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8" name="TextBox 147">
              <a:extLst>
                <a:ext uri="{FF2B5EF4-FFF2-40B4-BE49-F238E27FC236}">
                  <a16:creationId xmlns:a16="http://schemas.microsoft.com/office/drawing/2014/main" id="{D75E0FF4-DD95-4374-A96E-74902F41406D}"/>
                </a:ext>
              </a:extLst>
            </p:cNvPr>
            <p:cNvSpPr txBox="1"/>
            <p:nvPr/>
          </p:nvSpPr>
          <p:spPr>
            <a:xfrm rot="16200000">
              <a:off x="9117129" y="3328109"/>
              <a:ext cx="199208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rgbClr val="F0EEF0"/>
                  </a:solidFill>
                  <a:latin typeface="Tw Cen MT" panose="020B0602020104020603" pitchFamily="34" charset="0"/>
                </a:rPr>
                <a:t>Batasan </a:t>
              </a:r>
              <a:r>
                <a:rPr lang="en-US" b="1" dirty="0" err="1">
                  <a:solidFill>
                    <a:srgbClr val="F0EEF0"/>
                  </a:solidFill>
                  <a:latin typeface="Tw Cen MT" panose="020B0602020104020603" pitchFamily="34" charset="0"/>
                </a:rPr>
                <a:t>Masalah</a:t>
              </a:r>
              <a:endParaRPr lang="en-US" b="1" dirty="0">
                <a:solidFill>
                  <a:srgbClr val="F0EEF0"/>
                </a:solidFill>
                <a:latin typeface="Tw Cen MT" panose="020B0602020104020603" pitchFamily="34" charset="0"/>
              </a:endParaRPr>
            </a:p>
          </p:txBody>
        </p:sp>
        <p:pic>
          <p:nvPicPr>
            <p:cNvPr id="149" name="Picture 148">
              <a:extLst>
                <a:ext uri="{FF2B5EF4-FFF2-40B4-BE49-F238E27FC236}">
                  <a16:creationId xmlns:a16="http://schemas.microsoft.com/office/drawing/2014/main" id="{13B43634-15E2-4DD3-86FC-8718B1C8F7C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9385467" y="3247473"/>
              <a:ext cx="530600" cy="530600"/>
            </a:xfrm>
            <a:prstGeom prst="rect">
              <a:avLst/>
            </a:prstGeom>
          </p:spPr>
        </p:pic>
      </p:grpSp>
      <p:grpSp>
        <p:nvGrpSpPr>
          <p:cNvPr id="150" name="Group 149">
            <a:extLst>
              <a:ext uri="{FF2B5EF4-FFF2-40B4-BE49-F238E27FC236}">
                <a16:creationId xmlns:a16="http://schemas.microsoft.com/office/drawing/2014/main" id="{59CDFFC8-1070-4F56-90DB-02B9C56598D7}"/>
              </a:ext>
            </a:extLst>
          </p:cNvPr>
          <p:cNvGrpSpPr/>
          <p:nvPr/>
        </p:nvGrpSpPr>
        <p:grpSpPr>
          <a:xfrm>
            <a:off x="-7985197" y="0"/>
            <a:ext cx="9574094" cy="6858000"/>
            <a:chOff x="491575" y="0"/>
            <a:chExt cx="9574094" cy="6858000"/>
          </a:xfrm>
        </p:grpSpPr>
        <p:sp>
          <p:nvSpPr>
            <p:cNvPr id="151" name="Rectangle 150">
              <a:extLst>
                <a:ext uri="{FF2B5EF4-FFF2-40B4-BE49-F238E27FC236}">
                  <a16:creationId xmlns:a16="http://schemas.microsoft.com/office/drawing/2014/main" id="{8B3ED22B-75E8-4E51-82D5-B179B14CBCD4}"/>
                </a:ext>
              </a:extLst>
            </p:cNvPr>
            <p:cNvSpPr/>
            <p:nvPr/>
          </p:nvSpPr>
          <p:spPr>
            <a:xfrm>
              <a:off x="491575" y="0"/>
              <a:ext cx="9574094" cy="6858000"/>
            </a:xfrm>
            <a:prstGeom prst="rect">
              <a:avLst/>
            </a:prstGeom>
            <a:solidFill>
              <a:srgbClr val="F0EEF0"/>
            </a:solidFill>
            <a:ln>
              <a:noFill/>
            </a:ln>
            <a:effectLst>
              <a:outerShdw blurRad="215900" dist="38100" sx="101000" sy="101000" algn="l" rotWithShape="0">
                <a:schemeClr val="tx1">
                  <a:lumMod val="65000"/>
                  <a:lumOff val="35000"/>
                  <a:alpha val="35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CA2B3163-CAEF-4C00-B78F-8CCFB7D69F8A}"/>
                </a:ext>
              </a:extLst>
            </p:cNvPr>
            <p:cNvSpPr/>
            <p:nvPr/>
          </p:nvSpPr>
          <p:spPr>
            <a:xfrm>
              <a:off x="8897260" y="2337440"/>
              <a:ext cx="1168400" cy="2360918"/>
            </a:xfrm>
            <a:custGeom>
              <a:avLst/>
              <a:gdLst>
                <a:gd name="connsiteX0" fmla="*/ 1168400 w 1168400"/>
                <a:gd name="connsiteY0" fmla="*/ 0 h 2360918"/>
                <a:gd name="connsiteX1" fmla="*/ 1168400 w 1168400"/>
                <a:gd name="connsiteY1" fmla="*/ 2360918 h 2360918"/>
                <a:gd name="connsiteX2" fmla="*/ 1060340 w 1168400"/>
                <a:gd name="connsiteY2" fmla="*/ 2355461 h 2360918"/>
                <a:gd name="connsiteX3" fmla="*/ 0 w 1168400"/>
                <a:gd name="connsiteY3" fmla="*/ 1180459 h 2360918"/>
                <a:gd name="connsiteX4" fmla="*/ 1060340 w 1168400"/>
                <a:gd name="connsiteY4" fmla="*/ 5457 h 2360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68400" h="2360918">
                  <a:moveTo>
                    <a:pt x="1168400" y="0"/>
                  </a:moveTo>
                  <a:lnTo>
                    <a:pt x="1168400" y="2360918"/>
                  </a:lnTo>
                  <a:lnTo>
                    <a:pt x="1060340" y="2355461"/>
                  </a:lnTo>
                  <a:cubicBezTo>
                    <a:pt x="464762" y="2294977"/>
                    <a:pt x="0" y="1791994"/>
                    <a:pt x="0" y="1180459"/>
                  </a:cubicBezTo>
                  <a:cubicBezTo>
                    <a:pt x="0" y="568924"/>
                    <a:pt x="464762" y="65941"/>
                    <a:pt x="1060340" y="5457"/>
                  </a:cubicBezTo>
                  <a:close/>
                </a:path>
              </a:pathLst>
            </a:custGeom>
            <a:solidFill>
              <a:srgbClr val="5D737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3" name="TextBox 152">
              <a:extLst>
                <a:ext uri="{FF2B5EF4-FFF2-40B4-BE49-F238E27FC236}">
                  <a16:creationId xmlns:a16="http://schemas.microsoft.com/office/drawing/2014/main" id="{6BE980A4-9FF8-447C-AAD8-DB0DE4BAE3F5}"/>
                </a:ext>
              </a:extLst>
            </p:cNvPr>
            <p:cNvSpPr txBox="1"/>
            <p:nvPr/>
          </p:nvSpPr>
          <p:spPr>
            <a:xfrm rot="16200000">
              <a:off x="8746453" y="3328108"/>
              <a:ext cx="199208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 err="1">
                  <a:solidFill>
                    <a:srgbClr val="F0EEF0"/>
                  </a:solidFill>
                  <a:latin typeface="Tw Cen MT" panose="020B0602020104020603" pitchFamily="34" charset="0"/>
                </a:rPr>
                <a:t>Rumusan</a:t>
              </a:r>
              <a:r>
                <a:rPr lang="en-US" b="1" dirty="0">
                  <a:solidFill>
                    <a:srgbClr val="F0EEF0"/>
                  </a:solidFill>
                  <a:latin typeface="Tw Cen MT" panose="020B0602020104020603" pitchFamily="34" charset="0"/>
                </a:rPr>
                <a:t> </a:t>
              </a:r>
              <a:r>
                <a:rPr lang="en-US" b="1" dirty="0" err="1">
                  <a:solidFill>
                    <a:srgbClr val="F0EEF0"/>
                  </a:solidFill>
                  <a:latin typeface="Tw Cen MT" panose="020B0602020104020603" pitchFamily="34" charset="0"/>
                </a:rPr>
                <a:t>Masalah</a:t>
              </a:r>
              <a:endParaRPr lang="en-US" b="1" dirty="0">
                <a:solidFill>
                  <a:srgbClr val="F0EEF0"/>
                </a:solidFill>
                <a:latin typeface="Tw Cen MT" panose="020B0602020104020603" pitchFamily="34" charset="0"/>
              </a:endParaRPr>
            </a:p>
          </p:txBody>
        </p:sp>
        <p:pic>
          <p:nvPicPr>
            <p:cNvPr id="154" name="Picture 153">
              <a:extLst>
                <a:ext uri="{FF2B5EF4-FFF2-40B4-BE49-F238E27FC236}">
                  <a16:creationId xmlns:a16="http://schemas.microsoft.com/office/drawing/2014/main" id="{CC7C8902-130A-42BA-83B9-8B76BFF3984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8992269" y="3247473"/>
              <a:ext cx="530600" cy="530600"/>
            </a:xfrm>
            <a:prstGeom prst="rect">
              <a:avLst/>
            </a:prstGeom>
          </p:spPr>
        </p:pic>
      </p:grpSp>
      <p:grpSp>
        <p:nvGrpSpPr>
          <p:cNvPr id="155" name="Group 154">
            <a:extLst>
              <a:ext uri="{FF2B5EF4-FFF2-40B4-BE49-F238E27FC236}">
                <a16:creationId xmlns:a16="http://schemas.microsoft.com/office/drawing/2014/main" id="{413D7F57-DC06-4DD4-B258-FF8D62457991}"/>
              </a:ext>
            </a:extLst>
          </p:cNvPr>
          <p:cNvGrpSpPr/>
          <p:nvPr/>
        </p:nvGrpSpPr>
        <p:grpSpPr>
          <a:xfrm>
            <a:off x="-7638543" y="-1"/>
            <a:ext cx="8692332" cy="6858000"/>
            <a:chOff x="718505" y="-1"/>
            <a:chExt cx="8692332" cy="6858000"/>
          </a:xfrm>
        </p:grpSpPr>
        <p:sp>
          <p:nvSpPr>
            <p:cNvPr id="156" name="Rectangle 155">
              <a:extLst>
                <a:ext uri="{FF2B5EF4-FFF2-40B4-BE49-F238E27FC236}">
                  <a16:creationId xmlns:a16="http://schemas.microsoft.com/office/drawing/2014/main" id="{0A010B44-F2BA-4BDE-BF22-60FCCA85E1D8}"/>
                </a:ext>
              </a:extLst>
            </p:cNvPr>
            <p:cNvSpPr/>
            <p:nvPr/>
          </p:nvSpPr>
          <p:spPr>
            <a:xfrm>
              <a:off x="718505" y="-1"/>
              <a:ext cx="8692331" cy="6858000"/>
            </a:xfrm>
            <a:prstGeom prst="rect">
              <a:avLst/>
            </a:prstGeom>
            <a:solidFill>
              <a:srgbClr val="F0EEF0"/>
            </a:solidFill>
            <a:ln>
              <a:noFill/>
            </a:ln>
            <a:effectLst>
              <a:outerShdw blurRad="215900" dist="38100" sx="101000" sy="101000" algn="l" rotWithShape="0">
                <a:schemeClr val="tx1">
                  <a:lumMod val="65000"/>
                  <a:lumOff val="35000"/>
                  <a:alpha val="35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7" name="Freeform: Shape 156">
              <a:extLst>
                <a:ext uri="{FF2B5EF4-FFF2-40B4-BE49-F238E27FC236}">
                  <a16:creationId xmlns:a16="http://schemas.microsoft.com/office/drawing/2014/main" id="{3AC48898-A626-4933-9DBE-504CD30DA599}"/>
                </a:ext>
              </a:extLst>
            </p:cNvPr>
            <p:cNvSpPr/>
            <p:nvPr/>
          </p:nvSpPr>
          <p:spPr>
            <a:xfrm>
              <a:off x="8242436" y="2337439"/>
              <a:ext cx="1168400" cy="2360918"/>
            </a:xfrm>
            <a:custGeom>
              <a:avLst/>
              <a:gdLst>
                <a:gd name="connsiteX0" fmla="*/ 1168400 w 1168400"/>
                <a:gd name="connsiteY0" fmla="*/ 0 h 2360918"/>
                <a:gd name="connsiteX1" fmla="*/ 1168400 w 1168400"/>
                <a:gd name="connsiteY1" fmla="*/ 2360918 h 2360918"/>
                <a:gd name="connsiteX2" fmla="*/ 1060340 w 1168400"/>
                <a:gd name="connsiteY2" fmla="*/ 2355461 h 2360918"/>
                <a:gd name="connsiteX3" fmla="*/ 0 w 1168400"/>
                <a:gd name="connsiteY3" fmla="*/ 1180459 h 2360918"/>
                <a:gd name="connsiteX4" fmla="*/ 1060340 w 1168400"/>
                <a:gd name="connsiteY4" fmla="*/ 5457 h 2360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68400" h="2360918">
                  <a:moveTo>
                    <a:pt x="1168400" y="0"/>
                  </a:moveTo>
                  <a:lnTo>
                    <a:pt x="1168400" y="2360918"/>
                  </a:lnTo>
                  <a:lnTo>
                    <a:pt x="1060340" y="2355461"/>
                  </a:lnTo>
                  <a:cubicBezTo>
                    <a:pt x="464762" y="2294977"/>
                    <a:pt x="0" y="1791994"/>
                    <a:pt x="0" y="1180459"/>
                  </a:cubicBezTo>
                  <a:cubicBezTo>
                    <a:pt x="0" y="568924"/>
                    <a:pt x="464762" y="65941"/>
                    <a:pt x="1060340" y="5457"/>
                  </a:cubicBezTo>
                  <a:close/>
                </a:path>
              </a:pathLst>
            </a:cu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8" name="TextBox 157">
              <a:extLst>
                <a:ext uri="{FF2B5EF4-FFF2-40B4-BE49-F238E27FC236}">
                  <a16:creationId xmlns:a16="http://schemas.microsoft.com/office/drawing/2014/main" id="{4D28EC67-A3BA-4ADF-8961-3F5667831832}"/>
                </a:ext>
              </a:extLst>
            </p:cNvPr>
            <p:cNvSpPr txBox="1"/>
            <p:nvPr/>
          </p:nvSpPr>
          <p:spPr>
            <a:xfrm rot="16200000">
              <a:off x="8091629" y="3189608"/>
              <a:ext cx="199208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 err="1">
                  <a:solidFill>
                    <a:srgbClr val="F0EEF0"/>
                  </a:solidFill>
                  <a:latin typeface="Tw Cen MT" panose="020B0602020104020603" pitchFamily="34" charset="0"/>
                </a:rPr>
                <a:t>Tujuan</a:t>
              </a:r>
              <a:r>
                <a:rPr lang="en-US" b="1" dirty="0">
                  <a:solidFill>
                    <a:srgbClr val="F0EEF0"/>
                  </a:solidFill>
                  <a:latin typeface="Tw Cen MT" panose="020B0602020104020603" pitchFamily="34" charset="0"/>
                </a:rPr>
                <a:t> </a:t>
              </a:r>
              <a:r>
                <a:rPr lang="en-US" b="1" dirty="0" err="1">
                  <a:solidFill>
                    <a:srgbClr val="F0EEF0"/>
                  </a:solidFill>
                  <a:latin typeface="Tw Cen MT" panose="020B0602020104020603" pitchFamily="34" charset="0"/>
                </a:rPr>
                <a:t>Perancangan</a:t>
              </a:r>
              <a:endParaRPr lang="en-US" b="1" dirty="0">
                <a:solidFill>
                  <a:srgbClr val="F0EEF0"/>
                </a:solidFill>
                <a:latin typeface="Tw Cen MT" panose="020B0602020104020603" pitchFamily="34" charset="0"/>
              </a:endParaRPr>
            </a:p>
          </p:txBody>
        </p:sp>
        <p:pic>
          <p:nvPicPr>
            <p:cNvPr id="159" name="Picture 158">
              <a:extLst>
                <a:ext uri="{FF2B5EF4-FFF2-40B4-BE49-F238E27FC236}">
                  <a16:creationId xmlns:a16="http://schemas.microsoft.com/office/drawing/2014/main" id="{1B35D458-ABD3-496F-80F2-A7DF5517D8C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8340472" y="3247473"/>
              <a:ext cx="530600" cy="530600"/>
            </a:xfrm>
            <a:prstGeom prst="rect">
              <a:avLst/>
            </a:prstGeom>
          </p:spPr>
        </p:pic>
      </p:grpSp>
      <p:grpSp>
        <p:nvGrpSpPr>
          <p:cNvPr id="160" name="Group 159">
            <a:extLst>
              <a:ext uri="{FF2B5EF4-FFF2-40B4-BE49-F238E27FC236}">
                <a16:creationId xmlns:a16="http://schemas.microsoft.com/office/drawing/2014/main" id="{AB89704A-10D9-4678-B55F-4A6DC496B903}"/>
              </a:ext>
            </a:extLst>
          </p:cNvPr>
          <p:cNvGrpSpPr/>
          <p:nvPr/>
        </p:nvGrpSpPr>
        <p:grpSpPr>
          <a:xfrm>
            <a:off x="-9395082" y="-1"/>
            <a:ext cx="9948758" cy="6858000"/>
            <a:chOff x="-9337032" y="-1"/>
            <a:chExt cx="9948758" cy="6858000"/>
          </a:xfrm>
        </p:grpSpPr>
        <p:sp>
          <p:nvSpPr>
            <p:cNvPr id="161" name="Rectangle 160">
              <a:extLst>
                <a:ext uri="{FF2B5EF4-FFF2-40B4-BE49-F238E27FC236}">
                  <a16:creationId xmlns:a16="http://schemas.microsoft.com/office/drawing/2014/main" id="{5264F1BB-1B3F-49E9-80CA-3C511CA23371}"/>
                </a:ext>
              </a:extLst>
            </p:cNvPr>
            <p:cNvSpPr/>
            <p:nvPr/>
          </p:nvSpPr>
          <p:spPr>
            <a:xfrm>
              <a:off x="-9337032" y="-1"/>
              <a:ext cx="9923504" cy="6858000"/>
            </a:xfrm>
            <a:prstGeom prst="rect">
              <a:avLst/>
            </a:prstGeom>
            <a:solidFill>
              <a:srgbClr val="F0EEF0"/>
            </a:solidFill>
            <a:ln>
              <a:noFill/>
            </a:ln>
            <a:effectLst>
              <a:outerShdw blurRad="215900" dist="38100" sx="101000" sy="101000" algn="l" rotWithShape="0">
                <a:schemeClr val="tx1">
                  <a:lumMod val="65000"/>
                  <a:lumOff val="35000"/>
                  <a:alpha val="35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2B61D79C-FE90-47FB-B78B-B3B793AB02CA}"/>
                </a:ext>
              </a:extLst>
            </p:cNvPr>
            <p:cNvSpPr/>
            <p:nvPr/>
          </p:nvSpPr>
          <p:spPr>
            <a:xfrm>
              <a:off x="-577928" y="2337438"/>
              <a:ext cx="1168400" cy="2360918"/>
            </a:xfrm>
            <a:custGeom>
              <a:avLst/>
              <a:gdLst>
                <a:gd name="connsiteX0" fmla="*/ 1168400 w 1168400"/>
                <a:gd name="connsiteY0" fmla="*/ 0 h 2360918"/>
                <a:gd name="connsiteX1" fmla="*/ 1168400 w 1168400"/>
                <a:gd name="connsiteY1" fmla="*/ 2360918 h 2360918"/>
                <a:gd name="connsiteX2" fmla="*/ 1060340 w 1168400"/>
                <a:gd name="connsiteY2" fmla="*/ 2355461 h 2360918"/>
                <a:gd name="connsiteX3" fmla="*/ 0 w 1168400"/>
                <a:gd name="connsiteY3" fmla="*/ 1180459 h 2360918"/>
                <a:gd name="connsiteX4" fmla="*/ 1060340 w 1168400"/>
                <a:gd name="connsiteY4" fmla="*/ 5457 h 2360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68400" h="2360918">
                  <a:moveTo>
                    <a:pt x="1168400" y="0"/>
                  </a:moveTo>
                  <a:lnTo>
                    <a:pt x="1168400" y="2360918"/>
                  </a:lnTo>
                  <a:lnTo>
                    <a:pt x="1060340" y="2355461"/>
                  </a:lnTo>
                  <a:cubicBezTo>
                    <a:pt x="464762" y="2294977"/>
                    <a:pt x="0" y="1791994"/>
                    <a:pt x="0" y="1180459"/>
                  </a:cubicBezTo>
                  <a:cubicBezTo>
                    <a:pt x="0" y="568924"/>
                    <a:pt x="464762" y="65941"/>
                    <a:pt x="1060340" y="5457"/>
                  </a:cubicBezTo>
                  <a:close/>
                </a:path>
              </a:pathLst>
            </a:custGeom>
            <a:solidFill>
              <a:srgbClr val="00A0A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3" name="TextBox 162">
              <a:extLst>
                <a:ext uri="{FF2B5EF4-FFF2-40B4-BE49-F238E27FC236}">
                  <a16:creationId xmlns:a16="http://schemas.microsoft.com/office/drawing/2014/main" id="{E9B70F99-384A-4A5C-A23E-1F49CAADEFD4}"/>
                </a:ext>
              </a:extLst>
            </p:cNvPr>
            <p:cNvSpPr txBox="1"/>
            <p:nvPr/>
          </p:nvSpPr>
          <p:spPr>
            <a:xfrm rot="16200000">
              <a:off x="-738260" y="3158830"/>
              <a:ext cx="199208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rgbClr val="F0EEF0"/>
                  </a:solidFill>
                  <a:latin typeface="Tw Cen MT" panose="020B0602020104020603" pitchFamily="34" charset="0"/>
                </a:rPr>
                <a:t>Manfaat</a:t>
              </a:r>
              <a:r>
                <a:rPr lang="en-US" sz="2000" b="1" dirty="0">
                  <a:solidFill>
                    <a:srgbClr val="F0EEF0"/>
                  </a:solidFill>
                  <a:latin typeface="Tw Cen MT" panose="020B0602020104020603" pitchFamily="34" charset="0"/>
                </a:rPr>
                <a:t> </a:t>
              </a:r>
              <a:r>
                <a:rPr lang="en-US" sz="2000" b="1" dirty="0" err="1">
                  <a:solidFill>
                    <a:srgbClr val="F0EEF0"/>
                  </a:solidFill>
                  <a:latin typeface="Tw Cen MT" panose="020B0602020104020603" pitchFamily="34" charset="0"/>
                </a:rPr>
                <a:t>Perancangan</a:t>
              </a:r>
              <a:endParaRPr lang="en-US" sz="2000" b="1" dirty="0">
                <a:solidFill>
                  <a:srgbClr val="F0EEF0"/>
                </a:solidFill>
                <a:latin typeface="Tw Cen MT" panose="020B0602020104020603" pitchFamily="34" charset="0"/>
              </a:endParaRPr>
            </a:p>
          </p:txBody>
        </p:sp>
        <p:pic>
          <p:nvPicPr>
            <p:cNvPr id="164" name="Picture 163">
              <a:extLst>
                <a:ext uri="{FF2B5EF4-FFF2-40B4-BE49-F238E27FC236}">
                  <a16:creationId xmlns:a16="http://schemas.microsoft.com/office/drawing/2014/main" id="{BB5632DE-AE54-40EA-95F5-CB8E8FFF1F3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-491912" y="3247473"/>
              <a:ext cx="530600" cy="530600"/>
            </a:xfrm>
            <a:prstGeom prst="rect">
              <a:avLst/>
            </a:prstGeom>
          </p:spPr>
        </p:pic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7237CDAF-9D5B-4A0C-BD1B-BEF880DF7E55}"/>
              </a:ext>
            </a:extLst>
          </p:cNvPr>
          <p:cNvGrpSpPr/>
          <p:nvPr/>
        </p:nvGrpSpPr>
        <p:grpSpPr>
          <a:xfrm>
            <a:off x="2437685" y="1434803"/>
            <a:ext cx="7405148" cy="4257696"/>
            <a:chOff x="2437685" y="1434803"/>
            <a:chExt cx="7405148" cy="4257696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B1EC8C09-F03A-403A-9D30-87F77A4F1800}"/>
                </a:ext>
              </a:extLst>
            </p:cNvPr>
            <p:cNvSpPr/>
            <p:nvPr/>
          </p:nvSpPr>
          <p:spPr>
            <a:xfrm>
              <a:off x="2437685" y="2472834"/>
              <a:ext cx="7405148" cy="2181626"/>
            </a:xfrm>
            <a:prstGeom prst="roundRect">
              <a:avLst/>
            </a:prstGeom>
            <a:solidFill>
              <a:srgbClr val="FFC73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 err="1">
                  <a:solidFill>
                    <a:srgbClr val="5D7373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Times New Roman" panose="02020603050405020304" pitchFamily="18" charset="0"/>
                  <a:ea typeface="Times New Roman" panose="02020603050405020304" pitchFamily="18" charset="0"/>
                </a:rPr>
                <a:t>Mengintegrasikan</a:t>
              </a:r>
              <a:r>
                <a:rPr lang="en-US" sz="2400" dirty="0">
                  <a:solidFill>
                    <a:srgbClr val="5D7373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Times New Roman" panose="02020603050405020304" pitchFamily="18" charset="0"/>
                  <a:ea typeface="Times New Roman" panose="02020603050405020304" pitchFamily="18" charset="0"/>
                </a:rPr>
                <a:t> </a:t>
              </a:r>
              <a:r>
                <a:rPr lang="en-US" sz="2400" dirty="0" err="1">
                  <a:solidFill>
                    <a:srgbClr val="5D7373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Times New Roman" panose="02020603050405020304" pitchFamily="18" charset="0"/>
                  <a:ea typeface="Times New Roman" panose="02020603050405020304" pitchFamily="18" charset="0"/>
                </a:rPr>
                <a:t>Pengembangan</a:t>
              </a:r>
              <a:r>
                <a:rPr lang="en-US" sz="2400" dirty="0">
                  <a:solidFill>
                    <a:srgbClr val="5D7373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Times New Roman" panose="02020603050405020304" pitchFamily="18" charset="0"/>
                  <a:ea typeface="Times New Roman" panose="02020603050405020304" pitchFamily="18" charset="0"/>
                </a:rPr>
                <a:t> </a:t>
              </a:r>
              <a:r>
                <a:rPr lang="en-US" sz="2400" i="1" dirty="0">
                  <a:solidFill>
                    <a:srgbClr val="5D7373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Times New Roman" panose="02020603050405020304" pitchFamily="18" charset="0"/>
                  <a:ea typeface="Times New Roman" panose="02020603050405020304" pitchFamily="18" charset="0"/>
                </a:rPr>
                <a:t>Video Conference </a:t>
              </a:r>
              <a:r>
                <a:rPr lang="en-US" sz="2400" i="1" dirty="0" err="1">
                  <a:solidFill>
                    <a:srgbClr val="5D7373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Times New Roman" panose="02020603050405020304" pitchFamily="18" charset="0"/>
                  <a:ea typeface="Times New Roman" panose="02020603050405020304" pitchFamily="18" charset="0"/>
                </a:rPr>
                <a:t>Jitsi</a:t>
              </a:r>
              <a:r>
                <a:rPr lang="en-US" sz="2400" i="1" dirty="0">
                  <a:solidFill>
                    <a:srgbClr val="5D7373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Times New Roman" panose="02020603050405020304" pitchFamily="18" charset="0"/>
                  <a:ea typeface="Times New Roman" panose="02020603050405020304" pitchFamily="18" charset="0"/>
                </a:rPr>
                <a:t> Meet </a:t>
              </a:r>
              <a:r>
                <a:rPr lang="en-US" sz="2400" dirty="0" err="1">
                  <a:solidFill>
                    <a:srgbClr val="5D7373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Times New Roman" panose="02020603050405020304" pitchFamily="18" charset="0"/>
                  <a:ea typeface="Times New Roman" panose="02020603050405020304" pitchFamily="18" charset="0"/>
                </a:rPr>
                <a:t>dengan</a:t>
              </a:r>
              <a:r>
                <a:rPr lang="en-US" sz="2400" dirty="0">
                  <a:solidFill>
                    <a:srgbClr val="5D7373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Times New Roman" panose="02020603050405020304" pitchFamily="18" charset="0"/>
                  <a:ea typeface="Times New Roman" panose="02020603050405020304" pitchFamily="18" charset="0"/>
                </a:rPr>
                <a:t> </a:t>
              </a:r>
              <a:r>
                <a:rPr lang="en-US" sz="2400" i="1" dirty="0">
                  <a:solidFill>
                    <a:srgbClr val="5D7373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Times New Roman" panose="02020603050405020304" pitchFamily="18" charset="0"/>
                  <a:ea typeface="Times New Roman" panose="02020603050405020304" pitchFamily="18" charset="0"/>
                </a:rPr>
                <a:t>Matrix</a:t>
              </a:r>
              <a:r>
                <a:rPr lang="en-US" sz="2400" dirty="0">
                  <a:solidFill>
                    <a:srgbClr val="5D7373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Times New Roman" panose="02020603050405020304" pitchFamily="18" charset="0"/>
                  <a:ea typeface="Times New Roman" panose="02020603050405020304" pitchFamily="18" charset="0"/>
                </a:rPr>
                <a:t> yang </a:t>
              </a:r>
              <a:r>
                <a:rPr lang="en-US" sz="2400" dirty="0" err="1">
                  <a:solidFill>
                    <a:srgbClr val="5D7373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Times New Roman" panose="02020603050405020304" pitchFamily="18" charset="0"/>
                  <a:ea typeface="Times New Roman" panose="02020603050405020304" pitchFamily="18" charset="0"/>
                </a:rPr>
                <a:t>akan</a:t>
              </a:r>
              <a:r>
                <a:rPr lang="en-US" sz="2400" dirty="0">
                  <a:solidFill>
                    <a:srgbClr val="5D7373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Times New Roman" panose="02020603050405020304" pitchFamily="18" charset="0"/>
                  <a:ea typeface="Times New Roman" panose="02020603050405020304" pitchFamily="18" charset="0"/>
                </a:rPr>
                <a:t> di </a:t>
              </a:r>
              <a:r>
                <a:rPr lang="en-US" sz="2400" dirty="0" err="1">
                  <a:solidFill>
                    <a:srgbClr val="5D7373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Times New Roman" panose="02020603050405020304" pitchFamily="18" charset="0"/>
                  <a:ea typeface="Times New Roman" panose="02020603050405020304" pitchFamily="18" charset="0"/>
                </a:rPr>
                <a:t>Terapkan</a:t>
              </a:r>
              <a:r>
                <a:rPr lang="en-US" sz="2400" dirty="0">
                  <a:solidFill>
                    <a:srgbClr val="5D7373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Times New Roman" panose="02020603050405020304" pitchFamily="18" charset="0"/>
                  <a:ea typeface="Times New Roman" panose="02020603050405020304" pitchFamily="18" charset="0"/>
                </a:rPr>
                <a:t> pada </a:t>
              </a:r>
              <a:r>
                <a:rPr lang="en-US" sz="2400" i="1" dirty="0">
                  <a:solidFill>
                    <a:srgbClr val="5D7373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Times New Roman" panose="02020603050405020304" pitchFamily="18" charset="0"/>
                  <a:ea typeface="Times New Roman" panose="02020603050405020304" pitchFamily="18" charset="0"/>
                </a:rPr>
                <a:t>Virtual Private Server </a:t>
              </a:r>
              <a:r>
                <a:rPr lang="en-US" sz="2400" dirty="0">
                  <a:solidFill>
                    <a:srgbClr val="5D7373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Times New Roman" panose="02020603050405020304" pitchFamily="18" charset="0"/>
                  <a:ea typeface="Times New Roman" panose="02020603050405020304" pitchFamily="18" charset="0"/>
                </a:rPr>
                <a:t>(VPS)</a:t>
              </a:r>
              <a:r>
                <a:rPr lang="id-ID" sz="2400" dirty="0">
                  <a:solidFill>
                    <a:srgbClr val="5D7373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Times New Roman" panose="02020603050405020304" pitchFamily="18" charset="0"/>
                  <a:ea typeface="Times New Roman" panose="02020603050405020304" pitchFamily="18" charset="0"/>
                </a:rPr>
                <a:t>.</a:t>
              </a:r>
              <a:endParaRPr lang="en-ID" sz="2400" dirty="0">
                <a:solidFill>
                  <a:srgbClr val="5D737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endParaRPr>
            </a:p>
          </p:txBody>
        </p:sp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9F9E6C9F-E109-4F7C-A5F0-DD423A7179FD}"/>
                </a:ext>
              </a:extLst>
            </p:cNvPr>
            <p:cNvSpPr/>
            <p:nvPr/>
          </p:nvSpPr>
          <p:spPr>
            <a:xfrm>
              <a:off x="5454459" y="4320899"/>
              <a:ext cx="1371600" cy="1371600"/>
            </a:xfrm>
            <a:prstGeom prst="ellipse">
              <a:avLst/>
            </a:prstGeom>
            <a:solidFill>
              <a:srgbClr val="F0EEF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 dirty="0"/>
            </a:p>
          </p:txBody>
        </p:sp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37C11F16-F710-44A5-B072-F1BCF147DB3A}"/>
                </a:ext>
              </a:extLst>
            </p:cNvPr>
            <p:cNvSpPr/>
            <p:nvPr/>
          </p:nvSpPr>
          <p:spPr>
            <a:xfrm>
              <a:off x="5454459" y="1434803"/>
              <a:ext cx="1371600" cy="1371600"/>
            </a:xfrm>
            <a:prstGeom prst="ellipse">
              <a:avLst/>
            </a:prstGeom>
            <a:solidFill>
              <a:srgbClr val="F0EEF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</p:grpSp>
    </p:spTree>
    <p:extLst>
      <p:ext uri="{BB962C8B-B14F-4D97-AF65-F5344CB8AC3E}">
        <p14:creationId xmlns:p14="http://schemas.microsoft.com/office/powerpoint/2010/main" val="11001468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25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25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25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50"/>
                            </p:stCondLst>
                            <p:childTnLst>
                              <p:par>
                                <p:cTn id="11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25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25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25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500"/>
                            </p:stCondLst>
                            <p:childTnLst>
                              <p:par>
                                <p:cTn id="17" presetID="22" presetClass="entr" presetSubtype="8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250"/>
                            </p:stCondLst>
                            <p:childTnLst>
                              <p:par>
                                <p:cTn id="21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25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25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25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25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25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25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75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2500"/>
                            </p:stCondLst>
                            <p:childTnLst>
                              <p:par>
                                <p:cTn id="37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9" dur="25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25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" dur="25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750"/>
                            </p:stCondLst>
                            <p:childTnLst>
                              <p:par>
                                <p:cTn id="43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5" dur="250" fill="hold"/>
                                        <p:tgtEl>
                                          <p:spTgt spid="1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250" fill="hold"/>
                                        <p:tgtEl>
                                          <p:spTgt spid="1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25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50" fill="hold"/>
                                        <p:tgtEl>
                                          <p:spTgt spid="1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50" fill="hold"/>
                                        <p:tgtEl>
                                          <p:spTgt spid="1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2" dur="25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" dur="250" fill="hold"/>
                                        <p:tgtEl>
                                          <p:spTgt spid="1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250" fill="hold"/>
                                        <p:tgtEl>
                                          <p:spTgt spid="1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7" dur="25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0" dur="250" fill="hold"/>
                                        <p:tgtEl>
                                          <p:spTgt spid="1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250" fill="hold"/>
                                        <p:tgtEl>
                                          <p:spTgt spid="1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2" dur="25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5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8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1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6" grpId="0"/>
      <p:bldP spid="68" grpId="0"/>
      <p:bldP spid="70" grpId="0"/>
      <p:bldP spid="72" grpId="0"/>
      <p:bldP spid="74" grpId="0"/>
      <p:bldP spid="7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roup 32">
            <a:extLst>
              <a:ext uri="{FF2B5EF4-FFF2-40B4-BE49-F238E27FC236}">
                <a16:creationId xmlns:a16="http://schemas.microsoft.com/office/drawing/2014/main" id="{BC3001EC-9F33-4C39-B780-199714C83EA2}"/>
              </a:ext>
            </a:extLst>
          </p:cNvPr>
          <p:cNvGrpSpPr/>
          <p:nvPr/>
        </p:nvGrpSpPr>
        <p:grpSpPr>
          <a:xfrm>
            <a:off x="-176620" y="0"/>
            <a:ext cx="12482920" cy="6858000"/>
            <a:chOff x="-290920" y="0"/>
            <a:chExt cx="12482920" cy="6858000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129B5C97-F627-4A85-B003-5396A9D964D5}"/>
                </a:ext>
              </a:extLst>
            </p:cNvPr>
            <p:cNvSpPr/>
            <p:nvPr/>
          </p:nvSpPr>
          <p:spPr>
            <a:xfrm>
              <a:off x="-290920" y="0"/>
              <a:ext cx="12482920" cy="6858000"/>
            </a:xfrm>
            <a:prstGeom prst="rect">
              <a:avLst/>
            </a:prstGeom>
            <a:solidFill>
              <a:srgbClr val="F0EEF0"/>
            </a:solidFill>
            <a:ln>
              <a:noFill/>
            </a:ln>
            <a:effectLst>
              <a:outerShdw blurRad="215900" dist="38100" sx="101000" sy="101000" algn="l" rotWithShape="0">
                <a:schemeClr val="tx1">
                  <a:lumMod val="65000"/>
                  <a:lumOff val="35000"/>
                  <a:alpha val="35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A97C14D5-0388-44F5-AD76-F8BBAF179CD6}"/>
                </a:ext>
              </a:extLst>
            </p:cNvPr>
            <p:cNvSpPr/>
            <p:nvPr/>
          </p:nvSpPr>
          <p:spPr>
            <a:xfrm>
              <a:off x="11023600" y="2337441"/>
              <a:ext cx="1168400" cy="2360918"/>
            </a:xfrm>
            <a:custGeom>
              <a:avLst/>
              <a:gdLst>
                <a:gd name="connsiteX0" fmla="*/ 1168400 w 1168400"/>
                <a:gd name="connsiteY0" fmla="*/ 0 h 2360918"/>
                <a:gd name="connsiteX1" fmla="*/ 1168400 w 1168400"/>
                <a:gd name="connsiteY1" fmla="*/ 2360918 h 2360918"/>
                <a:gd name="connsiteX2" fmla="*/ 1060340 w 1168400"/>
                <a:gd name="connsiteY2" fmla="*/ 2355461 h 2360918"/>
                <a:gd name="connsiteX3" fmla="*/ 0 w 1168400"/>
                <a:gd name="connsiteY3" fmla="*/ 1180459 h 2360918"/>
                <a:gd name="connsiteX4" fmla="*/ 1060340 w 1168400"/>
                <a:gd name="connsiteY4" fmla="*/ 5457 h 2360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68400" h="2360918">
                  <a:moveTo>
                    <a:pt x="1168400" y="0"/>
                  </a:moveTo>
                  <a:lnTo>
                    <a:pt x="1168400" y="2360918"/>
                  </a:lnTo>
                  <a:lnTo>
                    <a:pt x="1060340" y="2355461"/>
                  </a:lnTo>
                  <a:cubicBezTo>
                    <a:pt x="464762" y="2294977"/>
                    <a:pt x="0" y="1791994"/>
                    <a:pt x="0" y="1180459"/>
                  </a:cubicBezTo>
                  <a:cubicBezTo>
                    <a:pt x="0" y="568924"/>
                    <a:pt x="464762" y="65941"/>
                    <a:pt x="1060340" y="5457"/>
                  </a:cubicBezTo>
                  <a:close/>
                </a:path>
              </a:pathLst>
            </a:custGeom>
            <a:solidFill>
              <a:srgbClr val="FF596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2151F346-69C6-4F86-BC1F-C57BA2384CC6}"/>
                </a:ext>
              </a:extLst>
            </p:cNvPr>
            <p:cNvSpPr txBox="1"/>
            <p:nvPr/>
          </p:nvSpPr>
          <p:spPr>
            <a:xfrm rot="16200000">
              <a:off x="10872792" y="3317843"/>
              <a:ext cx="1992086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rgbClr val="F0EEF0"/>
                  </a:solidFill>
                  <a:latin typeface="Tw Cen MT" panose="020B0602020104020603" pitchFamily="34" charset="0"/>
                </a:rPr>
                <a:t>Latar</a:t>
              </a:r>
              <a:r>
                <a:rPr lang="en-US" sz="2000" b="1" dirty="0">
                  <a:solidFill>
                    <a:srgbClr val="F0EEF0"/>
                  </a:solidFill>
                  <a:latin typeface="Tw Cen MT" panose="020B0602020104020603" pitchFamily="34" charset="0"/>
                </a:rPr>
                <a:t> </a:t>
              </a:r>
              <a:r>
                <a:rPr lang="en-US" sz="2000" b="1" dirty="0" err="1">
                  <a:solidFill>
                    <a:srgbClr val="F0EEF0"/>
                  </a:solidFill>
                  <a:latin typeface="Tw Cen MT" panose="020B0602020104020603" pitchFamily="34" charset="0"/>
                </a:rPr>
                <a:t>Belakang</a:t>
              </a:r>
              <a:endParaRPr lang="en-US" sz="2000" b="1" dirty="0">
                <a:solidFill>
                  <a:srgbClr val="F0EEF0"/>
                </a:solidFill>
                <a:latin typeface="Tw Cen MT" panose="020B0602020104020603" pitchFamily="34" charset="0"/>
              </a:endParaRPr>
            </a:p>
          </p:txBody>
        </p:sp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52B367FE-8530-4052-AD96-2D6FBE490F6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11129999" y="3247473"/>
              <a:ext cx="530600" cy="530600"/>
            </a:xfrm>
            <a:prstGeom prst="rect">
              <a:avLst/>
            </a:prstGeom>
          </p:spPr>
        </p:pic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63E93C38-ECA5-4094-81E9-196A3BD19EBD}"/>
              </a:ext>
            </a:extLst>
          </p:cNvPr>
          <p:cNvGrpSpPr/>
          <p:nvPr/>
        </p:nvGrpSpPr>
        <p:grpSpPr>
          <a:xfrm>
            <a:off x="412529" y="-2"/>
            <a:ext cx="11447501" cy="6858000"/>
            <a:chOff x="213096" y="0"/>
            <a:chExt cx="11447501" cy="6858000"/>
          </a:xfrm>
        </p:grpSpPr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5C85080E-7B66-43F0-AB4D-3A69B13C005A}"/>
                </a:ext>
              </a:extLst>
            </p:cNvPr>
            <p:cNvSpPr/>
            <p:nvPr/>
          </p:nvSpPr>
          <p:spPr>
            <a:xfrm>
              <a:off x="213096" y="0"/>
              <a:ext cx="11447501" cy="6858000"/>
            </a:xfrm>
            <a:prstGeom prst="rect">
              <a:avLst/>
            </a:prstGeom>
            <a:solidFill>
              <a:srgbClr val="F0EEF0"/>
            </a:solidFill>
            <a:ln>
              <a:noFill/>
            </a:ln>
            <a:effectLst>
              <a:outerShdw blurRad="215900" dist="38100" sx="101000" sy="101000" algn="l" rotWithShape="0">
                <a:schemeClr val="tx1">
                  <a:lumMod val="65000"/>
                  <a:lumOff val="35000"/>
                  <a:alpha val="35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405DAC1A-9BF8-460E-8D8B-77BFB6B27FF9}"/>
                </a:ext>
              </a:extLst>
            </p:cNvPr>
            <p:cNvSpPr/>
            <p:nvPr/>
          </p:nvSpPr>
          <p:spPr>
            <a:xfrm>
              <a:off x="10661331" y="2337441"/>
              <a:ext cx="999265" cy="2360918"/>
            </a:xfrm>
            <a:custGeom>
              <a:avLst/>
              <a:gdLst>
                <a:gd name="connsiteX0" fmla="*/ 1168400 w 1168400"/>
                <a:gd name="connsiteY0" fmla="*/ 0 h 2360918"/>
                <a:gd name="connsiteX1" fmla="*/ 1168400 w 1168400"/>
                <a:gd name="connsiteY1" fmla="*/ 2360918 h 2360918"/>
                <a:gd name="connsiteX2" fmla="*/ 1060340 w 1168400"/>
                <a:gd name="connsiteY2" fmla="*/ 2355461 h 2360918"/>
                <a:gd name="connsiteX3" fmla="*/ 0 w 1168400"/>
                <a:gd name="connsiteY3" fmla="*/ 1180459 h 2360918"/>
                <a:gd name="connsiteX4" fmla="*/ 1060340 w 1168400"/>
                <a:gd name="connsiteY4" fmla="*/ 5457 h 2360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68400" h="2360918">
                  <a:moveTo>
                    <a:pt x="1168400" y="0"/>
                  </a:moveTo>
                  <a:lnTo>
                    <a:pt x="1168400" y="2360918"/>
                  </a:lnTo>
                  <a:lnTo>
                    <a:pt x="1060340" y="2355461"/>
                  </a:lnTo>
                  <a:cubicBezTo>
                    <a:pt x="464762" y="2294977"/>
                    <a:pt x="0" y="1791994"/>
                    <a:pt x="0" y="1180459"/>
                  </a:cubicBezTo>
                  <a:cubicBezTo>
                    <a:pt x="0" y="568924"/>
                    <a:pt x="464762" y="65941"/>
                    <a:pt x="1060340" y="5457"/>
                  </a:cubicBezTo>
                  <a:close/>
                </a:path>
              </a:pathLst>
            </a:custGeom>
            <a:solidFill>
              <a:srgbClr val="52CD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90DCA374-CD21-448B-8791-8A04A9A9A552}"/>
                </a:ext>
              </a:extLst>
            </p:cNvPr>
            <p:cNvSpPr txBox="1"/>
            <p:nvPr/>
          </p:nvSpPr>
          <p:spPr>
            <a:xfrm rot="16200000">
              <a:off x="10341391" y="3259720"/>
              <a:ext cx="199208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 err="1">
                  <a:solidFill>
                    <a:srgbClr val="F0EEF0"/>
                  </a:solidFill>
                  <a:latin typeface="Tw Cen MT" panose="020B0602020104020603" pitchFamily="34" charset="0"/>
                </a:rPr>
                <a:t>Identifikasi</a:t>
              </a:r>
              <a:r>
                <a:rPr lang="en-US" sz="1600" b="1" dirty="0">
                  <a:solidFill>
                    <a:srgbClr val="F0EEF0"/>
                  </a:solidFill>
                  <a:latin typeface="Tw Cen MT" panose="020B0602020104020603" pitchFamily="34" charset="0"/>
                </a:rPr>
                <a:t> </a:t>
              </a:r>
              <a:r>
                <a:rPr lang="en-US" sz="1600" b="1" dirty="0" err="1">
                  <a:solidFill>
                    <a:srgbClr val="F0EEF0"/>
                  </a:solidFill>
                  <a:latin typeface="Tw Cen MT" panose="020B0602020104020603" pitchFamily="34" charset="0"/>
                </a:rPr>
                <a:t>Masalah</a:t>
              </a:r>
              <a:endParaRPr lang="en-US" sz="1600" b="1" dirty="0">
                <a:solidFill>
                  <a:srgbClr val="F0EEF0"/>
                </a:solidFill>
                <a:latin typeface="Tw Cen MT" panose="020B0602020104020603" pitchFamily="34" charset="0"/>
              </a:endParaRPr>
            </a:p>
          </p:txBody>
        </p:sp>
        <p:pic>
          <p:nvPicPr>
            <p:cNvPr id="42" name="Picture 41">
              <a:extLst>
                <a:ext uri="{FF2B5EF4-FFF2-40B4-BE49-F238E27FC236}">
                  <a16:creationId xmlns:a16="http://schemas.microsoft.com/office/drawing/2014/main" id="{83A620A7-5483-4447-9670-0F8D67F3627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10658085" y="3247473"/>
              <a:ext cx="530600" cy="530600"/>
            </a:xfrm>
            <a:prstGeom prst="rect">
              <a:avLst/>
            </a:prstGeom>
          </p:spPr>
        </p:pic>
      </p:grpSp>
      <p:sp>
        <p:nvSpPr>
          <p:cNvPr id="84" name="Rectangle 83">
            <a:extLst>
              <a:ext uri="{FF2B5EF4-FFF2-40B4-BE49-F238E27FC236}">
                <a16:creationId xmlns:a16="http://schemas.microsoft.com/office/drawing/2014/main" id="{3C6BBB46-3AAE-49B1-8F56-3535CC357FEB}"/>
              </a:ext>
            </a:extLst>
          </p:cNvPr>
          <p:cNvSpPr/>
          <p:nvPr/>
        </p:nvSpPr>
        <p:spPr>
          <a:xfrm>
            <a:off x="-7962177" y="-1"/>
            <a:ext cx="5781368" cy="6858000"/>
          </a:xfrm>
          <a:prstGeom prst="rect">
            <a:avLst/>
          </a:prstGeom>
          <a:solidFill>
            <a:srgbClr val="F0EEF0"/>
          </a:solidFill>
          <a:ln>
            <a:noFill/>
          </a:ln>
          <a:effectLst>
            <a:outerShdw blurRad="215900" dist="38100" sx="101000" sy="101000" algn="l" rotWithShape="0">
              <a:schemeClr val="tx1">
                <a:lumMod val="65000"/>
                <a:lumOff val="35000"/>
                <a:alpha val="3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AE5E6693-B9D1-4ED4-BBEF-303C664E2902}"/>
              </a:ext>
            </a:extLst>
          </p:cNvPr>
          <p:cNvCxnSpPr/>
          <p:nvPr/>
        </p:nvCxnSpPr>
        <p:spPr>
          <a:xfrm>
            <a:off x="3850016" y="3623253"/>
            <a:ext cx="1966913" cy="0"/>
          </a:xfrm>
          <a:prstGeom prst="line">
            <a:avLst/>
          </a:prstGeom>
          <a:ln w="28575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93B1F077-B004-40F4-B832-4938E4CC9B06}"/>
              </a:ext>
            </a:extLst>
          </p:cNvPr>
          <p:cNvCxnSpPr/>
          <p:nvPr/>
        </p:nvCxnSpPr>
        <p:spPr>
          <a:xfrm>
            <a:off x="5997735" y="3623253"/>
            <a:ext cx="1966913" cy="0"/>
          </a:xfrm>
          <a:prstGeom prst="line">
            <a:avLst/>
          </a:prstGeom>
          <a:ln w="28575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30C092F7-E294-42E9-9CCA-9CC6895B24E6}"/>
              </a:ext>
            </a:extLst>
          </p:cNvPr>
          <p:cNvSpPr txBox="1"/>
          <p:nvPr/>
        </p:nvSpPr>
        <p:spPr>
          <a:xfrm>
            <a:off x="2594536" y="4142156"/>
            <a:ext cx="22890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Tw Cen MT" panose="020B0602020104020603" pitchFamily="34" charset="0"/>
                <a:ea typeface="Times New Roman" panose="02020603050405020304" pitchFamily="18" charset="0"/>
              </a:rPr>
              <a:t>Fasilitas</a:t>
            </a:r>
            <a:r>
              <a:rPr lang="en-US" sz="180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Tw Cen MT" panose="020B0602020104020603" pitchFamily="34" charset="0"/>
                <a:ea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Tw Cen MT" panose="020B0602020104020603" pitchFamily="34" charset="0"/>
                <a:ea typeface="Times New Roman" panose="02020603050405020304" pitchFamily="18" charset="0"/>
              </a:rPr>
              <a:t>Pendukung</a:t>
            </a:r>
            <a:r>
              <a:rPr lang="en-US" sz="180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Tw Cen MT" panose="020B0602020104020603" pitchFamily="34" charset="0"/>
                <a:ea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Tw Cen MT" panose="020B0602020104020603" pitchFamily="34" charset="0"/>
                <a:ea typeface="Times New Roman" panose="02020603050405020304" pitchFamily="18" charset="0"/>
              </a:rPr>
              <a:t>Pembelajaran</a:t>
            </a:r>
            <a:r>
              <a:rPr lang="en-US" sz="180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Tw Cen MT" panose="020B0602020104020603" pitchFamily="34" charset="0"/>
                <a:ea typeface="Times New Roman" panose="02020603050405020304" pitchFamily="18" charset="0"/>
              </a:rPr>
              <a:t> Daring</a:t>
            </a:r>
            <a:endParaRPr lang="en-US" b="1" dirty="0">
              <a:solidFill>
                <a:schemeClr val="tx1">
                  <a:lumMod val="85000"/>
                  <a:lumOff val="15000"/>
                </a:schemeClr>
              </a:solidFill>
              <a:latin typeface="Tw Cen MT" panose="020B0602020104020603" pitchFamily="34" charset="0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F1CA300-3552-45F9-8CC2-2FE94B9F46B4}"/>
              </a:ext>
            </a:extLst>
          </p:cNvPr>
          <p:cNvSpPr txBox="1"/>
          <p:nvPr/>
        </p:nvSpPr>
        <p:spPr>
          <a:xfrm>
            <a:off x="2594536" y="3709155"/>
            <a:ext cx="22890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5969"/>
                </a:solidFill>
                <a:latin typeface="Tw Cen MT" panose="020B0602020104020603" pitchFamily="34" charset="0"/>
              </a:rPr>
              <a:t>1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9FA5B31-CC22-4828-81BB-108974CBC5B1}"/>
              </a:ext>
            </a:extLst>
          </p:cNvPr>
          <p:cNvSpPr txBox="1"/>
          <p:nvPr/>
        </p:nvSpPr>
        <p:spPr>
          <a:xfrm>
            <a:off x="4783446" y="4142156"/>
            <a:ext cx="22890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Tw Cen MT" panose="020B0602020104020603" pitchFamily="34" charset="0"/>
                <a:ea typeface="Times New Roman" panose="02020603050405020304" pitchFamily="18" charset="0"/>
              </a:rPr>
              <a:t>Video Conference </a:t>
            </a:r>
            <a:r>
              <a:rPr lang="en-US" sz="1800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Tw Cen MT" panose="020B0602020104020603" pitchFamily="34" charset="0"/>
                <a:ea typeface="Times New Roman" panose="02020603050405020304" pitchFamily="18" charset="0"/>
              </a:rPr>
              <a:t>Komersial</a:t>
            </a:r>
            <a:endParaRPr lang="en-US" b="1" dirty="0">
              <a:solidFill>
                <a:schemeClr val="tx1">
                  <a:lumMod val="85000"/>
                  <a:lumOff val="15000"/>
                </a:schemeClr>
              </a:solidFill>
              <a:latin typeface="Tw Cen MT" panose="020B0602020104020603" pitchFamily="34" charset="0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5343A5F-6D74-4049-B77F-C819CFF7A969}"/>
              </a:ext>
            </a:extLst>
          </p:cNvPr>
          <p:cNvSpPr txBox="1"/>
          <p:nvPr/>
        </p:nvSpPr>
        <p:spPr>
          <a:xfrm>
            <a:off x="4783446" y="3709155"/>
            <a:ext cx="22890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52CBBE"/>
                </a:solidFill>
                <a:latin typeface="Tw Cen MT" panose="020B0602020104020603" pitchFamily="34" charset="0"/>
              </a:rPr>
              <a:t>3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1C98C57F-7593-4997-889A-0BF6C2751BC2}"/>
              </a:ext>
            </a:extLst>
          </p:cNvPr>
          <p:cNvSpPr txBox="1"/>
          <p:nvPr/>
        </p:nvSpPr>
        <p:spPr>
          <a:xfrm>
            <a:off x="6912585" y="4142156"/>
            <a:ext cx="22890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Tw Cen MT" panose="020B0602020104020603" pitchFamily="34" charset="0"/>
                <a:ea typeface="Times New Roman" panose="02020603050405020304" pitchFamily="18" charset="0"/>
              </a:rPr>
              <a:t>Manajemen</a:t>
            </a:r>
            <a:r>
              <a:rPr lang="en-US" sz="180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Tw Cen MT" panose="020B0602020104020603" pitchFamily="34" charset="0"/>
                <a:ea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Tw Cen MT" panose="020B0602020104020603" pitchFamily="34" charset="0"/>
                <a:ea typeface="Times New Roman" panose="02020603050405020304" pitchFamily="18" charset="0"/>
              </a:rPr>
              <a:t>Berkas</a:t>
            </a:r>
            <a:endParaRPr lang="en-US" b="1" dirty="0">
              <a:solidFill>
                <a:schemeClr val="tx1">
                  <a:lumMod val="85000"/>
                  <a:lumOff val="15000"/>
                </a:schemeClr>
              </a:solidFill>
              <a:latin typeface="Tw Cen MT" panose="020B0602020104020603" pitchFamily="34" charset="0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D26852A0-8FCE-449A-90A7-25E5705A0625}"/>
              </a:ext>
            </a:extLst>
          </p:cNvPr>
          <p:cNvSpPr txBox="1"/>
          <p:nvPr/>
        </p:nvSpPr>
        <p:spPr>
          <a:xfrm>
            <a:off x="6912585" y="3709155"/>
            <a:ext cx="22890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EC630"/>
                </a:solidFill>
                <a:latin typeface="Tw Cen MT" panose="020B0602020104020603" pitchFamily="34" charset="0"/>
              </a:rPr>
              <a:t>3</a:t>
            </a:r>
          </a:p>
        </p:txBody>
      </p:sp>
      <p:grpSp>
        <p:nvGrpSpPr>
          <p:cNvPr id="77" name="Group 76">
            <a:extLst>
              <a:ext uri="{FF2B5EF4-FFF2-40B4-BE49-F238E27FC236}">
                <a16:creationId xmlns:a16="http://schemas.microsoft.com/office/drawing/2014/main" id="{8F82A200-3A06-499F-9E6A-761899292C91}"/>
              </a:ext>
            </a:extLst>
          </p:cNvPr>
          <p:cNvGrpSpPr/>
          <p:nvPr/>
        </p:nvGrpSpPr>
        <p:grpSpPr>
          <a:xfrm>
            <a:off x="3101220" y="1755914"/>
            <a:ext cx="1275682" cy="1275682"/>
            <a:chOff x="3063120" y="1755914"/>
            <a:chExt cx="1275682" cy="1275682"/>
          </a:xfrm>
        </p:grpSpPr>
        <p:sp>
          <p:nvSpPr>
            <p:cNvPr id="78" name="Teardrop 77">
              <a:extLst>
                <a:ext uri="{FF2B5EF4-FFF2-40B4-BE49-F238E27FC236}">
                  <a16:creationId xmlns:a16="http://schemas.microsoft.com/office/drawing/2014/main" id="{E98DCD5D-E7AC-4807-8C71-0405E311A37C}"/>
                </a:ext>
              </a:extLst>
            </p:cNvPr>
            <p:cNvSpPr/>
            <p:nvPr/>
          </p:nvSpPr>
          <p:spPr>
            <a:xfrm rot="8100000">
              <a:off x="3063120" y="1755914"/>
              <a:ext cx="1275682" cy="1275682"/>
            </a:xfrm>
            <a:prstGeom prst="teardrop">
              <a:avLst>
                <a:gd name="adj" fmla="val 109962"/>
              </a:avLst>
            </a:prstGeom>
            <a:solidFill>
              <a:srgbClr val="FF596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9" name="Oval 78">
              <a:extLst>
                <a:ext uri="{FF2B5EF4-FFF2-40B4-BE49-F238E27FC236}">
                  <a16:creationId xmlns:a16="http://schemas.microsoft.com/office/drawing/2014/main" id="{5C3F1904-7912-4897-945F-D9D07004DC3B}"/>
                </a:ext>
              </a:extLst>
            </p:cNvPr>
            <p:cNvSpPr/>
            <p:nvPr/>
          </p:nvSpPr>
          <p:spPr>
            <a:xfrm>
              <a:off x="3257469" y="1948912"/>
              <a:ext cx="889686" cy="889686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80" name="Picture 79">
              <a:extLst>
                <a:ext uri="{FF2B5EF4-FFF2-40B4-BE49-F238E27FC236}">
                  <a16:creationId xmlns:a16="http://schemas.microsoft.com/office/drawing/2014/main" id="{31593FD0-64A3-4D81-ABAD-CAD7832F8E3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86696" y="2066644"/>
              <a:ext cx="627392" cy="627390"/>
            </a:xfrm>
            <a:prstGeom prst="rect">
              <a:avLst/>
            </a:prstGeom>
          </p:spPr>
        </p:pic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9CEF97A3-5525-4B23-8ED3-DE52D18C6AC9}"/>
              </a:ext>
            </a:extLst>
          </p:cNvPr>
          <p:cNvGrpSpPr/>
          <p:nvPr/>
        </p:nvGrpSpPr>
        <p:grpSpPr>
          <a:xfrm>
            <a:off x="5280540" y="1755914"/>
            <a:ext cx="1275682" cy="1275682"/>
            <a:chOff x="5242440" y="1755914"/>
            <a:chExt cx="1275682" cy="1275682"/>
          </a:xfrm>
        </p:grpSpPr>
        <p:sp>
          <p:nvSpPr>
            <p:cNvPr id="111" name="Teardrop 110">
              <a:extLst>
                <a:ext uri="{FF2B5EF4-FFF2-40B4-BE49-F238E27FC236}">
                  <a16:creationId xmlns:a16="http://schemas.microsoft.com/office/drawing/2014/main" id="{50BC144A-C56B-402B-A40E-D588FAD19B40}"/>
                </a:ext>
              </a:extLst>
            </p:cNvPr>
            <p:cNvSpPr/>
            <p:nvPr/>
          </p:nvSpPr>
          <p:spPr>
            <a:xfrm rot="8100000">
              <a:off x="5242440" y="1755914"/>
              <a:ext cx="1275682" cy="1275682"/>
            </a:xfrm>
            <a:prstGeom prst="teardrop">
              <a:avLst>
                <a:gd name="adj" fmla="val 109962"/>
              </a:avLst>
            </a:prstGeom>
            <a:solidFill>
              <a:srgbClr val="52CBB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2" name="Oval 111">
              <a:extLst>
                <a:ext uri="{FF2B5EF4-FFF2-40B4-BE49-F238E27FC236}">
                  <a16:creationId xmlns:a16="http://schemas.microsoft.com/office/drawing/2014/main" id="{53982AC9-F3CB-4E50-ABB4-803298B4C9F4}"/>
                </a:ext>
              </a:extLst>
            </p:cNvPr>
            <p:cNvSpPr/>
            <p:nvPr/>
          </p:nvSpPr>
          <p:spPr>
            <a:xfrm>
              <a:off x="5436789" y="1948912"/>
              <a:ext cx="889686" cy="889686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13" name="Picture 112">
              <a:extLst>
                <a:ext uri="{FF2B5EF4-FFF2-40B4-BE49-F238E27FC236}">
                  <a16:creationId xmlns:a16="http://schemas.microsoft.com/office/drawing/2014/main" id="{0904263C-8FFC-4242-9EB2-D4E0F099987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65681" y="2061164"/>
              <a:ext cx="659146" cy="659144"/>
            </a:xfrm>
            <a:prstGeom prst="rect">
              <a:avLst/>
            </a:prstGeom>
          </p:spPr>
        </p:pic>
      </p:grpSp>
      <p:grpSp>
        <p:nvGrpSpPr>
          <p:cNvPr id="123" name="Group 122">
            <a:extLst>
              <a:ext uri="{FF2B5EF4-FFF2-40B4-BE49-F238E27FC236}">
                <a16:creationId xmlns:a16="http://schemas.microsoft.com/office/drawing/2014/main" id="{CA1627D3-08B8-4852-B618-C7C4D2638F26}"/>
              </a:ext>
            </a:extLst>
          </p:cNvPr>
          <p:cNvGrpSpPr/>
          <p:nvPr/>
        </p:nvGrpSpPr>
        <p:grpSpPr>
          <a:xfrm>
            <a:off x="7391281" y="1755914"/>
            <a:ext cx="1275682" cy="1275682"/>
            <a:chOff x="7353181" y="1755914"/>
            <a:chExt cx="1275682" cy="1275682"/>
          </a:xfrm>
        </p:grpSpPr>
        <p:sp>
          <p:nvSpPr>
            <p:cNvPr id="124" name="Teardrop 123">
              <a:extLst>
                <a:ext uri="{FF2B5EF4-FFF2-40B4-BE49-F238E27FC236}">
                  <a16:creationId xmlns:a16="http://schemas.microsoft.com/office/drawing/2014/main" id="{8A6CD21D-9341-40F1-A5BD-1CA0BB52C9C6}"/>
                </a:ext>
              </a:extLst>
            </p:cNvPr>
            <p:cNvSpPr/>
            <p:nvPr/>
          </p:nvSpPr>
          <p:spPr>
            <a:xfrm rot="8100000">
              <a:off x="7353181" y="1755914"/>
              <a:ext cx="1275682" cy="1275682"/>
            </a:xfrm>
            <a:prstGeom prst="teardrop">
              <a:avLst>
                <a:gd name="adj" fmla="val 109962"/>
              </a:avLst>
            </a:prstGeom>
            <a:solidFill>
              <a:srgbClr val="FEC63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5" name="Oval 124">
              <a:extLst>
                <a:ext uri="{FF2B5EF4-FFF2-40B4-BE49-F238E27FC236}">
                  <a16:creationId xmlns:a16="http://schemas.microsoft.com/office/drawing/2014/main" id="{3AAB7DD9-4074-409E-89C9-CAD58944A04F}"/>
                </a:ext>
              </a:extLst>
            </p:cNvPr>
            <p:cNvSpPr/>
            <p:nvPr/>
          </p:nvSpPr>
          <p:spPr>
            <a:xfrm>
              <a:off x="7547530" y="1948912"/>
              <a:ext cx="889686" cy="889686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26" name="Picture 125">
              <a:extLst>
                <a:ext uri="{FF2B5EF4-FFF2-40B4-BE49-F238E27FC236}">
                  <a16:creationId xmlns:a16="http://schemas.microsoft.com/office/drawing/2014/main" id="{39516112-622F-4EC9-8E36-5AACED5D521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8666" y="2048456"/>
              <a:ext cx="684562" cy="684560"/>
            </a:xfrm>
            <a:prstGeom prst="rect">
              <a:avLst/>
            </a:prstGeom>
          </p:spPr>
        </p:pic>
      </p:grpSp>
      <p:grpSp>
        <p:nvGrpSpPr>
          <p:cNvPr id="127" name="Group 126">
            <a:extLst>
              <a:ext uri="{FF2B5EF4-FFF2-40B4-BE49-F238E27FC236}">
                <a16:creationId xmlns:a16="http://schemas.microsoft.com/office/drawing/2014/main" id="{9D6568B3-A658-40E5-9108-FD55FD6780FD}"/>
              </a:ext>
            </a:extLst>
          </p:cNvPr>
          <p:cNvGrpSpPr/>
          <p:nvPr/>
        </p:nvGrpSpPr>
        <p:grpSpPr>
          <a:xfrm>
            <a:off x="3638922" y="3517706"/>
            <a:ext cx="211094" cy="211094"/>
            <a:chOff x="1677812" y="4248152"/>
            <a:chExt cx="211094" cy="211094"/>
          </a:xfrm>
        </p:grpSpPr>
        <p:sp>
          <p:nvSpPr>
            <p:cNvPr id="128" name="Oval 127">
              <a:extLst>
                <a:ext uri="{FF2B5EF4-FFF2-40B4-BE49-F238E27FC236}">
                  <a16:creationId xmlns:a16="http://schemas.microsoft.com/office/drawing/2014/main" id="{A0F41BC5-538A-436D-96CE-5BF186A1B9C0}"/>
                </a:ext>
              </a:extLst>
            </p:cNvPr>
            <p:cNvSpPr/>
            <p:nvPr/>
          </p:nvSpPr>
          <p:spPr>
            <a:xfrm>
              <a:off x="1677812" y="4248152"/>
              <a:ext cx="211094" cy="211094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9" name="Oval 128">
              <a:extLst>
                <a:ext uri="{FF2B5EF4-FFF2-40B4-BE49-F238E27FC236}">
                  <a16:creationId xmlns:a16="http://schemas.microsoft.com/office/drawing/2014/main" id="{0C82E18B-6211-4E0E-B341-A375BF21C638}"/>
                </a:ext>
              </a:extLst>
            </p:cNvPr>
            <p:cNvSpPr/>
            <p:nvPr/>
          </p:nvSpPr>
          <p:spPr>
            <a:xfrm>
              <a:off x="1708100" y="4278440"/>
              <a:ext cx="150518" cy="150518"/>
            </a:xfrm>
            <a:prstGeom prst="ellipse">
              <a:avLst/>
            </a:prstGeom>
            <a:solidFill>
              <a:srgbClr val="FF596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30" name="Group 129">
            <a:extLst>
              <a:ext uri="{FF2B5EF4-FFF2-40B4-BE49-F238E27FC236}">
                <a16:creationId xmlns:a16="http://schemas.microsoft.com/office/drawing/2014/main" id="{3CA914DC-85F2-4FF9-8B35-B754D0496A9F}"/>
              </a:ext>
            </a:extLst>
          </p:cNvPr>
          <p:cNvGrpSpPr/>
          <p:nvPr/>
        </p:nvGrpSpPr>
        <p:grpSpPr>
          <a:xfrm>
            <a:off x="5816929" y="3517706"/>
            <a:ext cx="211094" cy="211094"/>
            <a:chOff x="3855819" y="4248152"/>
            <a:chExt cx="211094" cy="211094"/>
          </a:xfrm>
        </p:grpSpPr>
        <p:sp>
          <p:nvSpPr>
            <p:cNvPr id="131" name="Oval 130">
              <a:extLst>
                <a:ext uri="{FF2B5EF4-FFF2-40B4-BE49-F238E27FC236}">
                  <a16:creationId xmlns:a16="http://schemas.microsoft.com/office/drawing/2014/main" id="{37925582-D117-410B-AB01-22C2051F3E1B}"/>
                </a:ext>
              </a:extLst>
            </p:cNvPr>
            <p:cNvSpPr/>
            <p:nvPr/>
          </p:nvSpPr>
          <p:spPr>
            <a:xfrm>
              <a:off x="3855819" y="4248152"/>
              <a:ext cx="211094" cy="211094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2" name="Oval 131">
              <a:extLst>
                <a:ext uri="{FF2B5EF4-FFF2-40B4-BE49-F238E27FC236}">
                  <a16:creationId xmlns:a16="http://schemas.microsoft.com/office/drawing/2014/main" id="{EECA96D8-E406-4AB4-A7AF-C0969311312E}"/>
                </a:ext>
              </a:extLst>
            </p:cNvPr>
            <p:cNvSpPr/>
            <p:nvPr/>
          </p:nvSpPr>
          <p:spPr>
            <a:xfrm>
              <a:off x="3886107" y="4278440"/>
              <a:ext cx="150518" cy="150518"/>
            </a:xfrm>
            <a:prstGeom prst="ellipse">
              <a:avLst/>
            </a:prstGeom>
            <a:solidFill>
              <a:srgbClr val="52CBB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33" name="Group 132">
            <a:extLst>
              <a:ext uri="{FF2B5EF4-FFF2-40B4-BE49-F238E27FC236}">
                <a16:creationId xmlns:a16="http://schemas.microsoft.com/office/drawing/2014/main" id="{32D488C7-993A-4046-84D5-C5C1D3921994}"/>
              </a:ext>
            </a:extLst>
          </p:cNvPr>
          <p:cNvGrpSpPr/>
          <p:nvPr/>
        </p:nvGrpSpPr>
        <p:grpSpPr>
          <a:xfrm>
            <a:off x="7934360" y="3517706"/>
            <a:ext cx="211094" cy="211094"/>
            <a:chOff x="5973250" y="4248152"/>
            <a:chExt cx="211094" cy="211094"/>
          </a:xfrm>
        </p:grpSpPr>
        <p:sp>
          <p:nvSpPr>
            <p:cNvPr id="134" name="Oval 133">
              <a:extLst>
                <a:ext uri="{FF2B5EF4-FFF2-40B4-BE49-F238E27FC236}">
                  <a16:creationId xmlns:a16="http://schemas.microsoft.com/office/drawing/2014/main" id="{1BD518F5-B2EA-4A0C-8251-81B075518DC4}"/>
                </a:ext>
              </a:extLst>
            </p:cNvPr>
            <p:cNvSpPr/>
            <p:nvPr/>
          </p:nvSpPr>
          <p:spPr>
            <a:xfrm>
              <a:off x="5973250" y="4248152"/>
              <a:ext cx="211094" cy="211094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5" name="Oval 134">
              <a:extLst>
                <a:ext uri="{FF2B5EF4-FFF2-40B4-BE49-F238E27FC236}">
                  <a16:creationId xmlns:a16="http://schemas.microsoft.com/office/drawing/2014/main" id="{1F5C5634-ECA4-4D92-B617-58C5C2D48A63}"/>
                </a:ext>
              </a:extLst>
            </p:cNvPr>
            <p:cNvSpPr/>
            <p:nvPr/>
          </p:nvSpPr>
          <p:spPr>
            <a:xfrm>
              <a:off x="6003538" y="4278440"/>
              <a:ext cx="150518" cy="150518"/>
            </a:xfrm>
            <a:prstGeom prst="ellipse">
              <a:avLst/>
            </a:prstGeom>
            <a:solidFill>
              <a:srgbClr val="FEC63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5" name="Group 144">
            <a:extLst>
              <a:ext uri="{FF2B5EF4-FFF2-40B4-BE49-F238E27FC236}">
                <a16:creationId xmlns:a16="http://schemas.microsoft.com/office/drawing/2014/main" id="{BF8EBA3D-452D-47CD-B904-0B23290B33D1}"/>
              </a:ext>
            </a:extLst>
          </p:cNvPr>
          <p:cNvGrpSpPr/>
          <p:nvPr/>
        </p:nvGrpSpPr>
        <p:grpSpPr>
          <a:xfrm>
            <a:off x="1496411" y="0"/>
            <a:ext cx="9961092" cy="6858000"/>
            <a:chOff x="491575" y="0"/>
            <a:chExt cx="9961092" cy="6858000"/>
          </a:xfrm>
        </p:grpSpPr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BEF50569-12D0-443A-A8E7-A819E72B4F7B}"/>
                </a:ext>
              </a:extLst>
            </p:cNvPr>
            <p:cNvSpPr/>
            <p:nvPr/>
          </p:nvSpPr>
          <p:spPr>
            <a:xfrm>
              <a:off x="491575" y="0"/>
              <a:ext cx="9961092" cy="6858000"/>
            </a:xfrm>
            <a:prstGeom prst="rect">
              <a:avLst/>
            </a:prstGeom>
            <a:solidFill>
              <a:srgbClr val="F0EEF0"/>
            </a:solidFill>
            <a:ln>
              <a:noFill/>
            </a:ln>
            <a:effectLst>
              <a:outerShdw blurRad="215900" dist="38100" sx="101000" sy="101000" algn="l" rotWithShape="0">
                <a:schemeClr val="tx1">
                  <a:lumMod val="65000"/>
                  <a:lumOff val="35000"/>
                  <a:alpha val="35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32659E1F-B511-4620-BC32-708DD10CBC18}"/>
                </a:ext>
              </a:extLst>
            </p:cNvPr>
            <p:cNvSpPr/>
            <p:nvPr/>
          </p:nvSpPr>
          <p:spPr>
            <a:xfrm>
              <a:off x="9284267" y="2337440"/>
              <a:ext cx="1168400" cy="2360918"/>
            </a:xfrm>
            <a:custGeom>
              <a:avLst/>
              <a:gdLst>
                <a:gd name="connsiteX0" fmla="*/ 1168400 w 1168400"/>
                <a:gd name="connsiteY0" fmla="*/ 0 h 2360918"/>
                <a:gd name="connsiteX1" fmla="*/ 1168400 w 1168400"/>
                <a:gd name="connsiteY1" fmla="*/ 2360918 h 2360918"/>
                <a:gd name="connsiteX2" fmla="*/ 1060340 w 1168400"/>
                <a:gd name="connsiteY2" fmla="*/ 2355461 h 2360918"/>
                <a:gd name="connsiteX3" fmla="*/ 0 w 1168400"/>
                <a:gd name="connsiteY3" fmla="*/ 1180459 h 2360918"/>
                <a:gd name="connsiteX4" fmla="*/ 1060340 w 1168400"/>
                <a:gd name="connsiteY4" fmla="*/ 5457 h 2360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68400" h="2360918">
                  <a:moveTo>
                    <a:pt x="1168400" y="0"/>
                  </a:moveTo>
                  <a:lnTo>
                    <a:pt x="1168400" y="2360918"/>
                  </a:lnTo>
                  <a:lnTo>
                    <a:pt x="1060340" y="2355461"/>
                  </a:lnTo>
                  <a:cubicBezTo>
                    <a:pt x="464762" y="2294977"/>
                    <a:pt x="0" y="1791994"/>
                    <a:pt x="0" y="1180459"/>
                  </a:cubicBezTo>
                  <a:cubicBezTo>
                    <a:pt x="0" y="568924"/>
                    <a:pt x="464762" y="65941"/>
                    <a:pt x="1060340" y="5457"/>
                  </a:cubicBezTo>
                  <a:close/>
                </a:path>
              </a:pathLst>
            </a:custGeom>
            <a:solidFill>
              <a:srgbClr val="FFC73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8" name="TextBox 147">
              <a:extLst>
                <a:ext uri="{FF2B5EF4-FFF2-40B4-BE49-F238E27FC236}">
                  <a16:creationId xmlns:a16="http://schemas.microsoft.com/office/drawing/2014/main" id="{D75E0FF4-DD95-4374-A96E-74902F41406D}"/>
                </a:ext>
              </a:extLst>
            </p:cNvPr>
            <p:cNvSpPr txBox="1"/>
            <p:nvPr/>
          </p:nvSpPr>
          <p:spPr>
            <a:xfrm rot="16200000">
              <a:off x="9117129" y="3328109"/>
              <a:ext cx="199208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rgbClr val="F0EEF0"/>
                  </a:solidFill>
                  <a:latin typeface="Tw Cen MT" panose="020B0602020104020603" pitchFamily="34" charset="0"/>
                </a:rPr>
                <a:t>Batasan </a:t>
              </a:r>
              <a:r>
                <a:rPr lang="en-US" b="1" dirty="0" err="1">
                  <a:solidFill>
                    <a:srgbClr val="F0EEF0"/>
                  </a:solidFill>
                  <a:latin typeface="Tw Cen MT" panose="020B0602020104020603" pitchFamily="34" charset="0"/>
                </a:rPr>
                <a:t>Masalah</a:t>
              </a:r>
              <a:endParaRPr lang="en-US" b="1" dirty="0">
                <a:solidFill>
                  <a:srgbClr val="F0EEF0"/>
                </a:solidFill>
                <a:latin typeface="Tw Cen MT" panose="020B0602020104020603" pitchFamily="34" charset="0"/>
              </a:endParaRPr>
            </a:p>
          </p:txBody>
        </p:sp>
        <p:pic>
          <p:nvPicPr>
            <p:cNvPr id="149" name="Picture 148">
              <a:extLst>
                <a:ext uri="{FF2B5EF4-FFF2-40B4-BE49-F238E27FC236}">
                  <a16:creationId xmlns:a16="http://schemas.microsoft.com/office/drawing/2014/main" id="{13B43634-15E2-4DD3-86FC-8718B1C8F7C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9385467" y="3247473"/>
              <a:ext cx="530600" cy="530600"/>
            </a:xfrm>
            <a:prstGeom prst="rect">
              <a:avLst/>
            </a:prstGeom>
          </p:spPr>
        </p:pic>
      </p:grpSp>
      <p:grpSp>
        <p:nvGrpSpPr>
          <p:cNvPr id="150" name="Group 149">
            <a:extLst>
              <a:ext uri="{FF2B5EF4-FFF2-40B4-BE49-F238E27FC236}">
                <a16:creationId xmlns:a16="http://schemas.microsoft.com/office/drawing/2014/main" id="{59CDFFC8-1070-4F56-90DB-02B9C56598D7}"/>
              </a:ext>
            </a:extLst>
          </p:cNvPr>
          <p:cNvGrpSpPr/>
          <p:nvPr/>
        </p:nvGrpSpPr>
        <p:grpSpPr>
          <a:xfrm>
            <a:off x="1387418" y="0"/>
            <a:ext cx="9574094" cy="6858000"/>
            <a:chOff x="491575" y="0"/>
            <a:chExt cx="9574094" cy="6858000"/>
          </a:xfrm>
        </p:grpSpPr>
        <p:sp>
          <p:nvSpPr>
            <p:cNvPr id="151" name="Rectangle 150">
              <a:extLst>
                <a:ext uri="{FF2B5EF4-FFF2-40B4-BE49-F238E27FC236}">
                  <a16:creationId xmlns:a16="http://schemas.microsoft.com/office/drawing/2014/main" id="{8B3ED22B-75E8-4E51-82D5-B179B14CBCD4}"/>
                </a:ext>
              </a:extLst>
            </p:cNvPr>
            <p:cNvSpPr/>
            <p:nvPr/>
          </p:nvSpPr>
          <p:spPr>
            <a:xfrm>
              <a:off x="491575" y="0"/>
              <a:ext cx="9574094" cy="6858000"/>
            </a:xfrm>
            <a:prstGeom prst="rect">
              <a:avLst/>
            </a:prstGeom>
            <a:solidFill>
              <a:srgbClr val="F0EEF0"/>
            </a:solidFill>
            <a:ln>
              <a:noFill/>
            </a:ln>
            <a:effectLst>
              <a:outerShdw blurRad="215900" dist="38100" sx="101000" sy="101000" algn="l" rotWithShape="0">
                <a:schemeClr val="tx1">
                  <a:lumMod val="65000"/>
                  <a:lumOff val="35000"/>
                  <a:alpha val="35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CA2B3163-CAEF-4C00-B78F-8CCFB7D69F8A}"/>
                </a:ext>
              </a:extLst>
            </p:cNvPr>
            <p:cNvSpPr/>
            <p:nvPr/>
          </p:nvSpPr>
          <p:spPr>
            <a:xfrm>
              <a:off x="8897260" y="2337440"/>
              <a:ext cx="1168400" cy="2360918"/>
            </a:xfrm>
            <a:custGeom>
              <a:avLst/>
              <a:gdLst>
                <a:gd name="connsiteX0" fmla="*/ 1168400 w 1168400"/>
                <a:gd name="connsiteY0" fmla="*/ 0 h 2360918"/>
                <a:gd name="connsiteX1" fmla="*/ 1168400 w 1168400"/>
                <a:gd name="connsiteY1" fmla="*/ 2360918 h 2360918"/>
                <a:gd name="connsiteX2" fmla="*/ 1060340 w 1168400"/>
                <a:gd name="connsiteY2" fmla="*/ 2355461 h 2360918"/>
                <a:gd name="connsiteX3" fmla="*/ 0 w 1168400"/>
                <a:gd name="connsiteY3" fmla="*/ 1180459 h 2360918"/>
                <a:gd name="connsiteX4" fmla="*/ 1060340 w 1168400"/>
                <a:gd name="connsiteY4" fmla="*/ 5457 h 2360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68400" h="2360918">
                  <a:moveTo>
                    <a:pt x="1168400" y="0"/>
                  </a:moveTo>
                  <a:lnTo>
                    <a:pt x="1168400" y="2360918"/>
                  </a:lnTo>
                  <a:lnTo>
                    <a:pt x="1060340" y="2355461"/>
                  </a:lnTo>
                  <a:cubicBezTo>
                    <a:pt x="464762" y="2294977"/>
                    <a:pt x="0" y="1791994"/>
                    <a:pt x="0" y="1180459"/>
                  </a:cubicBezTo>
                  <a:cubicBezTo>
                    <a:pt x="0" y="568924"/>
                    <a:pt x="464762" y="65941"/>
                    <a:pt x="1060340" y="5457"/>
                  </a:cubicBezTo>
                  <a:close/>
                </a:path>
              </a:pathLst>
            </a:custGeom>
            <a:solidFill>
              <a:srgbClr val="5D737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3" name="TextBox 152">
              <a:extLst>
                <a:ext uri="{FF2B5EF4-FFF2-40B4-BE49-F238E27FC236}">
                  <a16:creationId xmlns:a16="http://schemas.microsoft.com/office/drawing/2014/main" id="{6BE980A4-9FF8-447C-AAD8-DB0DE4BAE3F5}"/>
                </a:ext>
              </a:extLst>
            </p:cNvPr>
            <p:cNvSpPr txBox="1"/>
            <p:nvPr/>
          </p:nvSpPr>
          <p:spPr>
            <a:xfrm rot="16200000">
              <a:off x="8746453" y="3328108"/>
              <a:ext cx="199208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 err="1">
                  <a:solidFill>
                    <a:srgbClr val="F0EEF0"/>
                  </a:solidFill>
                  <a:latin typeface="Tw Cen MT" panose="020B0602020104020603" pitchFamily="34" charset="0"/>
                </a:rPr>
                <a:t>Rumusan</a:t>
              </a:r>
              <a:r>
                <a:rPr lang="en-US" b="1" dirty="0">
                  <a:solidFill>
                    <a:srgbClr val="F0EEF0"/>
                  </a:solidFill>
                  <a:latin typeface="Tw Cen MT" panose="020B0602020104020603" pitchFamily="34" charset="0"/>
                </a:rPr>
                <a:t> </a:t>
              </a:r>
              <a:r>
                <a:rPr lang="en-US" b="1" dirty="0" err="1">
                  <a:solidFill>
                    <a:srgbClr val="F0EEF0"/>
                  </a:solidFill>
                  <a:latin typeface="Tw Cen MT" panose="020B0602020104020603" pitchFamily="34" charset="0"/>
                </a:rPr>
                <a:t>Masalah</a:t>
              </a:r>
              <a:endParaRPr lang="en-US" b="1" dirty="0">
                <a:solidFill>
                  <a:srgbClr val="F0EEF0"/>
                </a:solidFill>
                <a:latin typeface="Tw Cen MT" panose="020B0602020104020603" pitchFamily="34" charset="0"/>
              </a:endParaRPr>
            </a:p>
          </p:txBody>
        </p:sp>
        <p:pic>
          <p:nvPicPr>
            <p:cNvPr id="154" name="Picture 153">
              <a:extLst>
                <a:ext uri="{FF2B5EF4-FFF2-40B4-BE49-F238E27FC236}">
                  <a16:creationId xmlns:a16="http://schemas.microsoft.com/office/drawing/2014/main" id="{CC7C8902-130A-42BA-83B9-8B76BFF3984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8992269" y="3247473"/>
              <a:ext cx="530600" cy="530600"/>
            </a:xfrm>
            <a:prstGeom prst="rect">
              <a:avLst/>
            </a:prstGeom>
          </p:spPr>
        </p:pic>
      </p:grpSp>
      <p:grpSp>
        <p:nvGrpSpPr>
          <p:cNvPr id="155" name="Group 154">
            <a:extLst>
              <a:ext uri="{FF2B5EF4-FFF2-40B4-BE49-F238E27FC236}">
                <a16:creationId xmlns:a16="http://schemas.microsoft.com/office/drawing/2014/main" id="{413D7F57-DC06-4DD4-B258-FF8D62457991}"/>
              </a:ext>
            </a:extLst>
          </p:cNvPr>
          <p:cNvGrpSpPr/>
          <p:nvPr/>
        </p:nvGrpSpPr>
        <p:grpSpPr>
          <a:xfrm>
            <a:off x="-7267059" y="-1"/>
            <a:ext cx="8692332" cy="6858000"/>
            <a:chOff x="718505" y="-1"/>
            <a:chExt cx="8692332" cy="6858000"/>
          </a:xfrm>
        </p:grpSpPr>
        <p:sp>
          <p:nvSpPr>
            <p:cNvPr id="156" name="Rectangle 155">
              <a:extLst>
                <a:ext uri="{FF2B5EF4-FFF2-40B4-BE49-F238E27FC236}">
                  <a16:creationId xmlns:a16="http://schemas.microsoft.com/office/drawing/2014/main" id="{0A010B44-F2BA-4BDE-BF22-60FCCA85E1D8}"/>
                </a:ext>
              </a:extLst>
            </p:cNvPr>
            <p:cNvSpPr/>
            <p:nvPr/>
          </p:nvSpPr>
          <p:spPr>
            <a:xfrm>
              <a:off x="718505" y="-1"/>
              <a:ext cx="8692331" cy="6858000"/>
            </a:xfrm>
            <a:prstGeom prst="rect">
              <a:avLst/>
            </a:prstGeom>
            <a:solidFill>
              <a:srgbClr val="F0EEF0"/>
            </a:solidFill>
            <a:ln>
              <a:noFill/>
            </a:ln>
            <a:effectLst>
              <a:outerShdw blurRad="215900" dist="38100" sx="101000" sy="101000" algn="l" rotWithShape="0">
                <a:schemeClr val="tx1">
                  <a:lumMod val="65000"/>
                  <a:lumOff val="35000"/>
                  <a:alpha val="35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7" name="Freeform: Shape 156">
              <a:extLst>
                <a:ext uri="{FF2B5EF4-FFF2-40B4-BE49-F238E27FC236}">
                  <a16:creationId xmlns:a16="http://schemas.microsoft.com/office/drawing/2014/main" id="{3AC48898-A626-4933-9DBE-504CD30DA599}"/>
                </a:ext>
              </a:extLst>
            </p:cNvPr>
            <p:cNvSpPr/>
            <p:nvPr/>
          </p:nvSpPr>
          <p:spPr>
            <a:xfrm>
              <a:off x="8242436" y="2337439"/>
              <a:ext cx="1168400" cy="2360918"/>
            </a:xfrm>
            <a:custGeom>
              <a:avLst/>
              <a:gdLst>
                <a:gd name="connsiteX0" fmla="*/ 1168400 w 1168400"/>
                <a:gd name="connsiteY0" fmla="*/ 0 h 2360918"/>
                <a:gd name="connsiteX1" fmla="*/ 1168400 w 1168400"/>
                <a:gd name="connsiteY1" fmla="*/ 2360918 h 2360918"/>
                <a:gd name="connsiteX2" fmla="*/ 1060340 w 1168400"/>
                <a:gd name="connsiteY2" fmla="*/ 2355461 h 2360918"/>
                <a:gd name="connsiteX3" fmla="*/ 0 w 1168400"/>
                <a:gd name="connsiteY3" fmla="*/ 1180459 h 2360918"/>
                <a:gd name="connsiteX4" fmla="*/ 1060340 w 1168400"/>
                <a:gd name="connsiteY4" fmla="*/ 5457 h 2360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68400" h="2360918">
                  <a:moveTo>
                    <a:pt x="1168400" y="0"/>
                  </a:moveTo>
                  <a:lnTo>
                    <a:pt x="1168400" y="2360918"/>
                  </a:lnTo>
                  <a:lnTo>
                    <a:pt x="1060340" y="2355461"/>
                  </a:lnTo>
                  <a:cubicBezTo>
                    <a:pt x="464762" y="2294977"/>
                    <a:pt x="0" y="1791994"/>
                    <a:pt x="0" y="1180459"/>
                  </a:cubicBezTo>
                  <a:cubicBezTo>
                    <a:pt x="0" y="568924"/>
                    <a:pt x="464762" y="65941"/>
                    <a:pt x="1060340" y="5457"/>
                  </a:cubicBezTo>
                  <a:close/>
                </a:path>
              </a:pathLst>
            </a:cu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8" name="TextBox 157">
              <a:extLst>
                <a:ext uri="{FF2B5EF4-FFF2-40B4-BE49-F238E27FC236}">
                  <a16:creationId xmlns:a16="http://schemas.microsoft.com/office/drawing/2014/main" id="{4D28EC67-A3BA-4ADF-8961-3F5667831832}"/>
                </a:ext>
              </a:extLst>
            </p:cNvPr>
            <p:cNvSpPr txBox="1"/>
            <p:nvPr/>
          </p:nvSpPr>
          <p:spPr>
            <a:xfrm rot="16200000">
              <a:off x="8091629" y="3189608"/>
              <a:ext cx="199208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 err="1">
                  <a:solidFill>
                    <a:srgbClr val="F0EEF0"/>
                  </a:solidFill>
                  <a:latin typeface="Tw Cen MT" panose="020B0602020104020603" pitchFamily="34" charset="0"/>
                </a:rPr>
                <a:t>Tujuan</a:t>
              </a:r>
              <a:r>
                <a:rPr lang="en-US" b="1" dirty="0">
                  <a:solidFill>
                    <a:srgbClr val="F0EEF0"/>
                  </a:solidFill>
                  <a:latin typeface="Tw Cen MT" panose="020B0602020104020603" pitchFamily="34" charset="0"/>
                </a:rPr>
                <a:t> </a:t>
              </a:r>
              <a:r>
                <a:rPr lang="en-US" b="1" dirty="0" err="1">
                  <a:solidFill>
                    <a:srgbClr val="F0EEF0"/>
                  </a:solidFill>
                  <a:latin typeface="Tw Cen MT" panose="020B0602020104020603" pitchFamily="34" charset="0"/>
                </a:rPr>
                <a:t>Perancangan</a:t>
              </a:r>
              <a:endParaRPr lang="en-US" b="1" dirty="0">
                <a:solidFill>
                  <a:srgbClr val="F0EEF0"/>
                </a:solidFill>
                <a:latin typeface="Tw Cen MT" panose="020B0602020104020603" pitchFamily="34" charset="0"/>
              </a:endParaRPr>
            </a:p>
          </p:txBody>
        </p:sp>
        <p:pic>
          <p:nvPicPr>
            <p:cNvPr id="159" name="Picture 158">
              <a:extLst>
                <a:ext uri="{FF2B5EF4-FFF2-40B4-BE49-F238E27FC236}">
                  <a16:creationId xmlns:a16="http://schemas.microsoft.com/office/drawing/2014/main" id="{1B35D458-ABD3-496F-80F2-A7DF5517D8C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8340472" y="3247473"/>
              <a:ext cx="530600" cy="530600"/>
            </a:xfrm>
            <a:prstGeom prst="rect">
              <a:avLst/>
            </a:prstGeom>
          </p:spPr>
        </p:pic>
      </p:grpSp>
      <p:grpSp>
        <p:nvGrpSpPr>
          <p:cNvPr id="160" name="Group 159">
            <a:extLst>
              <a:ext uri="{FF2B5EF4-FFF2-40B4-BE49-F238E27FC236}">
                <a16:creationId xmlns:a16="http://schemas.microsoft.com/office/drawing/2014/main" id="{AB89704A-10D9-4678-B55F-4A6DC496B903}"/>
              </a:ext>
            </a:extLst>
          </p:cNvPr>
          <p:cNvGrpSpPr/>
          <p:nvPr/>
        </p:nvGrpSpPr>
        <p:grpSpPr>
          <a:xfrm>
            <a:off x="-9037891" y="-1"/>
            <a:ext cx="9948758" cy="6858000"/>
            <a:chOff x="-9337032" y="-1"/>
            <a:chExt cx="9948758" cy="6858000"/>
          </a:xfrm>
        </p:grpSpPr>
        <p:sp>
          <p:nvSpPr>
            <p:cNvPr id="161" name="Rectangle 160">
              <a:extLst>
                <a:ext uri="{FF2B5EF4-FFF2-40B4-BE49-F238E27FC236}">
                  <a16:creationId xmlns:a16="http://schemas.microsoft.com/office/drawing/2014/main" id="{5264F1BB-1B3F-49E9-80CA-3C511CA23371}"/>
                </a:ext>
              </a:extLst>
            </p:cNvPr>
            <p:cNvSpPr/>
            <p:nvPr/>
          </p:nvSpPr>
          <p:spPr>
            <a:xfrm>
              <a:off x="-9337032" y="-1"/>
              <a:ext cx="9923504" cy="6858000"/>
            </a:xfrm>
            <a:prstGeom prst="rect">
              <a:avLst/>
            </a:prstGeom>
            <a:solidFill>
              <a:srgbClr val="F0EEF0"/>
            </a:solidFill>
            <a:ln>
              <a:noFill/>
            </a:ln>
            <a:effectLst>
              <a:outerShdw blurRad="215900" dist="38100" sx="101000" sy="101000" algn="l" rotWithShape="0">
                <a:schemeClr val="tx1">
                  <a:lumMod val="65000"/>
                  <a:lumOff val="35000"/>
                  <a:alpha val="35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2B61D79C-FE90-47FB-B78B-B3B793AB02CA}"/>
                </a:ext>
              </a:extLst>
            </p:cNvPr>
            <p:cNvSpPr/>
            <p:nvPr/>
          </p:nvSpPr>
          <p:spPr>
            <a:xfrm>
              <a:off x="-577928" y="2337438"/>
              <a:ext cx="1168400" cy="2360918"/>
            </a:xfrm>
            <a:custGeom>
              <a:avLst/>
              <a:gdLst>
                <a:gd name="connsiteX0" fmla="*/ 1168400 w 1168400"/>
                <a:gd name="connsiteY0" fmla="*/ 0 h 2360918"/>
                <a:gd name="connsiteX1" fmla="*/ 1168400 w 1168400"/>
                <a:gd name="connsiteY1" fmla="*/ 2360918 h 2360918"/>
                <a:gd name="connsiteX2" fmla="*/ 1060340 w 1168400"/>
                <a:gd name="connsiteY2" fmla="*/ 2355461 h 2360918"/>
                <a:gd name="connsiteX3" fmla="*/ 0 w 1168400"/>
                <a:gd name="connsiteY3" fmla="*/ 1180459 h 2360918"/>
                <a:gd name="connsiteX4" fmla="*/ 1060340 w 1168400"/>
                <a:gd name="connsiteY4" fmla="*/ 5457 h 2360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68400" h="2360918">
                  <a:moveTo>
                    <a:pt x="1168400" y="0"/>
                  </a:moveTo>
                  <a:lnTo>
                    <a:pt x="1168400" y="2360918"/>
                  </a:lnTo>
                  <a:lnTo>
                    <a:pt x="1060340" y="2355461"/>
                  </a:lnTo>
                  <a:cubicBezTo>
                    <a:pt x="464762" y="2294977"/>
                    <a:pt x="0" y="1791994"/>
                    <a:pt x="0" y="1180459"/>
                  </a:cubicBezTo>
                  <a:cubicBezTo>
                    <a:pt x="0" y="568924"/>
                    <a:pt x="464762" y="65941"/>
                    <a:pt x="1060340" y="5457"/>
                  </a:cubicBezTo>
                  <a:close/>
                </a:path>
              </a:pathLst>
            </a:custGeom>
            <a:solidFill>
              <a:srgbClr val="00A0A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3" name="TextBox 162">
              <a:extLst>
                <a:ext uri="{FF2B5EF4-FFF2-40B4-BE49-F238E27FC236}">
                  <a16:creationId xmlns:a16="http://schemas.microsoft.com/office/drawing/2014/main" id="{E9B70F99-384A-4A5C-A23E-1F49CAADEFD4}"/>
                </a:ext>
              </a:extLst>
            </p:cNvPr>
            <p:cNvSpPr txBox="1"/>
            <p:nvPr/>
          </p:nvSpPr>
          <p:spPr>
            <a:xfrm rot="16200000">
              <a:off x="-738260" y="3158830"/>
              <a:ext cx="199208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rgbClr val="F0EEF0"/>
                  </a:solidFill>
                  <a:latin typeface="Tw Cen MT" panose="020B0602020104020603" pitchFamily="34" charset="0"/>
                </a:rPr>
                <a:t>Manfaat</a:t>
              </a:r>
              <a:r>
                <a:rPr lang="en-US" sz="2000" b="1" dirty="0">
                  <a:solidFill>
                    <a:srgbClr val="F0EEF0"/>
                  </a:solidFill>
                  <a:latin typeface="Tw Cen MT" panose="020B0602020104020603" pitchFamily="34" charset="0"/>
                </a:rPr>
                <a:t> </a:t>
              </a:r>
              <a:r>
                <a:rPr lang="en-US" sz="2000" b="1" dirty="0" err="1">
                  <a:solidFill>
                    <a:srgbClr val="F0EEF0"/>
                  </a:solidFill>
                  <a:latin typeface="Tw Cen MT" panose="020B0602020104020603" pitchFamily="34" charset="0"/>
                </a:rPr>
                <a:t>Perancangan</a:t>
              </a:r>
              <a:endParaRPr lang="en-US" sz="2000" b="1" dirty="0">
                <a:solidFill>
                  <a:srgbClr val="F0EEF0"/>
                </a:solidFill>
                <a:latin typeface="Tw Cen MT" panose="020B0602020104020603" pitchFamily="34" charset="0"/>
              </a:endParaRPr>
            </a:p>
          </p:txBody>
        </p:sp>
        <p:pic>
          <p:nvPicPr>
            <p:cNvPr id="164" name="Picture 163">
              <a:extLst>
                <a:ext uri="{FF2B5EF4-FFF2-40B4-BE49-F238E27FC236}">
                  <a16:creationId xmlns:a16="http://schemas.microsoft.com/office/drawing/2014/main" id="{BB5632DE-AE54-40EA-95F5-CB8E8FFF1F3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-491912" y="3247473"/>
              <a:ext cx="530600" cy="530600"/>
            </a:xfrm>
            <a:prstGeom prst="rect">
              <a:avLst/>
            </a:prstGeom>
          </p:spPr>
        </p:pic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7237CDAF-9D5B-4A0C-BD1B-BEF880DF7E55}"/>
              </a:ext>
            </a:extLst>
          </p:cNvPr>
          <p:cNvGrpSpPr/>
          <p:nvPr/>
        </p:nvGrpSpPr>
        <p:grpSpPr>
          <a:xfrm>
            <a:off x="2009260" y="1419146"/>
            <a:ext cx="7405148" cy="4257696"/>
            <a:chOff x="2437685" y="1434803"/>
            <a:chExt cx="7405148" cy="4257696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B1EC8C09-F03A-403A-9D30-87F77A4F1800}"/>
                </a:ext>
              </a:extLst>
            </p:cNvPr>
            <p:cNvSpPr/>
            <p:nvPr/>
          </p:nvSpPr>
          <p:spPr>
            <a:xfrm>
              <a:off x="2437685" y="2472834"/>
              <a:ext cx="7405148" cy="2181626"/>
            </a:xfrm>
            <a:prstGeom prst="roundRect">
              <a:avLst/>
            </a:prstGeom>
            <a:solidFill>
              <a:srgbClr val="5D737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id-ID" sz="240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Times New Roman" panose="02020603050405020304" pitchFamily="18" charset="0"/>
                  <a:ea typeface="Times New Roman" panose="02020603050405020304" pitchFamily="18" charset="0"/>
                </a:rPr>
                <a:t>Bagaimana </a:t>
              </a:r>
              <a:r>
                <a:rPr lang="en-US" sz="2400" dirty="0" err="1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Times New Roman" panose="02020603050405020304" pitchFamily="18" charset="0"/>
                  <a:ea typeface="Times New Roman" panose="02020603050405020304" pitchFamily="18" charset="0"/>
                </a:rPr>
                <a:t>Menerapkan</a:t>
              </a:r>
              <a:r>
                <a:rPr lang="en-US" sz="240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Times New Roman" panose="02020603050405020304" pitchFamily="18" charset="0"/>
                  <a:ea typeface="Times New Roman" panose="02020603050405020304" pitchFamily="18" charset="0"/>
                </a:rPr>
                <a:t> </a:t>
              </a:r>
              <a:r>
                <a:rPr lang="en-US" sz="2400" i="1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Times New Roman" panose="02020603050405020304" pitchFamily="18" charset="0"/>
                  <a:ea typeface="Times New Roman" panose="02020603050405020304" pitchFamily="18" charset="0"/>
                </a:rPr>
                <a:t>Video Conference</a:t>
              </a:r>
              <a:r>
                <a:rPr lang="en-US" sz="240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Times New Roman" panose="02020603050405020304" pitchFamily="18" charset="0"/>
                  <a:ea typeface="Times New Roman" panose="02020603050405020304" pitchFamily="18" charset="0"/>
                </a:rPr>
                <a:t> </a:t>
              </a:r>
              <a:r>
                <a:rPr lang="en-US" sz="2400" dirty="0" err="1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Times New Roman" panose="02020603050405020304" pitchFamily="18" charset="0"/>
                  <a:ea typeface="Times New Roman" panose="02020603050405020304" pitchFamily="18" charset="0"/>
                </a:rPr>
                <a:t>Menggunakan</a:t>
              </a:r>
              <a:r>
                <a:rPr lang="en-US" sz="240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Times New Roman" panose="02020603050405020304" pitchFamily="18" charset="0"/>
                  <a:ea typeface="Times New Roman" panose="02020603050405020304" pitchFamily="18" charset="0"/>
                </a:rPr>
                <a:t> </a:t>
              </a:r>
              <a:r>
                <a:rPr lang="en-US" sz="2400" i="1" dirty="0" err="1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Times New Roman" panose="02020603050405020304" pitchFamily="18" charset="0"/>
                  <a:ea typeface="Times New Roman" panose="02020603050405020304" pitchFamily="18" charset="0"/>
                </a:rPr>
                <a:t>jitsi</a:t>
              </a:r>
              <a:r>
                <a:rPr lang="en-US" sz="2400" i="1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Times New Roman" panose="02020603050405020304" pitchFamily="18" charset="0"/>
                  <a:ea typeface="Times New Roman" panose="02020603050405020304" pitchFamily="18" charset="0"/>
                </a:rPr>
                <a:t> meet </a:t>
              </a:r>
              <a:r>
                <a:rPr lang="en-US" sz="240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Times New Roman" panose="02020603050405020304" pitchFamily="18" charset="0"/>
                  <a:ea typeface="Times New Roman" panose="02020603050405020304" pitchFamily="18" charset="0"/>
                </a:rPr>
                <a:t>di </a:t>
              </a:r>
              <a:r>
                <a:rPr lang="en-US" sz="2400" dirty="0" err="1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Times New Roman" panose="02020603050405020304" pitchFamily="18" charset="0"/>
                  <a:ea typeface="Times New Roman" panose="02020603050405020304" pitchFamily="18" charset="0"/>
                </a:rPr>
                <a:t>Integrasikan</a:t>
              </a:r>
              <a:r>
                <a:rPr lang="en-US" sz="240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Times New Roman" panose="02020603050405020304" pitchFamily="18" charset="0"/>
                  <a:ea typeface="Times New Roman" panose="02020603050405020304" pitchFamily="18" charset="0"/>
                </a:rPr>
                <a:t> </a:t>
              </a:r>
              <a:r>
                <a:rPr lang="en-US" sz="2400" dirty="0" err="1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Times New Roman" panose="02020603050405020304" pitchFamily="18" charset="0"/>
                  <a:ea typeface="Times New Roman" panose="02020603050405020304" pitchFamily="18" charset="0"/>
                </a:rPr>
                <a:t>dengan</a:t>
              </a:r>
              <a:r>
                <a:rPr lang="en-US" sz="240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Times New Roman" panose="02020603050405020304" pitchFamily="18" charset="0"/>
                  <a:ea typeface="Times New Roman" panose="02020603050405020304" pitchFamily="18" charset="0"/>
                </a:rPr>
                <a:t> </a:t>
              </a:r>
              <a:r>
                <a:rPr lang="en-US" sz="2400" i="1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Times New Roman" panose="02020603050405020304" pitchFamily="18" charset="0"/>
                  <a:ea typeface="Times New Roman" panose="02020603050405020304" pitchFamily="18" charset="0"/>
                </a:rPr>
                <a:t>Matrix </a:t>
              </a:r>
              <a:r>
                <a:rPr lang="id-ID" sz="240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Times New Roman" panose="02020603050405020304" pitchFamily="18" charset="0"/>
                  <a:ea typeface="Times New Roman" panose="02020603050405020304" pitchFamily="18" charset="0"/>
                </a:rPr>
                <a:t>?</a:t>
              </a:r>
              <a:endParaRPr lang="en-ID" sz="24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endParaRPr>
            </a:p>
          </p:txBody>
        </p:sp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9F9E6C9F-E109-4F7C-A5F0-DD423A7179FD}"/>
                </a:ext>
              </a:extLst>
            </p:cNvPr>
            <p:cNvSpPr/>
            <p:nvPr/>
          </p:nvSpPr>
          <p:spPr>
            <a:xfrm>
              <a:off x="5454459" y="4320899"/>
              <a:ext cx="1371600" cy="1371600"/>
            </a:xfrm>
            <a:prstGeom prst="ellipse">
              <a:avLst/>
            </a:prstGeom>
            <a:solidFill>
              <a:srgbClr val="F0EEF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 dirty="0"/>
            </a:p>
          </p:txBody>
        </p:sp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37C11F16-F710-44A5-B072-F1BCF147DB3A}"/>
                </a:ext>
              </a:extLst>
            </p:cNvPr>
            <p:cNvSpPr/>
            <p:nvPr/>
          </p:nvSpPr>
          <p:spPr>
            <a:xfrm>
              <a:off x="5454459" y="1434803"/>
              <a:ext cx="1371600" cy="1371600"/>
            </a:xfrm>
            <a:prstGeom prst="ellipse">
              <a:avLst/>
            </a:prstGeom>
            <a:solidFill>
              <a:srgbClr val="F0EEF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</p:grpSp>
    </p:spTree>
    <p:extLst>
      <p:ext uri="{BB962C8B-B14F-4D97-AF65-F5344CB8AC3E}">
        <p14:creationId xmlns:p14="http://schemas.microsoft.com/office/powerpoint/2010/main" val="30604816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25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25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25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50"/>
                            </p:stCondLst>
                            <p:childTnLst>
                              <p:par>
                                <p:cTn id="11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25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25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25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500"/>
                            </p:stCondLst>
                            <p:childTnLst>
                              <p:par>
                                <p:cTn id="17" presetID="22" presetClass="entr" presetSubtype="8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250"/>
                            </p:stCondLst>
                            <p:childTnLst>
                              <p:par>
                                <p:cTn id="21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25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25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25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25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25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25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75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2500"/>
                            </p:stCondLst>
                            <p:childTnLst>
                              <p:par>
                                <p:cTn id="37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9" dur="25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25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" dur="25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750"/>
                            </p:stCondLst>
                            <p:childTnLst>
                              <p:par>
                                <p:cTn id="43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5" dur="250" fill="hold"/>
                                        <p:tgtEl>
                                          <p:spTgt spid="1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250" fill="hold"/>
                                        <p:tgtEl>
                                          <p:spTgt spid="1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25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50" fill="hold"/>
                                        <p:tgtEl>
                                          <p:spTgt spid="1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50" fill="hold"/>
                                        <p:tgtEl>
                                          <p:spTgt spid="1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2" dur="25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" dur="250" fill="hold"/>
                                        <p:tgtEl>
                                          <p:spTgt spid="1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250" fill="hold"/>
                                        <p:tgtEl>
                                          <p:spTgt spid="1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7" dur="25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0" dur="250" fill="hold"/>
                                        <p:tgtEl>
                                          <p:spTgt spid="1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250" fill="hold"/>
                                        <p:tgtEl>
                                          <p:spTgt spid="1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2" dur="25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5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8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1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6" grpId="0"/>
      <p:bldP spid="68" grpId="0"/>
      <p:bldP spid="70" grpId="0"/>
      <p:bldP spid="72" grpId="0"/>
      <p:bldP spid="74" grpId="0"/>
      <p:bldP spid="76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roup 32">
            <a:extLst>
              <a:ext uri="{FF2B5EF4-FFF2-40B4-BE49-F238E27FC236}">
                <a16:creationId xmlns:a16="http://schemas.microsoft.com/office/drawing/2014/main" id="{BC3001EC-9F33-4C39-B780-199714C83EA2}"/>
              </a:ext>
            </a:extLst>
          </p:cNvPr>
          <p:cNvGrpSpPr/>
          <p:nvPr/>
        </p:nvGrpSpPr>
        <p:grpSpPr>
          <a:xfrm>
            <a:off x="-176620" y="0"/>
            <a:ext cx="12482920" cy="6858000"/>
            <a:chOff x="-290920" y="0"/>
            <a:chExt cx="12482920" cy="6858000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129B5C97-F627-4A85-B003-5396A9D964D5}"/>
                </a:ext>
              </a:extLst>
            </p:cNvPr>
            <p:cNvSpPr/>
            <p:nvPr/>
          </p:nvSpPr>
          <p:spPr>
            <a:xfrm>
              <a:off x="-290920" y="0"/>
              <a:ext cx="12482920" cy="6858000"/>
            </a:xfrm>
            <a:prstGeom prst="rect">
              <a:avLst/>
            </a:prstGeom>
            <a:solidFill>
              <a:srgbClr val="F0EEF0"/>
            </a:solidFill>
            <a:ln>
              <a:noFill/>
            </a:ln>
            <a:effectLst>
              <a:outerShdw blurRad="215900" dist="38100" sx="101000" sy="101000" algn="l" rotWithShape="0">
                <a:schemeClr val="tx1">
                  <a:lumMod val="65000"/>
                  <a:lumOff val="35000"/>
                  <a:alpha val="35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A97C14D5-0388-44F5-AD76-F8BBAF179CD6}"/>
                </a:ext>
              </a:extLst>
            </p:cNvPr>
            <p:cNvSpPr/>
            <p:nvPr/>
          </p:nvSpPr>
          <p:spPr>
            <a:xfrm>
              <a:off x="11023600" y="2337441"/>
              <a:ext cx="1168400" cy="2360918"/>
            </a:xfrm>
            <a:custGeom>
              <a:avLst/>
              <a:gdLst>
                <a:gd name="connsiteX0" fmla="*/ 1168400 w 1168400"/>
                <a:gd name="connsiteY0" fmla="*/ 0 h 2360918"/>
                <a:gd name="connsiteX1" fmla="*/ 1168400 w 1168400"/>
                <a:gd name="connsiteY1" fmla="*/ 2360918 h 2360918"/>
                <a:gd name="connsiteX2" fmla="*/ 1060340 w 1168400"/>
                <a:gd name="connsiteY2" fmla="*/ 2355461 h 2360918"/>
                <a:gd name="connsiteX3" fmla="*/ 0 w 1168400"/>
                <a:gd name="connsiteY3" fmla="*/ 1180459 h 2360918"/>
                <a:gd name="connsiteX4" fmla="*/ 1060340 w 1168400"/>
                <a:gd name="connsiteY4" fmla="*/ 5457 h 2360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68400" h="2360918">
                  <a:moveTo>
                    <a:pt x="1168400" y="0"/>
                  </a:moveTo>
                  <a:lnTo>
                    <a:pt x="1168400" y="2360918"/>
                  </a:lnTo>
                  <a:lnTo>
                    <a:pt x="1060340" y="2355461"/>
                  </a:lnTo>
                  <a:cubicBezTo>
                    <a:pt x="464762" y="2294977"/>
                    <a:pt x="0" y="1791994"/>
                    <a:pt x="0" y="1180459"/>
                  </a:cubicBezTo>
                  <a:cubicBezTo>
                    <a:pt x="0" y="568924"/>
                    <a:pt x="464762" y="65941"/>
                    <a:pt x="1060340" y="5457"/>
                  </a:cubicBezTo>
                  <a:close/>
                </a:path>
              </a:pathLst>
            </a:custGeom>
            <a:solidFill>
              <a:srgbClr val="FF596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2151F346-69C6-4F86-BC1F-C57BA2384CC6}"/>
                </a:ext>
              </a:extLst>
            </p:cNvPr>
            <p:cNvSpPr txBox="1"/>
            <p:nvPr/>
          </p:nvSpPr>
          <p:spPr>
            <a:xfrm rot="16200000">
              <a:off x="10872792" y="3317843"/>
              <a:ext cx="1992086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rgbClr val="F0EEF0"/>
                  </a:solidFill>
                  <a:latin typeface="Tw Cen MT" panose="020B0602020104020603" pitchFamily="34" charset="0"/>
                </a:rPr>
                <a:t>Latar</a:t>
              </a:r>
              <a:r>
                <a:rPr lang="en-US" sz="2000" b="1" dirty="0">
                  <a:solidFill>
                    <a:srgbClr val="F0EEF0"/>
                  </a:solidFill>
                  <a:latin typeface="Tw Cen MT" panose="020B0602020104020603" pitchFamily="34" charset="0"/>
                </a:rPr>
                <a:t> </a:t>
              </a:r>
              <a:r>
                <a:rPr lang="en-US" sz="2000" b="1" dirty="0" err="1">
                  <a:solidFill>
                    <a:srgbClr val="F0EEF0"/>
                  </a:solidFill>
                  <a:latin typeface="Tw Cen MT" panose="020B0602020104020603" pitchFamily="34" charset="0"/>
                </a:rPr>
                <a:t>Belakang</a:t>
              </a:r>
              <a:endParaRPr lang="en-US" sz="2000" b="1" dirty="0">
                <a:solidFill>
                  <a:srgbClr val="F0EEF0"/>
                </a:solidFill>
                <a:latin typeface="Tw Cen MT" panose="020B0602020104020603" pitchFamily="34" charset="0"/>
              </a:endParaRPr>
            </a:p>
          </p:txBody>
        </p:sp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52B367FE-8530-4052-AD96-2D6FBE490F6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11129999" y="3247473"/>
              <a:ext cx="530600" cy="530600"/>
            </a:xfrm>
            <a:prstGeom prst="rect">
              <a:avLst/>
            </a:prstGeom>
          </p:spPr>
        </p:pic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63E93C38-ECA5-4094-81E9-196A3BD19EBD}"/>
              </a:ext>
            </a:extLst>
          </p:cNvPr>
          <p:cNvGrpSpPr/>
          <p:nvPr/>
        </p:nvGrpSpPr>
        <p:grpSpPr>
          <a:xfrm>
            <a:off x="412529" y="-2"/>
            <a:ext cx="11447501" cy="6858000"/>
            <a:chOff x="213096" y="0"/>
            <a:chExt cx="11447501" cy="6858000"/>
          </a:xfrm>
        </p:grpSpPr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5C85080E-7B66-43F0-AB4D-3A69B13C005A}"/>
                </a:ext>
              </a:extLst>
            </p:cNvPr>
            <p:cNvSpPr/>
            <p:nvPr/>
          </p:nvSpPr>
          <p:spPr>
            <a:xfrm>
              <a:off x="213096" y="0"/>
              <a:ext cx="11447501" cy="6858000"/>
            </a:xfrm>
            <a:prstGeom prst="rect">
              <a:avLst/>
            </a:prstGeom>
            <a:solidFill>
              <a:srgbClr val="F0EEF0"/>
            </a:solidFill>
            <a:ln>
              <a:noFill/>
            </a:ln>
            <a:effectLst>
              <a:outerShdw blurRad="215900" dist="38100" sx="101000" sy="101000" algn="l" rotWithShape="0">
                <a:schemeClr val="tx1">
                  <a:lumMod val="65000"/>
                  <a:lumOff val="35000"/>
                  <a:alpha val="35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405DAC1A-9BF8-460E-8D8B-77BFB6B27FF9}"/>
                </a:ext>
              </a:extLst>
            </p:cNvPr>
            <p:cNvSpPr/>
            <p:nvPr/>
          </p:nvSpPr>
          <p:spPr>
            <a:xfrm>
              <a:off x="10661331" y="2337441"/>
              <a:ext cx="999265" cy="2360918"/>
            </a:xfrm>
            <a:custGeom>
              <a:avLst/>
              <a:gdLst>
                <a:gd name="connsiteX0" fmla="*/ 1168400 w 1168400"/>
                <a:gd name="connsiteY0" fmla="*/ 0 h 2360918"/>
                <a:gd name="connsiteX1" fmla="*/ 1168400 w 1168400"/>
                <a:gd name="connsiteY1" fmla="*/ 2360918 h 2360918"/>
                <a:gd name="connsiteX2" fmla="*/ 1060340 w 1168400"/>
                <a:gd name="connsiteY2" fmla="*/ 2355461 h 2360918"/>
                <a:gd name="connsiteX3" fmla="*/ 0 w 1168400"/>
                <a:gd name="connsiteY3" fmla="*/ 1180459 h 2360918"/>
                <a:gd name="connsiteX4" fmla="*/ 1060340 w 1168400"/>
                <a:gd name="connsiteY4" fmla="*/ 5457 h 2360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68400" h="2360918">
                  <a:moveTo>
                    <a:pt x="1168400" y="0"/>
                  </a:moveTo>
                  <a:lnTo>
                    <a:pt x="1168400" y="2360918"/>
                  </a:lnTo>
                  <a:lnTo>
                    <a:pt x="1060340" y="2355461"/>
                  </a:lnTo>
                  <a:cubicBezTo>
                    <a:pt x="464762" y="2294977"/>
                    <a:pt x="0" y="1791994"/>
                    <a:pt x="0" y="1180459"/>
                  </a:cubicBezTo>
                  <a:cubicBezTo>
                    <a:pt x="0" y="568924"/>
                    <a:pt x="464762" y="65941"/>
                    <a:pt x="1060340" y="5457"/>
                  </a:cubicBezTo>
                  <a:close/>
                </a:path>
              </a:pathLst>
            </a:custGeom>
            <a:solidFill>
              <a:srgbClr val="52CD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90DCA374-CD21-448B-8791-8A04A9A9A552}"/>
                </a:ext>
              </a:extLst>
            </p:cNvPr>
            <p:cNvSpPr txBox="1"/>
            <p:nvPr/>
          </p:nvSpPr>
          <p:spPr>
            <a:xfrm rot="16200000">
              <a:off x="10341391" y="3259720"/>
              <a:ext cx="199208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 err="1">
                  <a:solidFill>
                    <a:srgbClr val="F0EEF0"/>
                  </a:solidFill>
                  <a:latin typeface="Tw Cen MT" panose="020B0602020104020603" pitchFamily="34" charset="0"/>
                </a:rPr>
                <a:t>Identifikasi</a:t>
              </a:r>
              <a:r>
                <a:rPr lang="en-US" sz="1600" b="1" dirty="0">
                  <a:solidFill>
                    <a:srgbClr val="F0EEF0"/>
                  </a:solidFill>
                  <a:latin typeface="Tw Cen MT" panose="020B0602020104020603" pitchFamily="34" charset="0"/>
                </a:rPr>
                <a:t> </a:t>
              </a:r>
              <a:r>
                <a:rPr lang="en-US" sz="1600" b="1" dirty="0" err="1">
                  <a:solidFill>
                    <a:srgbClr val="F0EEF0"/>
                  </a:solidFill>
                  <a:latin typeface="Tw Cen MT" panose="020B0602020104020603" pitchFamily="34" charset="0"/>
                </a:rPr>
                <a:t>Masalah</a:t>
              </a:r>
              <a:endParaRPr lang="en-US" sz="1600" b="1" dirty="0">
                <a:solidFill>
                  <a:srgbClr val="F0EEF0"/>
                </a:solidFill>
                <a:latin typeface="Tw Cen MT" panose="020B0602020104020603" pitchFamily="34" charset="0"/>
              </a:endParaRPr>
            </a:p>
          </p:txBody>
        </p:sp>
        <p:pic>
          <p:nvPicPr>
            <p:cNvPr id="42" name="Picture 41">
              <a:extLst>
                <a:ext uri="{FF2B5EF4-FFF2-40B4-BE49-F238E27FC236}">
                  <a16:creationId xmlns:a16="http://schemas.microsoft.com/office/drawing/2014/main" id="{83A620A7-5483-4447-9670-0F8D67F3627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10658085" y="3247473"/>
              <a:ext cx="530600" cy="530600"/>
            </a:xfrm>
            <a:prstGeom prst="rect">
              <a:avLst/>
            </a:prstGeom>
          </p:spPr>
        </p:pic>
      </p:grpSp>
      <p:sp>
        <p:nvSpPr>
          <p:cNvPr id="84" name="Rectangle 83">
            <a:extLst>
              <a:ext uri="{FF2B5EF4-FFF2-40B4-BE49-F238E27FC236}">
                <a16:creationId xmlns:a16="http://schemas.microsoft.com/office/drawing/2014/main" id="{3C6BBB46-3AAE-49B1-8F56-3535CC357FEB}"/>
              </a:ext>
            </a:extLst>
          </p:cNvPr>
          <p:cNvSpPr/>
          <p:nvPr/>
        </p:nvSpPr>
        <p:spPr>
          <a:xfrm>
            <a:off x="-7962177" y="-1"/>
            <a:ext cx="5781368" cy="6858000"/>
          </a:xfrm>
          <a:prstGeom prst="rect">
            <a:avLst/>
          </a:prstGeom>
          <a:solidFill>
            <a:srgbClr val="F0EEF0"/>
          </a:solidFill>
          <a:ln>
            <a:noFill/>
          </a:ln>
          <a:effectLst>
            <a:outerShdw blurRad="215900" dist="38100" sx="101000" sy="101000" algn="l" rotWithShape="0">
              <a:schemeClr val="tx1">
                <a:lumMod val="65000"/>
                <a:lumOff val="35000"/>
                <a:alpha val="3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AE5E6693-B9D1-4ED4-BBEF-303C664E2902}"/>
              </a:ext>
            </a:extLst>
          </p:cNvPr>
          <p:cNvCxnSpPr/>
          <p:nvPr/>
        </p:nvCxnSpPr>
        <p:spPr>
          <a:xfrm>
            <a:off x="3850016" y="3623253"/>
            <a:ext cx="1966913" cy="0"/>
          </a:xfrm>
          <a:prstGeom prst="line">
            <a:avLst/>
          </a:prstGeom>
          <a:ln w="28575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93B1F077-B004-40F4-B832-4938E4CC9B06}"/>
              </a:ext>
            </a:extLst>
          </p:cNvPr>
          <p:cNvCxnSpPr/>
          <p:nvPr/>
        </p:nvCxnSpPr>
        <p:spPr>
          <a:xfrm>
            <a:off x="5997735" y="3623253"/>
            <a:ext cx="1966913" cy="0"/>
          </a:xfrm>
          <a:prstGeom prst="line">
            <a:avLst/>
          </a:prstGeom>
          <a:ln w="28575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30C092F7-E294-42E9-9CCA-9CC6895B24E6}"/>
              </a:ext>
            </a:extLst>
          </p:cNvPr>
          <p:cNvSpPr txBox="1"/>
          <p:nvPr/>
        </p:nvSpPr>
        <p:spPr>
          <a:xfrm>
            <a:off x="2594536" y="4142156"/>
            <a:ext cx="22890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Tw Cen MT" panose="020B0602020104020603" pitchFamily="34" charset="0"/>
                <a:ea typeface="Times New Roman" panose="02020603050405020304" pitchFamily="18" charset="0"/>
              </a:rPr>
              <a:t>Fasilitas</a:t>
            </a:r>
            <a:r>
              <a:rPr lang="en-US" sz="180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Tw Cen MT" panose="020B0602020104020603" pitchFamily="34" charset="0"/>
                <a:ea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Tw Cen MT" panose="020B0602020104020603" pitchFamily="34" charset="0"/>
                <a:ea typeface="Times New Roman" panose="02020603050405020304" pitchFamily="18" charset="0"/>
              </a:rPr>
              <a:t>Pendukung</a:t>
            </a:r>
            <a:r>
              <a:rPr lang="en-US" sz="180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Tw Cen MT" panose="020B0602020104020603" pitchFamily="34" charset="0"/>
                <a:ea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Tw Cen MT" panose="020B0602020104020603" pitchFamily="34" charset="0"/>
                <a:ea typeface="Times New Roman" panose="02020603050405020304" pitchFamily="18" charset="0"/>
              </a:rPr>
              <a:t>Pembelajaran</a:t>
            </a:r>
            <a:r>
              <a:rPr lang="en-US" sz="180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Tw Cen MT" panose="020B0602020104020603" pitchFamily="34" charset="0"/>
                <a:ea typeface="Times New Roman" panose="02020603050405020304" pitchFamily="18" charset="0"/>
              </a:rPr>
              <a:t> Daring</a:t>
            </a:r>
            <a:endParaRPr lang="en-US" b="1" dirty="0">
              <a:solidFill>
                <a:schemeClr val="tx1">
                  <a:lumMod val="85000"/>
                  <a:lumOff val="15000"/>
                </a:schemeClr>
              </a:solidFill>
              <a:latin typeface="Tw Cen MT" panose="020B0602020104020603" pitchFamily="34" charset="0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F1CA300-3552-45F9-8CC2-2FE94B9F46B4}"/>
              </a:ext>
            </a:extLst>
          </p:cNvPr>
          <p:cNvSpPr txBox="1"/>
          <p:nvPr/>
        </p:nvSpPr>
        <p:spPr>
          <a:xfrm>
            <a:off x="2594536" y="3709155"/>
            <a:ext cx="22890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5969"/>
                </a:solidFill>
                <a:latin typeface="Tw Cen MT" panose="020B0602020104020603" pitchFamily="34" charset="0"/>
              </a:rPr>
              <a:t>1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9FA5B31-CC22-4828-81BB-108974CBC5B1}"/>
              </a:ext>
            </a:extLst>
          </p:cNvPr>
          <p:cNvSpPr txBox="1"/>
          <p:nvPr/>
        </p:nvSpPr>
        <p:spPr>
          <a:xfrm>
            <a:off x="4783446" y="4142156"/>
            <a:ext cx="22890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Tw Cen MT" panose="020B0602020104020603" pitchFamily="34" charset="0"/>
                <a:ea typeface="Times New Roman" panose="02020603050405020304" pitchFamily="18" charset="0"/>
              </a:rPr>
              <a:t>Video Conference </a:t>
            </a:r>
            <a:r>
              <a:rPr lang="en-US" sz="1800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Tw Cen MT" panose="020B0602020104020603" pitchFamily="34" charset="0"/>
                <a:ea typeface="Times New Roman" panose="02020603050405020304" pitchFamily="18" charset="0"/>
              </a:rPr>
              <a:t>Komersial</a:t>
            </a:r>
            <a:endParaRPr lang="en-US" b="1" dirty="0">
              <a:solidFill>
                <a:schemeClr val="tx1">
                  <a:lumMod val="85000"/>
                  <a:lumOff val="15000"/>
                </a:schemeClr>
              </a:solidFill>
              <a:latin typeface="Tw Cen MT" panose="020B0602020104020603" pitchFamily="34" charset="0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5343A5F-6D74-4049-B77F-C819CFF7A969}"/>
              </a:ext>
            </a:extLst>
          </p:cNvPr>
          <p:cNvSpPr txBox="1"/>
          <p:nvPr/>
        </p:nvSpPr>
        <p:spPr>
          <a:xfrm>
            <a:off x="4783446" y="3709155"/>
            <a:ext cx="22890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52CBBE"/>
                </a:solidFill>
                <a:latin typeface="Tw Cen MT" panose="020B0602020104020603" pitchFamily="34" charset="0"/>
              </a:rPr>
              <a:t>3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1C98C57F-7593-4997-889A-0BF6C2751BC2}"/>
              </a:ext>
            </a:extLst>
          </p:cNvPr>
          <p:cNvSpPr txBox="1"/>
          <p:nvPr/>
        </p:nvSpPr>
        <p:spPr>
          <a:xfrm>
            <a:off x="6912585" y="4142156"/>
            <a:ext cx="22890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Tw Cen MT" panose="020B0602020104020603" pitchFamily="34" charset="0"/>
                <a:ea typeface="Times New Roman" panose="02020603050405020304" pitchFamily="18" charset="0"/>
              </a:rPr>
              <a:t>Manajemen</a:t>
            </a:r>
            <a:r>
              <a:rPr lang="en-US" sz="180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Tw Cen MT" panose="020B0602020104020603" pitchFamily="34" charset="0"/>
                <a:ea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Tw Cen MT" panose="020B0602020104020603" pitchFamily="34" charset="0"/>
                <a:ea typeface="Times New Roman" panose="02020603050405020304" pitchFamily="18" charset="0"/>
              </a:rPr>
              <a:t>Berkas</a:t>
            </a:r>
            <a:endParaRPr lang="en-US" b="1" dirty="0">
              <a:solidFill>
                <a:schemeClr val="tx1">
                  <a:lumMod val="85000"/>
                  <a:lumOff val="15000"/>
                </a:schemeClr>
              </a:solidFill>
              <a:latin typeface="Tw Cen MT" panose="020B0602020104020603" pitchFamily="34" charset="0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D26852A0-8FCE-449A-90A7-25E5705A0625}"/>
              </a:ext>
            </a:extLst>
          </p:cNvPr>
          <p:cNvSpPr txBox="1"/>
          <p:nvPr/>
        </p:nvSpPr>
        <p:spPr>
          <a:xfrm>
            <a:off x="6912585" y="3709155"/>
            <a:ext cx="22890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EC630"/>
                </a:solidFill>
                <a:latin typeface="Tw Cen MT" panose="020B0602020104020603" pitchFamily="34" charset="0"/>
              </a:rPr>
              <a:t>3</a:t>
            </a:r>
          </a:p>
        </p:txBody>
      </p:sp>
      <p:grpSp>
        <p:nvGrpSpPr>
          <p:cNvPr id="77" name="Group 76">
            <a:extLst>
              <a:ext uri="{FF2B5EF4-FFF2-40B4-BE49-F238E27FC236}">
                <a16:creationId xmlns:a16="http://schemas.microsoft.com/office/drawing/2014/main" id="{8F82A200-3A06-499F-9E6A-761899292C91}"/>
              </a:ext>
            </a:extLst>
          </p:cNvPr>
          <p:cNvGrpSpPr/>
          <p:nvPr/>
        </p:nvGrpSpPr>
        <p:grpSpPr>
          <a:xfrm>
            <a:off x="3101220" y="1755914"/>
            <a:ext cx="1275682" cy="1275682"/>
            <a:chOff x="3063120" y="1755914"/>
            <a:chExt cx="1275682" cy="1275682"/>
          </a:xfrm>
        </p:grpSpPr>
        <p:sp>
          <p:nvSpPr>
            <p:cNvPr id="78" name="Teardrop 77">
              <a:extLst>
                <a:ext uri="{FF2B5EF4-FFF2-40B4-BE49-F238E27FC236}">
                  <a16:creationId xmlns:a16="http://schemas.microsoft.com/office/drawing/2014/main" id="{E98DCD5D-E7AC-4807-8C71-0405E311A37C}"/>
                </a:ext>
              </a:extLst>
            </p:cNvPr>
            <p:cNvSpPr/>
            <p:nvPr/>
          </p:nvSpPr>
          <p:spPr>
            <a:xfrm rot="8100000">
              <a:off x="3063120" y="1755914"/>
              <a:ext cx="1275682" cy="1275682"/>
            </a:xfrm>
            <a:prstGeom prst="teardrop">
              <a:avLst>
                <a:gd name="adj" fmla="val 109962"/>
              </a:avLst>
            </a:prstGeom>
            <a:solidFill>
              <a:srgbClr val="FF596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9" name="Oval 78">
              <a:extLst>
                <a:ext uri="{FF2B5EF4-FFF2-40B4-BE49-F238E27FC236}">
                  <a16:creationId xmlns:a16="http://schemas.microsoft.com/office/drawing/2014/main" id="{5C3F1904-7912-4897-945F-D9D07004DC3B}"/>
                </a:ext>
              </a:extLst>
            </p:cNvPr>
            <p:cNvSpPr/>
            <p:nvPr/>
          </p:nvSpPr>
          <p:spPr>
            <a:xfrm>
              <a:off x="3257469" y="1948912"/>
              <a:ext cx="889686" cy="889686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80" name="Picture 79">
              <a:extLst>
                <a:ext uri="{FF2B5EF4-FFF2-40B4-BE49-F238E27FC236}">
                  <a16:creationId xmlns:a16="http://schemas.microsoft.com/office/drawing/2014/main" id="{31593FD0-64A3-4D81-ABAD-CAD7832F8E3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86696" y="2066644"/>
              <a:ext cx="627392" cy="627390"/>
            </a:xfrm>
            <a:prstGeom prst="rect">
              <a:avLst/>
            </a:prstGeom>
          </p:spPr>
        </p:pic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9CEF97A3-5525-4B23-8ED3-DE52D18C6AC9}"/>
              </a:ext>
            </a:extLst>
          </p:cNvPr>
          <p:cNvGrpSpPr/>
          <p:nvPr/>
        </p:nvGrpSpPr>
        <p:grpSpPr>
          <a:xfrm>
            <a:off x="5280540" y="1755914"/>
            <a:ext cx="1275682" cy="1275682"/>
            <a:chOff x="5242440" y="1755914"/>
            <a:chExt cx="1275682" cy="1275682"/>
          </a:xfrm>
        </p:grpSpPr>
        <p:sp>
          <p:nvSpPr>
            <p:cNvPr id="111" name="Teardrop 110">
              <a:extLst>
                <a:ext uri="{FF2B5EF4-FFF2-40B4-BE49-F238E27FC236}">
                  <a16:creationId xmlns:a16="http://schemas.microsoft.com/office/drawing/2014/main" id="{50BC144A-C56B-402B-A40E-D588FAD19B40}"/>
                </a:ext>
              </a:extLst>
            </p:cNvPr>
            <p:cNvSpPr/>
            <p:nvPr/>
          </p:nvSpPr>
          <p:spPr>
            <a:xfrm rot="8100000">
              <a:off x="5242440" y="1755914"/>
              <a:ext cx="1275682" cy="1275682"/>
            </a:xfrm>
            <a:prstGeom prst="teardrop">
              <a:avLst>
                <a:gd name="adj" fmla="val 109962"/>
              </a:avLst>
            </a:prstGeom>
            <a:solidFill>
              <a:srgbClr val="52CBB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2" name="Oval 111">
              <a:extLst>
                <a:ext uri="{FF2B5EF4-FFF2-40B4-BE49-F238E27FC236}">
                  <a16:creationId xmlns:a16="http://schemas.microsoft.com/office/drawing/2014/main" id="{53982AC9-F3CB-4E50-ABB4-803298B4C9F4}"/>
                </a:ext>
              </a:extLst>
            </p:cNvPr>
            <p:cNvSpPr/>
            <p:nvPr/>
          </p:nvSpPr>
          <p:spPr>
            <a:xfrm>
              <a:off x="5436789" y="1948912"/>
              <a:ext cx="889686" cy="889686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13" name="Picture 112">
              <a:extLst>
                <a:ext uri="{FF2B5EF4-FFF2-40B4-BE49-F238E27FC236}">
                  <a16:creationId xmlns:a16="http://schemas.microsoft.com/office/drawing/2014/main" id="{0904263C-8FFC-4242-9EB2-D4E0F099987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65681" y="2061164"/>
              <a:ext cx="659146" cy="659144"/>
            </a:xfrm>
            <a:prstGeom prst="rect">
              <a:avLst/>
            </a:prstGeom>
          </p:spPr>
        </p:pic>
      </p:grpSp>
      <p:grpSp>
        <p:nvGrpSpPr>
          <p:cNvPr id="123" name="Group 122">
            <a:extLst>
              <a:ext uri="{FF2B5EF4-FFF2-40B4-BE49-F238E27FC236}">
                <a16:creationId xmlns:a16="http://schemas.microsoft.com/office/drawing/2014/main" id="{CA1627D3-08B8-4852-B618-C7C4D2638F26}"/>
              </a:ext>
            </a:extLst>
          </p:cNvPr>
          <p:cNvGrpSpPr/>
          <p:nvPr/>
        </p:nvGrpSpPr>
        <p:grpSpPr>
          <a:xfrm>
            <a:off x="7391281" y="1755914"/>
            <a:ext cx="1275682" cy="1275682"/>
            <a:chOff x="7353181" y="1755914"/>
            <a:chExt cx="1275682" cy="1275682"/>
          </a:xfrm>
        </p:grpSpPr>
        <p:sp>
          <p:nvSpPr>
            <p:cNvPr id="124" name="Teardrop 123">
              <a:extLst>
                <a:ext uri="{FF2B5EF4-FFF2-40B4-BE49-F238E27FC236}">
                  <a16:creationId xmlns:a16="http://schemas.microsoft.com/office/drawing/2014/main" id="{8A6CD21D-9341-40F1-A5BD-1CA0BB52C9C6}"/>
                </a:ext>
              </a:extLst>
            </p:cNvPr>
            <p:cNvSpPr/>
            <p:nvPr/>
          </p:nvSpPr>
          <p:spPr>
            <a:xfrm rot="8100000">
              <a:off x="7353181" y="1755914"/>
              <a:ext cx="1275682" cy="1275682"/>
            </a:xfrm>
            <a:prstGeom prst="teardrop">
              <a:avLst>
                <a:gd name="adj" fmla="val 109962"/>
              </a:avLst>
            </a:prstGeom>
            <a:solidFill>
              <a:srgbClr val="FEC63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5" name="Oval 124">
              <a:extLst>
                <a:ext uri="{FF2B5EF4-FFF2-40B4-BE49-F238E27FC236}">
                  <a16:creationId xmlns:a16="http://schemas.microsoft.com/office/drawing/2014/main" id="{3AAB7DD9-4074-409E-89C9-CAD58944A04F}"/>
                </a:ext>
              </a:extLst>
            </p:cNvPr>
            <p:cNvSpPr/>
            <p:nvPr/>
          </p:nvSpPr>
          <p:spPr>
            <a:xfrm>
              <a:off x="7547530" y="1948912"/>
              <a:ext cx="889686" cy="889686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26" name="Picture 125">
              <a:extLst>
                <a:ext uri="{FF2B5EF4-FFF2-40B4-BE49-F238E27FC236}">
                  <a16:creationId xmlns:a16="http://schemas.microsoft.com/office/drawing/2014/main" id="{39516112-622F-4EC9-8E36-5AACED5D521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8666" y="2048456"/>
              <a:ext cx="684562" cy="684560"/>
            </a:xfrm>
            <a:prstGeom prst="rect">
              <a:avLst/>
            </a:prstGeom>
          </p:spPr>
        </p:pic>
      </p:grpSp>
      <p:grpSp>
        <p:nvGrpSpPr>
          <p:cNvPr id="127" name="Group 126">
            <a:extLst>
              <a:ext uri="{FF2B5EF4-FFF2-40B4-BE49-F238E27FC236}">
                <a16:creationId xmlns:a16="http://schemas.microsoft.com/office/drawing/2014/main" id="{9D6568B3-A658-40E5-9108-FD55FD6780FD}"/>
              </a:ext>
            </a:extLst>
          </p:cNvPr>
          <p:cNvGrpSpPr/>
          <p:nvPr/>
        </p:nvGrpSpPr>
        <p:grpSpPr>
          <a:xfrm>
            <a:off x="3638922" y="3517706"/>
            <a:ext cx="211094" cy="211094"/>
            <a:chOff x="1677812" y="4248152"/>
            <a:chExt cx="211094" cy="211094"/>
          </a:xfrm>
        </p:grpSpPr>
        <p:sp>
          <p:nvSpPr>
            <p:cNvPr id="128" name="Oval 127">
              <a:extLst>
                <a:ext uri="{FF2B5EF4-FFF2-40B4-BE49-F238E27FC236}">
                  <a16:creationId xmlns:a16="http://schemas.microsoft.com/office/drawing/2014/main" id="{A0F41BC5-538A-436D-96CE-5BF186A1B9C0}"/>
                </a:ext>
              </a:extLst>
            </p:cNvPr>
            <p:cNvSpPr/>
            <p:nvPr/>
          </p:nvSpPr>
          <p:spPr>
            <a:xfrm>
              <a:off x="1677812" y="4248152"/>
              <a:ext cx="211094" cy="211094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9" name="Oval 128">
              <a:extLst>
                <a:ext uri="{FF2B5EF4-FFF2-40B4-BE49-F238E27FC236}">
                  <a16:creationId xmlns:a16="http://schemas.microsoft.com/office/drawing/2014/main" id="{0C82E18B-6211-4E0E-B341-A375BF21C638}"/>
                </a:ext>
              </a:extLst>
            </p:cNvPr>
            <p:cNvSpPr/>
            <p:nvPr/>
          </p:nvSpPr>
          <p:spPr>
            <a:xfrm>
              <a:off x="1708100" y="4278440"/>
              <a:ext cx="150518" cy="150518"/>
            </a:xfrm>
            <a:prstGeom prst="ellipse">
              <a:avLst/>
            </a:prstGeom>
            <a:solidFill>
              <a:srgbClr val="FF596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30" name="Group 129">
            <a:extLst>
              <a:ext uri="{FF2B5EF4-FFF2-40B4-BE49-F238E27FC236}">
                <a16:creationId xmlns:a16="http://schemas.microsoft.com/office/drawing/2014/main" id="{3CA914DC-85F2-4FF9-8B35-B754D0496A9F}"/>
              </a:ext>
            </a:extLst>
          </p:cNvPr>
          <p:cNvGrpSpPr/>
          <p:nvPr/>
        </p:nvGrpSpPr>
        <p:grpSpPr>
          <a:xfrm>
            <a:off x="5816929" y="3517706"/>
            <a:ext cx="211094" cy="211094"/>
            <a:chOff x="3855819" y="4248152"/>
            <a:chExt cx="211094" cy="211094"/>
          </a:xfrm>
        </p:grpSpPr>
        <p:sp>
          <p:nvSpPr>
            <p:cNvPr id="131" name="Oval 130">
              <a:extLst>
                <a:ext uri="{FF2B5EF4-FFF2-40B4-BE49-F238E27FC236}">
                  <a16:creationId xmlns:a16="http://schemas.microsoft.com/office/drawing/2014/main" id="{37925582-D117-410B-AB01-22C2051F3E1B}"/>
                </a:ext>
              </a:extLst>
            </p:cNvPr>
            <p:cNvSpPr/>
            <p:nvPr/>
          </p:nvSpPr>
          <p:spPr>
            <a:xfrm>
              <a:off x="3855819" y="4248152"/>
              <a:ext cx="211094" cy="211094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2" name="Oval 131">
              <a:extLst>
                <a:ext uri="{FF2B5EF4-FFF2-40B4-BE49-F238E27FC236}">
                  <a16:creationId xmlns:a16="http://schemas.microsoft.com/office/drawing/2014/main" id="{EECA96D8-E406-4AB4-A7AF-C0969311312E}"/>
                </a:ext>
              </a:extLst>
            </p:cNvPr>
            <p:cNvSpPr/>
            <p:nvPr/>
          </p:nvSpPr>
          <p:spPr>
            <a:xfrm>
              <a:off x="3886107" y="4278440"/>
              <a:ext cx="150518" cy="150518"/>
            </a:xfrm>
            <a:prstGeom prst="ellipse">
              <a:avLst/>
            </a:prstGeom>
            <a:solidFill>
              <a:srgbClr val="52CBB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33" name="Group 132">
            <a:extLst>
              <a:ext uri="{FF2B5EF4-FFF2-40B4-BE49-F238E27FC236}">
                <a16:creationId xmlns:a16="http://schemas.microsoft.com/office/drawing/2014/main" id="{32D488C7-993A-4046-84D5-C5C1D3921994}"/>
              </a:ext>
            </a:extLst>
          </p:cNvPr>
          <p:cNvGrpSpPr/>
          <p:nvPr/>
        </p:nvGrpSpPr>
        <p:grpSpPr>
          <a:xfrm>
            <a:off x="7934360" y="3517706"/>
            <a:ext cx="211094" cy="211094"/>
            <a:chOff x="5973250" y="4248152"/>
            <a:chExt cx="211094" cy="211094"/>
          </a:xfrm>
        </p:grpSpPr>
        <p:sp>
          <p:nvSpPr>
            <p:cNvPr id="134" name="Oval 133">
              <a:extLst>
                <a:ext uri="{FF2B5EF4-FFF2-40B4-BE49-F238E27FC236}">
                  <a16:creationId xmlns:a16="http://schemas.microsoft.com/office/drawing/2014/main" id="{1BD518F5-B2EA-4A0C-8251-81B075518DC4}"/>
                </a:ext>
              </a:extLst>
            </p:cNvPr>
            <p:cNvSpPr/>
            <p:nvPr/>
          </p:nvSpPr>
          <p:spPr>
            <a:xfrm>
              <a:off x="5973250" y="4248152"/>
              <a:ext cx="211094" cy="211094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5" name="Oval 134">
              <a:extLst>
                <a:ext uri="{FF2B5EF4-FFF2-40B4-BE49-F238E27FC236}">
                  <a16:creationId xmlns:a16="http://schemas.microsoft.com/office/drawing/2014/main" id="{1F5C5634-ECA4-4D92-B617-58C5C2D48A63}"/>
                </a:ext>
              </a:extLst>
            </p:cNvPr>
            <p:cNvSpPr/>
            <p:nvPr/>
          </p:nvSpPr>
          <p:spPr>
            <a:xfrm>
              <a:off x="6003538" y="4278440"/>
              <a:ext cx="150518" cy="150518"/>
            </a:xfrm>
            <a:prstGeom prst="ellipse">
              <a:avLst/>
            </a:prstGeom>
            <a:solidFill>
              <a:srgbClr val="FEC63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5" name="Group 144">
            <a:extLst>
              <a:ext uri="{FF2B5EF4-FFF2-40B4-BE49-F238E27FC236}">
                <a16:creationId xmlns:a16="http://schemas.microsoft.com/office/drawing/2014/main" id="{BF8EBA3D-452D-47CD-B904-0B23290B33D1}"/>
              </a:ext>
            </a:extLst>
          </p:cNvPr>
          <p:cNvGrpSpPr/>
          <p:nvPr/>
        </p:nvGrpSpPr>
        <p:grpSpPr>
          <a:xfrm>
            <a:off x="1496411" y="0"/>
            <a:ext cx="9961092" cy="6858000"/>
            <a:chOff x="491575" y="0"/>
            <a:chExt cx="9961092" cy="6858000"/>
          </a:xfrm>
        </p:grpSpPr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BEF50569-12D0-443A-A8E7-A819E72B4F7B}"/>
                </a:ext>
              </a:extLst>
            </p:cNvPr>
            <p:cNvSpPr/>
            <p:nvPr/>
          </p:nvSpPr>
          <p:spPr>
            <a:xfrm>
              <a:off x="491575" y="0"/>
              <a:ext cx="9961092" cy="6858000"/>
            </a:xfrm>
            <a:prstGeom prst="rect">
              <a:avLst/>
            </a:prstGeom>
            <a:solidFill>
              <a:srgbClr val="F0EEF0"/>
            </a:solidFill>
            <a:ln>
              <a:noFill/>
            </a:ln>
            <a:effectLst>
              <a:outerShdw blurRad="215900" dist="38100" sx="101000" sy="101000" algn="l" rotWithShape="0">
                <a:schemeClr val="tx1">
                  <a:lumMod val="65000"/>
                  <a:lumOff val="35000"/>
                  <a:alpha val="35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32659E1F-B511-4620-BC32-708DD10CBC18}"/>
                </a:ext>
              </a:extLst>
            </p:cNvPr>
            <p:cNvSpPr/>
            <p:nvPr/>
          </p:nvSpPr>
          <p:spPr>
            <a:xfrm>
              <a:off x="9284267" y="2337440"/>
              <a:ext cx="1168400" cy="2360918"/>
            </a:xfrm>
            <a:custGeom>
              <a:avLst/>
              <a:gdLst>
                <a:gd name="connsiteX0" fmla="*/ 1168400 w 1168400"/>
                <a:gd name="connsiteY0" fmla="*/ 0 h 2360918"/>
                <a:gd name="connsiteX1" fmla="*/ 1168400 w 1168400"/>
                <a:gd name="connsiteY1" fmla="*/ 2360918 h 2360918"/>
                <a:gd name="connsiteX2" fmla="*/ 1060340 w 1168400"/>
                <a:gd name="connsiteY2" fmla="*/ 2355461 h 2360918"/>
                <a:gd name="connsiteX3" fmla="*/ 0 w 1168400"/>
                <a:gd name="connsiteY3" fmla="*/ 1180459 h 2360918"/>
                <a:gd name="connsiteX4" fmla="*/ 1060340 w 1168400"/>
                <a:gd name="connsiteY4" fmla="*/ 5457 h 2360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68400" h="2360918">
                  <a:moveTo>
                    <a:pt x="1168400" y="0"/>
                  </a:moveTo>
                  <a:lnTo>
                    <a:pt x="1168400" y="2360918"/>
                  </a:lnTo>
                  <a:lnTo>
                    <a:pt x="1060340" y="2355461"/>
                  </a:lnTo>
                  <a:cubicBezTo>
                    <a:pt x="464762" y="2294977"/>
                    <a:pt x="0" y="1791994"/>
                    <a:pt x="0" y="1180459"/>
                  </a:cubicBezTo>
                  <a:cubicBezTo>
                    <a:pt x="0" y="568924"/>
                    <a:pt x="464762" y="65941"/>
                    <a:pt x="1060340" y="5457"/>
                  </a:cubicBezTo>
                  <a:close/>
                </a:path>
              </a:pathLst>
            </a:custGeom>
            <a:solidFill>
              <a:srgbClr val="FFC73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8" name="TextBox 147">
              <a:extLst>
                <a:ext uri="{FF2B5EF4-FFF2-40B4-BE49-F238E27FC236}">
                  <a16:creationId xmlns:a16="http://schemas.microsoft.com/office/drawing/2014/main" id="{D75E0FF4-DD95-4374-A96E-74902F41406D}"/>
                </a:ext>
              </a:extLst>
            </p:cNvPr>
            <p:cNvSpPr txBox="1"/>
            <p:nvPr/>
          </p:nvSpPr>
          <p:spPr>
            <a:xfrm rot="16200000">
              <a:off x="9117129" y="3328109"/>
              <a:ext cx="199208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rgbClr val="F0EEF0"/>
                  </a:solidFill>
                  <a:latin typeface="Tw Cen MT" panose="020B0602020104020603" pitchFamily="34" charset="0"/>
                </a:rPr>
                <a:t>Batasan </a:t>
              </a:r>
              <a:r>
                <a:rPr lang="en-US" b="1" dirty="0" err="1">
                  <a:solidFill>
                    <a:srgbClr val="F0EEF0"/>
                  </a:solidFill>
                  <a:latin typeface="Tw Cen MT" panose="020B0602020104020603" pitchFamily="34" charset="0"/>
                </a:rPr>
                <a:t>Masalah</a:t>
              </a:r>
              <a:endParaRPr lang="en-US" b="1" dirty="0">
                <a:solidFill>
                  <a:srgbClr val="F0EEF0"/>
                </a:solidFill>
                <a:latin typeface="Tw Cen MT" panose="020B0602020104020603" pitchFamily="34" charset="0"/>
              </a:endParaRPr>
            </a:p>
          </p:txBody>
        </p:sp>
        <p:pic>
          <p:nvPicPr>
            <p:cNvPr id="149" name="Picture 148">
              <a:extLst>
                <a:ext uri="{FF2B5EF4-FFF2-40B4-BE49-F238E27FC236}">
                  <a16:creationId xmlns:a16="http://schemas.microsoft.com/office/drawing/2014/main" id="{13B43634-15E2-4DD3-86FC-8718B1C8F7C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9385467" y="3247473"/>
              <a:ext cx="530600" cy="530600"/>
            </a:xfrm>
            <a:prstGeom prst="rect">
              <a:avLst/>
            </a:prstGeom>
          </p:spPr>
        </p:pic>
      </p:grpSp>
      <p:grpSp>
        <p:nvGrpSpPr>
          <p:cNvPr id="150" name="Group 149">
            <a:extLst>
              <a:ext uri="{FF2B5EF4-FFF2-40B4-BE49-F238E27FC236}">
                <a16:creationId xmlns:a16="http://schemas.microsoft.com/office/drawing/2014/main" id="{59CDFFC8-1070-4F56-90DB-02B9C56598D7}"/>
              </a:ext>
            </a:extLst>
          </p:cNvPr>
          <p:cNvGrpSpPr/>
          <p:nvPr/>
        </p:nvGrpSpPr>
        <p:grpSpPr>
          <a:xfrm>
            <a:off x="1387418" y="0"/>
            <a:ext cx="9574094" cy="6858000"/>
            <a:chOff x="491575" y="0"/>
            <a:chExt cx="9574094" cy="6858000"/>
          </a:xfrm>
        </p:grpSpPr>
        <p:sp>
          <p:nvSpPr>
            <p:cNvPr id="151" name="Rectangle 150">
              <a:extLst>
                <a:ext uri="{FF2B5EF4-FFF2-40B4-BE49-F238E27FC236}">
                  <a16:creationId xmlns:a16="http://schemas.microsoft.com/office/drawing/2014/main" id="{8B3ED22B-75E8-4E51-82D5-B179B14CBCD4}"/>
                </a:ext>
              </a:extLst>
            </p:cNvPr>
            <p:cNvSpPr/>
            <p:nvPr/>
          </p:nvSpPr>
          <p:spPr>
            <a:xfrm>
              <a:off x="491575" y="0"/>
              <a:ext cx="9574094" cy="6858000"/>
            </a:xfrm>
            <a:prstGeom prst="rect">
              <a:avLst/>
            </a:prstGeom>
            <a:solidFill>
              <a:srgbClr val="F0EEF0"/>
            </a:solidFill>
            <a:ln>
              <a:noFill/>
            </a:ln>
            <a:effectLst>
              <a:outerShdw blurRad="215900" dist="38100" sx="101000" sy="101000" algn="l" rotWithShape="0">
                <a:schemeClr val="tx1">
                  <a:lumMod val="65000"/>
                  <a:lumOff val="35000"/>
                  <a:alpha val="35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CA2B3163-CAEF-4C00-B78F-8CCFB7D69F8A}"/>
                </a:ext>
              </a:extLst>
            </p:cNvPr>
            <p:cNvSpPr/>
            <p:nvPr/>
          </p:nvSpPr>
          <p:spPr>
            <a:xfrm>
              <a:off x="8897260" y="2337440"/>
              <a:ext cx="1168400" cy="2360918"/>
            </a:xfrm>
            <a:custGeom>
              <a:avLst/>
              <a:gdLst>
                <a:gd name="connsiteX0" fmla="*/ 1168400 w 1168400"/>
                <a:gd name="connsiteY0" fmla="*/ 0 h 2360918"/>
                <a:gd name="connsiteX1" fmla="*/ 1168400 w 1168400"/>
                <a:gd name="connsiteY1" fmla="*/ 2360918 h 2360918"/>
                <a:gd name="connsiteX2" fmla="*/ 1060340 w 1168400"/>
                <a:gd name="connsiteY2" fmla="*/ 2355461 h 2360918"/>
                <a:gd name="connsiteX3" fmla="*/ 0 w 1168400"/>
                <a:gd name="connsiteY3" fmla="*/ 1180459 h 2360918"/>
                <a:gd name="connsiteX4" fmla="*/ 1060340 w 1168400"/>
                <a:gd name="connsiteY4" fmla="*/ 5457 h 2360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68400" h="2360918">
                  <a:moveTo>
                    <a:pt x="1168400" y="0"/>
                  </a:moveTo>
                  <a:lnTo>
                    <a:pt x="1168400" y="2360918"/>
                  </a:lnTo>
                  <a:lnTo>
                    <a:pt x="1060340" y="2355461"/>
                  </a:lnTo>
                  <a:cubicBezTo>
                    <a:pt x="464762" y="2294977"/>
                    <a:pt x="0" y="1791994"/>
                    <a:pt x="0" y="1180459"/>
                  </a:cubicBezTo>
                  <a:cubicBezTo>
                    <a:pt x="0" y="568924"/>
                    <a:pt x="464762" y="65941"/>
                    <a:pt x="1060340" y="5457"/>
                  </a:cubicBezTo>
                  <a:close/>
                </a:path>
              </a:pathLst>
            </a:custGeom>
            <a:solidFill>
              <a:srgbClr val="5D737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3" name="TextBox 152">
              <a:extLst>
                <a:ext uri="{FF2B5EF4-FFF2-40B4-BE49-F238E27FC236}">
                  <a16:creationId xmlns:a16="http://schemas.microsoft.com/office/drawing/2014/main" id="{6BE980A4-9FF8-447C-AAD8-DB0DE4BAE3F5}"/>
                </a:ext>
              </a:extLst>
            </p:cNvPr>
            <p:cNvSpPr txBox="1"/>
            <p:nvPr/>
          </p:nvSpPr>
          <p:spPr>
            <a:xfrm rot="16200000">
              <a:off x="8746453" y="3328108"/>
              <a:ext cx="199208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 err="1">
                  <a:solidFill>
                    <a:srgbClr val="F0EEF0"/>
                  </a:solidFill>
                  <a:latin typeface="Tw Cen MT" panose="020B0602020104020603" pitchFamily="34" charset="0"/>
                </a:rPr>
                <a:t>Rumusan</a:t>
              </a:r>
              <a:r>
                <a:rPr lang="en-US" b="1" dirty="0">
                  <a:solidFill>
                    <a:srgbClr val="F0EEF0"/>
                  </a:solidFill>
                  <a:latin typeface="Tw Cen MT" panose="020B0602020104020603" pitchFamily="34" charset="0"/>
                </a:rPr>
                <a:t> </a:t>
              </a:r>
              <a:r>
                <a:rPr lang="en-US" b="1" dirty="0" err="1">
                  <a:solidFill>
                    <a:srgbClr val="F0EEF0"/>
                  </a:solidFill>
                  <a:latin typeface="Tw Cen MT" panose="020B0602020104020603" pitchFamily="34" charset="0"/>
                </a:rPr>
                <a:t>Masalah</a:t>
              </a:r>
              <a:endParaRPr lang="en-US" b="1" dirty="0">
                <a:solidFill>
                  <a:srgbClr val="F0EEF0"/>
                </a:solidFill>
                <a:latin typeface="Tw Cen MT" panose="020B0602020104020603" pitchFamily="34" charset="0"/>
              </a:endParaRPr>
            </a:p>
          </p:txBody>
        </p:sp>
        <p:pic>
          <p:nvPicPr>
            <p:cNvPr id="154" name="Picture 153">
              <a:extLst>
                <a:ext uri="{FF2B5EF4-FFF2-40B4-BE49-F238E27FC236}">
                  <a16:creationId xmlns:a16="http://schemas.microsoft.com/office/drawing/2014/main" id="{CC7C8902-130A-42BA-83B9-8B76BFF3984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8992269" y="3247473"/>
              <a:ext cx="530600" cy="530600"/>
            </a:xfrm>
            <a:prstGeom prst="rect">
              <a:avLst/>
            </a:prstGeom>
          </p:spPr>
        </p:pic>
      </p:grpSp>
      <p:grpSp>
        <p:nvGrpSpPr>
          <p:cNvPr id="155" name="Group 154">
            <a:extLst>
              <a:ext uri="{FF2B5EF4-FFF2-40B4-BE49-F238E27FC236}">
                <a16:creationId xmlns:a16="http://schemas.microsoft.com/office/drawing/2014/main" id="{413D7F57-DC06-4DD4-B258-FF8D62457991}"/>
              </a:ext>
            </a:extLst>
          </p:cNvPr>
          <p:cNvGrpSpPr/>
          <p:nvPr/>
        </p:nvGrpSpPr>
        <p:grpSpPr>
          <a:xfrm>
            <a:off x="1762646" y="-1"/>
            <a:ext cx="8692332" cy="6858000"/>
            <a:chOff x="718505" y="-1"/>
            <a:chExt cx="8692332" cy="6858000"/>
          </a:xfrm>
        </p:grpSpPr>
        <p:sp>
          <p:nvSpPr>
            <p:cNvPr id="156" name="Rectangle 155">
              <a:extLst>
                <a:ext uri="{FF2B5EF4-FFF2-40B4-BE49-F238E27FC236}">
                  <a16:creationId xmlns:a16="http://schemas.microsoft.com/office/drawing/2014/main" id="{0A010B44-F2BA-4BDE-BF22-60FCCA85E1D8}"/>
                </a:ext>
              </a:extLst>
            </p:cNvPr>
            <p:cNvSpPr/>
            <p:nvPr/>
          </p:nvSpPr>
          <p:spPr>
            <a:xfrm>
              <a:off x="718505" y="-1"/>
              <a:ext cx="8692331" cy="6858000"/>
            </a:xfrm>
            <a:prstGeom prst="rect">
              <a:avLst/>
            </a:prstGeom>
            <a:solidFill>
              <a:srgbClr val="F0EEF0"/>
            </a:solidFill>
            <a:ln>
              <a:noFill/>
            </a:ln>
            <a:effectLst>
              <a:outerShdw blurRad="215900" dist="38100" sx="101000" sy="101000" algn="l" rotWithShape="0">
                <a:schemeClr val="tx1">
                  <a:lumMod val="65000"/>
                  <a:lumOff val="35000"/>
                  <a:alpha val="35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7" name="Freeform: Shape 156">
              <a:extLst>
                <a:ext uri="{FF2B5EF4-FFF2-40B4-BE49-F238E27FC236}">
                  <a16:creationId xmlns:a16="http://schemas.microsoft.com/office/drawing/2014/main" id="{3AC48898-A626-4933-9DBE-504CD30DA599}"/>
                </a:ext>
              </a:extLst>
            </p:cNvPr>
            <p:cNvSpPr/>
            <p:nvPr/>
          </p:nvSpPr>
          <p:spPr>
            <a:xfrm>
              <a:off x="8242436" y="2337439"/>
              <a:ext cx="1168400" cy="2360918"/>
            </a:xfrm>
            <a:custGeom>
              <a:avLst/>
              <a:gdLst>
                <a:gd name="connsiteX0" fmla="*/ 1168400 w 1168400"/>
                <a:gd name="connsiteY0" fmla="*/ 0 h 2360918"/>
                <a:gd name="connsiteX1" fmla="*/ 1168400 w 1168400"/>
                <a:gd name="connsiteY1" fmla="*/ 2360918 h 2360918"/>
                <a:gd name="connsiteX2" fmla="*/ 1060340 w 1168400"/>
                <a:gd name="connsiteY2" fmla="*/ 2355461 h 2360918"/>
                <a:gd name="connsiteX3" fmla="*/ 0 w 1168400"/>
                <a:gd name="connsiteY3" fmla="*/ 1180459 h 2360918"/>
                <a:gd name="connsiteX4" fmla="*/ 1060340 w 1168400"/>
                <a:gd name="connsiteY4" fmla="*/ 5457 h 2360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68400" h="2360918">
                  <a:moveTo>
                    <a:pt x="1168400" y="0"/>
                  </a:moveTo>
                  <a:lnTo>
                    <a:pt x="1168400" y="2360918"/>
                  </a:lnTo>
                  <a:lnTo>
                    <a:pt x="1060340" y="2355461"/>
                  </a:lnTo>
                  <a:cubicBezTo>
                    <a:pt x="464762" y="2294977"/>
                    <a:pt x="0" y="1791994"/>
                    <a:pt x="0" y="1180459"/>
                  </a:cubicBezTo>
                  <a:cubicBezTo>
                    <a:pt x="0" y="568924"/>
                    <a:pt x="464762" y="65941"/>
                    <a:pt x="1060340" y="5457"/>
                  </a:cubicBezTo>
                  <a:close/>
                </a:path>
              </a:pathLst>
            </a:cu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8" name="TextBox 157">
              <a:extLst>
                <a:ext uri="{FF2B5EF4-FFF2-40B4-BE49-F238E27FC236}">
                  <a16:creationId xmlns:a16="http://schemas.microsoft.com/office/drawing/2014/main" id="{4D28EC67-A3BA-4ADF-8961-3F5667831832}"/>
                </a:ext>
              </a:extLst>
            </p:cNvPr>
            <p:cNvSpPr txBox="1"/>
            <p:nvPr/>
          </p:nvSpPr>
          <p:spPr>
            <a:xfrm rot="16200000">
              <a:off x="8091629" y="3189608"/>
              <a:ext cx="199208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 err="1">
                  <a:solidFill>
                    <a:srgbClr val="F0EEF0"/>
                  </a:solidFill>
                  <a:latin typeface="Tw Cen MT" panose="020B0602020104020603" pitchFamily="34" charset="0"/>
                </a:rPr>
                <a:t>Tujuan</a:t>
              </a:r>
              <a:r>
                <a:rPr lang="en-US" b="1" dirty="0">
                  <a:solidFill>
                    <a:srgbClr val="F0EEF0"/>
                  </a:solidFill>
                  <a:latin typeface="Tw Cen MT" panose="020B0602020104020603" pitchFamily="34" charset="0"/>
                </a:rPr>
                <a:t> </a:t>
              </a:r>
              <a:r>
                <a:rPr lang="en-US" b="1" dirty="0" err="1">
                  <a:solidFill>
                    <a:srgbClr val="F0EEF0"/>
                  </a:solidFill>
                  <a:latin typeface="Tw Cen MT" panose="020B0602020104020603" pitchFamily="34" charset="0"/>
                </a:rPr>
                <a:t>Perancangan</a:t>
              </a:r>
              <a:endParaRPr lang="en-US" b="1" dirty="0">
                <a:solidFill>
                  <a:srgbClr val="F0EEF0"/>
                </a:solidFill>
                <a:latin typeface="Tw Cen MT" panose="020B0602020104020603" pitchFamily="34" charset="0"/>
              </a:endParaRPr>
            </a:p>
          </p:txBody>
        </p:sp>
        <p:pic>
          <p:nvPicPr>
            <p:cNvPr id="159" name="Picture 158">
              <a:extLst>
                <a:ext uri="{FF2B5EF4-FFF2-40B4-BE49-F238E27FC236}">
                  <a16:creationId xmlns:a16="http://schemas.microsoft.com/office/drawing/2014/main" id="{1B35D458-ABD3-496F-80F2-A7DF5517D8C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8340472" y="3247473"/>
              <a:ext cx="530600" cy="530600"/>
            </a:xfrm>
            <a:prstGeom prst="rect">
              <a:avLst/>
            </a:prstGeom>
          </p:spPr>
        </p:pic>
      </p:grpSp>
      <p:grpSp>
        <p:nvGrpSpPr>
          <p:cNvPr id="160" name="Group 159">
            <a:extLst>
              <a:ext uri="{FF2B5EF4-FFF2-40B4-BE49-F238E27FC236}">
                <a16:creationId xmlns:a16="http://schemas.microsoft.com/office/drawing/2014/main" id="{AB89704A-10D9-4678-B55F-4A6DC496B903}"/>
              </a:ext>
            </a:extLst>
          </p:cNvPr>
          <p:cNvGrpSpPr/>
          <p:nvPr/>
        </p:nvGrpSpPr>
        <p:grpSpPr>
          <a:xfrm>
            <a:off x="-8180638" y="-1"/>
            <a:ext cx="9948758" cy="6858000"/>
            <a:chOff x="-9337032" y="-1"/>
            <a:chExt cx="9948758" cy="6858000"/>
          </a:xfrm>
        </p:grpSpPr>
        <p:sp>
          <p:nvSpPr>
            <p:cNvPr id="161" name="Rectangle 160">
              <a:extLst>
                <a:ext uri="{FF2B5EF4-FFF2-40B4-BE49-F238E27FC236}">
                  <a16:creationId xmlns:a16="http://schemas.microsoft.com/office/drawing/2014/main" id="{5264F1BB-1B3F-49E9-80CA-3C511CA23371}"/>
                </a:ext>
              </a:extLst>
            </p:cNvPr>
            <p:cNvSpPr/>
            <p:nvPr/>
          </p:nvSpPr>
          <p:spPr>
            <a:xfrm>
              <a:off x="-9337032" y="-1"/>
              <a:ext cx="9923504" cy="6858000"/>
            </a:xfrm>
            <a:prstGeom prst="rect">
              <a:avLst/>
            </a:prstGeom>
            <a:solidFill>
              <a:srgbClr val="F0EEF0"/>
            </a:solidFill>
            <a:ln>
              <a:noFill/>
            </a:ln>
            <a:effectLst>
              <a:outerShdw blurRad="215900" dist="38100" sx="101000" sy="101000" algn="l" rotWithShape="0">
                <a:schemeClr val="tx1">
                  <a:lumMod val="65000"/>
                  <a:lumOff val="35000"/>
                  <a:alpha val="35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2B61D79C-FE90-47FB-B78B-B3B793AB02CA}"/>
                </a:ext>
              </a:extLst>
            </p:cNvPr>
            <p:cNvSpPr/>
            <p:nvPr/>
          </p:nvSpPr>
          <p:spPr>
            <a:xfrm>
              <a:off x="-577928" y="2337438"/>
              <a:ext cx="1168400" cy="2360918"/>
            </a:xfrm>
            <a:custGeom>
              <a:avLst/>
              <a:gdLst>
                <a:gd name="connsiteX0" fmla="*/ 1168400 w 1168400"/>
                <a:gd name="connsiteY0" fmla="*/ 0 h 2360918"/>
                <a:gd name="connsiteX1" fmla="*/ 1168400 w 1168400"/>
                <a:gd name="connsiteY1" fmla="*/ 2360918 h 2360918"/>
                <a:gd name="connsiteX2" fmla="*/ 1060340 w 1168400"/>
                <a:gd name="connsiteY2" fmla="*/ 2355461 h 2360918"/>
                <a:gd name="connsiteX3" fmla="*/ 0 w 1168400"/>
                <a:gd name="connsiteY3" fmla="*/ 1180459 h 2360918"/>
                <a:gd name="connsiteX4" fmla="*/ 1060340 w 1168400"/>
                <a:gd name="connsiteY4" fmla="*/ 5457 h 2360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68400" h="2360918">
                  <a:moveTo>
                    <a:pt x="1168400" y="0"/>
                  </a:moveTo>
                  <a:lnTo>
                    <a:pt x="1168400" y="2360918"/>
                  </a:lnTo>
                  <a:lnTo>
                    <a:pt x="1060340" y="2355461"/>
                  </a:lnTo>
                  <a:cubicBezTo>
                    <a:pt x="464762" y="2294977"/>
                    <a:pt x="0" y="1791994"/>
                    <a:pt x="0" y="1180459"/>
                  </a:cubicBezTo>
                  <a:cubicBezTo>
                    <a:pt x="0" y="568924"/>
                    <a:pt x="464762" y="65941"/>
                    <a:pt x="1060340" y="5457"/>
                  </a:cubicBezTo>
                  <a:close/>
                </a:path>
              </a:pathLst>
            </a:custGeom>
            <a:solidFill>
              <a:srgbClr val="00A0A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3" name="TextBox 162">
              <a:extLst>
                <a:ext uri="{FF2B5EF4-FFF2-40B4-BE49-F238E27FC236}">
                  <a16:creationId xmlns:a16="http://schemas.microsoft.com/office/drawing/2014/main" id="{E9B70F99-384A-4A5C-A23E-1F49CAADEFD4}"/>
                </a:ext>
              </a:extLst>
            </p:cNvPr>
            <p:cNvSpPr txBox="1"/>
            <p:nvPr/>
          </p:nvSpPr>
          <p:spPr>
            <a:xfrm rot="16200000">
              <a:off x="-738260" y="3158830"/>
              <a:ext cx="199208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rgbClr val="F0EEF0"/>
                  </a:solidFill>
                  <a:latin typeface="Tw Cen MT" panose="020B0602020104020603" pitchFamily="34" charset="0"/>
                </a:rPr>
                <a:t>Manfaat</a:t>
              </a:r>
              <a:r>
                <a:rPr lang="en-US" sz="2000" b="1" dirty="0">
                  <a:solidFill>
                    <a:srgbClr val="F0EEF0"/>
                  </a:solidFill>
                  <a:latin typeface="Tw Cen MT" panose="020B0602020104020603" pitchFamily="34" charset="0"/>
                </a:rPr>
                <a:t> </a:t>
              </a:r>
              <a:r>
                <a:rPr lang="en-US" sz="2000" b="1" dirty="0" err="1">
                  <a:solidFill>
                    <a:srgbClr val="F0EEF0"/>
                  </a:solidFill>
                  <a:latin typeface="Tw Cen MT" panose="020B0602020104020603" pitchFamily="34" charset="0"/>
                </a:rPr>
                <a:t>Perancangan</a:t>
              </a:r>
              <a:endParaRPr lang="en-US" sz="2000" b="1" dirty="0">
                <a:solidFill>
                  <a:srgbClr val="F0EEF0"/>
                </a:solidFill>
                <a:latin typeface="Tw Cen MT" panose="020B0602020104020603" pitchFamily="34" charset="0"/>
              </a:endParaRPr>
            </a:p>
          </p:txBody>
        </p:sp>
        <p:pic>
          <p:nvPicPr>
            <p:cNvPr id="164" name="Picture 163">
              <a:extLst>
                <a:ext uri="{FF2B5EF4-FFF2-40B4-BE49-F238E27FC236}">
                  <a16:creationId xmlns:a16="http://schemas.microsoft.com/office/drawing/2014/main" id="{BB5632DE-AE54-40EA-95F5-CB8E8FFF1F3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-491912" y="3247473"/>
              <a:ext cx="530600" cy="530600"/>
            </a:xfrm>
            <a:prstGeom prst="rect">
              <a:avLst/>
            </a:prstGeom>
          </p:spPr>
        </p:pic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7237CDAF-9D5B-4A0C-BD1B-BEF880DF7E55}"/>
              </a:ext>
            </a:extLst>
          </p:cNvPr>
          <p:cNvGrpSpPr/>
          <p:nvPr/>
        </p:nvGrpSpPr>
        <p:grpSpPr>
          <a:xfrm>
            <a:off x="2066411" y="1562024"/>
            <a:ext cx="7074877" cy="3947143"/>
            <a:chOff x="2437685" y="1434803"/>
            <a:chExt cx="7405148" cy="4257696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B1EC8C09-F03A-403A-9D30-87F77A4F1800}"/>
                </a:ext>
              </a:extLst>
            </p:cNvPr>
            <p:cNvSpPr/>
            <p:nvPr/>
          </p:nvSpPr>
          <p:spPr>
            <a:xfrm>
              <a:off x="2437685" y="2472834"/>
              <a:ext cx="7405148" cy="2181626"/>
            </a:xfrm>
            <a:prstGeom prst="roundRect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id-ID" sz="2400" dirty="0">
                  <a:solidFill>
                    <a:schemeClr val="bg1">
                      <a:lumMod val="50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Times New Roman" panose="02020603050405020304" pitchFamily="18" charset="0"/>
                  <a:ea typeface="Times New Roman" panose="02020603050405020304" pitchFamily="18" charset="0"/>
                </a:rPr>
                <a:t>Menghasilka</a:t>
              </a:r>
              <a:r>
                <a:rPr lang="en-US" sz="2400" dirty="0">
                  <a:solidFill>
                    <a:schemeClr val="bg1">
                      <a:lumMod val="50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Times New Roman" panose="02020603050405020304" pitchFamily="18" charset="0"/>
                  <a:ea typeface="Times New Roman" panose="02020603050405020304" pitchFamily="18" charset="0"/>
                </a:rPr>
                <a:t>n </a:t>
              </a:r>
              <a:r>
                <a:rPr lang="en-US" sz="2400" dirty="0" err="1">
                  <a:solidFill>
                    <a:schemeClr val="bg1">
                      <a:lumMod val="50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Times New Roman" panose="02020603050405020304" pitchFamily="18" charset="0"/>
                  <a:ea typeface="Times New Roman" panose="02020603050405020304" pitchFamily="18" charset="0"/>
                </a:rPr>
                <a:t>Sebuah</a:t>
              </a:r>
              <a:r>
                <a:rPr lang="en-US" sz="2400" dirty="0">
                  <a:solidFill>
                    <a:schemeClr val="bg1">
                      <a:lumMod val="50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Times New Roman" panose="02020603050405020304" pitchFamily="18" charset="0"/>
                  <a:ea typeface="Times New Roman" panose="02020603050405020304" pitchFamily="18" charset="0"/>
                </a:rPr>
                <a:t> Platform yang </a:t>
              </a:r>
              <a:r>
                <a:rPr lang="en-US" sz="2400" dirty="0" err="1">
                  <a:solidFill>
                    <a:schemeClr val="bg1">
                      <a:lumMod val="50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Times New Roman" panose="02020603050405020304" pitchFamily="18" charset="0"/>
                  <a:ea typeface="Times New Roman" panose="02020603050405020304" pitchFamily="18" charset="0"/>
                </a:rPr>
                <a:t>Dapat</a:t>
              </a:r>
              <a:r>
                <a:rPr lang="en-US" sz="2400" dirty="0">
                  <a:solidFill>
                    <a:schemeClr val="bg1">
                      <a:lumMod val="50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Times New Roman" panose="02020603050405020304" pitchFamily="18" charset="0"/>
                  <a:ea typeface="Times New Roman" panose="02020603050405020304" pitchFamily="18" charset="0"/>
                </a:rPr>
                <a:t> </a:t>
              </a:r>
              <a:r>
                <a:rPr lang="en-US" sz="2400" dirty="0" err="1">
                  <a:solidFill>
                    <a:schemeClr val="bg1">
                      <a:lumMod val="50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Times New Roman" panose="02020603050405020304" pitchFamily="18" charset="0"/>
                  <a:ea typeface="Times New Roman" panose="02020603050405020304" pitchFamily="18" charset="0"/>
                </a:rPr>
                <a:t>Diterapkan</a:t>
              </a:r>
              <a:r>
                <a:rPr lang="en-US" sz="2400" dirty="0">
                  <a:solidFill>
                    <a:schemeClr val="bg1">
                      <a:lumMod val="50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Times New Roman" panose="02020603050405020304" pitchFamily="18" charset="0"/>
                  <a:ea typeface="Times New Roman" panose="02020603050405020304" pitchFamily="18" charset="0"/>
                </a:rPr>
                <a:t> </a:t>
              </a:r>
              <a:r>
                <a:rPr lang="en-US" sz="2400" dirty="0" err="1">
                  <a:solidFill>
                    <a:schemeClr val="bg1">
                      <a:lumMod val="50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Times New Roman" panose="02020603050405020304" pitchFamily="18" charset="0"/>
                  <a:ea typeface="Times New Roman" panose="02020603050405020304" pitchFamily="18" charset="0"/>
                </a:rPr>
                <a:t>untuk</a:t>
              </a:r>
              <a:r>
                <a:rPr lang="en-US" sz="2400" dirty="0">
                  <a:solidFill>
                    <a:schemeClr val="bg1">
                      <a:lumMod val="50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Times New Roman" panose="02020603050405020304" pitchFamily="18" charset="0"/>
                  <a:ea typeface="Times New Roman" panose="02020603050405020304" pitchFamily="18" charset="0"/>
                </a:rPr>
                <a:t> </a:t>
              </a:r>
              <a:r>
                <a:rPr lang="en-US" sz="2400" dirty="0" err="1">
                  <a:solidFill>
                    <a:schemeClr val="bg1">
                      <a:lumMod val="50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Times New Roman" panose="02020603050405020304" pitchFamily="18" charset="0"/>
                  <a:ea typeface="Times New Roman" panose="02020603050405020304" pitchFamily="18" charset="0"/>
                </a:rPr>
                <a:t>Pembelajaran</a:t>
              </a:r>
              <a:r>
                <a:rPr lang="en-US" sz="2400" dirty="0">
                  <a:solidFill>
                    <a:schemeClr val="bg1">
                      <a:lumMod val="50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Times New Roman" panose="02020603050405020304" pitchFamily="18" charset="0"/>
                  <a:ea typeface="Times New Roman" panose="02020603050405020304" pitchFamily="18" charset="0"/>
                </a:rPr>
                <a:t> Daring </a:t>
              </a:r>
              <a:r>
                <a:rPr lang="en-US" sz="2400" dirty="0" err="1">
                  <a:solidFill>
                    <a:schemeClr val="bg1">
                      <a:lumMod val="50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Times New Roman" panose="02020603050405020304" pitchFamily="18" charset="0"/>
                  <a:ea typeface="Times New Roman" panose="02020603050405020304" pitchFamily="18" charset="0"/>
                </a:rPr>
                <a:t>Berbasis</a:t>
              </a:r>
              <a:r>
                <a:rPr lang="en-US" sz="2400" dirty="0">
                  <a:solidFill>
                    <a:schemeClr val="bg1">
                      <a:lumMod val="50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Times New Roman" panose="02020603050405020304" pitchFamily="18" charset="0"/>
                  <a:ea typeface="Times New Roman" panose="02020603050405020304" pitchFamily="18" charset="0"/>
                </a:rPr>
                <a:t> </a:t>
              </a:r>
              <a:r>
                <a:rPr lang="en-US" sz="2400" i="1" dirty="0">
                  <a:solidFill>
                    <a:schemeClr val="bg1">
                      <a:lumMod val="50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Times New Roman" panose="02020603050405020304" pitchFamily="18" charset="0"/>
                  <a:ea typeface="Times New Roman" panose="02020603050405020304" pitchFamily="18" charset="0"/>
                </a:rPr>
                <a:t>Web Conference </a:t>
              </a:r>
              <a:r>
                <a:rPr lang="en-US" sz="2400" dirty="0">
                  <a:solidFill>
                    <a:schemeClr val="bg1">
                      <a:lumMod val="50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Times New Roman" panose="02020603050405020304" pitchFamily="18" charset="0"/>
                  <a:ea typeface="Times New Roman" panose="02020603050405020304" pitchFamily="18" charset="0"/>
                </a:rPr>
                <a:t> dan </a:t>
              </a:r>
              <a:r>
                <a:rPr lang="en-US" sz="2400" dirty="0" err="1">
                  <a:solidFill>
                    <a:schemeClr val="bg1">
                      <a:lumMod val="50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Times New Roman" panose="02020603050405020304" pitchFamily="18" charset="0"/>
                  <a:ea typeface="Times New Roman" panose="02020603050405020304" pitchFamily="18" charset="0"/>
                </a:rPr>
                <a:t>Diintergrasikan</a:t>
              </a:r>
              <a:r>
                <a:rPr lang="en-US" sz="2400" dirty="0">
                  <a:solidFill>
                    <a:schemeClr val="bg1">
                      <a:lumMod val="50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Times New Roman" panose="02020603050405020304" pitchFamily="18" charset="0"/>
                  <a:ea typeface="Times New Roman" panose="02020603050405020304" pitchFamily="18" charset="0"/>
                </a:rPr>
                <a:t> </a:t>
              </a:r>
              <a:r>
                <a:rPr lang="en-US" sz="2400" dirty="0" err="1">
                  <a:solidFill>
                    <a:schemeClr val="bg1">
                      <a:lumMod val="50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Times New Roman" panose="02020603050405020304" pitchFamily="18" charset="0"/>
                  <a:ea typeface="Times New Roman" panose="02020603050405020304" pitchFamily="18" charset="0"/>
                </a:rPr>
                <a:t>dengan</a:t>
              </a:r>
              <a:r>
                <a:rPr lang="en-US" sz="2400" dirty="0">
                  <a:solidFill>
                    <a:schemeClr val="bg1">
                      <a:lumMod val="50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Times New Roman" panose="02020603050405020304" pitchFamily="18" charset="0"/>
                  <a:ea typeface="Times New Roman" panose="02020603050405020304" pitchFamily="18" charset="0"/>
                </a:rPr>
                <a:t> </a:t>
              </a:r>
              <a:r>
                <a:rPr lang="en-US" sz="2400" i="1" dirty="0">
                  <a:solidFill>
                    <a:schemeClr val="bg1">
                      <a:lumMod val="50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Times New Roman" panose="02020603050405020304" pitchFamily="18" charset="0"/>
                  <a:ea typeface="Times New Roman" panose="02020603050405020304" pitchFamily="18" charset="0"/>
                </a:rPr>
                <a:t>Matrix</a:t>
              </a:r>
              <a:r>
                <a:rPr lang="id-ID" sz="2400" dirty="0">
                  <a:solidFill>
                    <a:schemeClr val="bg1">
                      <a:lumMod val="50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Times New Roman" panose="02020603050405020304" pitchFamily="18" charset="0"/>
                  <a:ea typeface="Times New Roman" panose="02020603050405020304" pitchFamily="18" charset="0"/>
                </a:rPr>
                <a:t>.</a:t>
              </a:r>
              <a:endParaRPr lang="en-ID" sz="3200" dirty="0">
                <a:solidFill>
                  <a:schemeClr val="bg1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endParaRPr>
            </a:p>
          </p:txBody>
        </p:sp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9F9E6C9F-E109-4F7C-A5F0-DD423A7179FD}"/>
                </a:ext>
              </a:extLst>
            </p:cNvPr>
            <p:cNvSpPr/>
            <p:nvPr/>
          </p:nvSpPr>
          <p:spPr>
            <a:xfrm>
              <a:off x="5454459" y="4320899"/>
              <a:ext cx="1371600" cy="1371600"/>
            </a:xfrm>
            <a:prstGeom prst="ellipse">
              <a:avLst/>
            </a:prstGeom>
            <a:solidFill>
              <a:srgbClr val="F0EEF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 dirty="0"/>
            </a:p>
          </p:txBody>
        </p:sp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37C11F16-F710-44A5-B072-F1BCF147DB3A}"/>
                </a:ext>
              </a:extLst>
            </p:cNvPr>
            <p:cNvSpPr/>
            <p:nvPr/>
          </p:nvSpPr>
          <p:spPr>
            <a:xfrm>
              <a:off x="5454459" y="1434803"/>
              <a:ext cx="1371600" cy="1371600"/>
            </a:xfrm>
            <a:prstGeom prst="ellipse">
              <a:avLst/>
            </a:prstGeom>
            <a:solidFill>
              <a:srgbClr val="F0EEF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</p:grpSp>
    </p:spTree>
    <p:extLst>
      <p:ext uri="{BB962C8B-B14F-4D97-AF65-F5344CB8AC3E}">
        <p14:creationId xmlns:p14="http://schemas.microsoft.com/office/powerpoint/2010/main" val="153760044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25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25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25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50"/>
                            </p:stCondLst>
                            <p:childTnLst>
                              <p:par>
                                <p:cTn id="11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25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25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25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500"/>
                            </p:stCondLst>
                            <p:childTnLst>
                              <p:par>
                                <p:cTn id="17" presetID="22" presetClass="entr" presetSubtype="8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250"/>
                            </p:stCondLst>
                            <p:childTnLst>
                              <p:par>
                                <p:cTn id="21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25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25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25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25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25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25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75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2500"/>
                            </p:stCondLst>
                            <p:childTnLst>
                              <p:par>
                                <p:cTn id="37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9" dur="25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25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" dur="25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750"/>
                            </p:stCondLst>
                            <p:childTnLst>
                              <p:par>
                                <p:cTn id="43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5" dur="250" fill="hold"/>
                                        <p:tgtEl>
                                          <p:spTgt spid="1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250" fill="hold"/>
                                        <p:tgtEl>
                                          <p:spTgt spid="1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25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50" fill="hold"/>
                                        <p:tgtEl>
                                          <p:spTgt spid="1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50" fill="hold"/>
                                        <p:tgtEl>
                                          <p:spTgt spid="1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2" dur="25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" dur="250" fill="hold"/>
                                        <p:tgtEl>
                                          <p:spTgt spid="1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250" fill="hold"/>
                                        <p:tgtEl>
                                          <p:spTgt spid="1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7" dur="25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0" dur="250" fill="hold"/>
                                        <p:tgtEl>
                                          <p:spTgt spid="1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250" fill="hold"/>
                                        <p:tgtEl>
                                          <p:spTgt spid="1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2" dur="25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5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8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1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6" grpId="0"/>
      <p:bldP spid="68" grpId="0"/>
      <p:bldP spid="70" grpId="0"/>
      <p:bldP spid="72" grpId="0"/>
      <p:bldP spid="74" grpId="0"/>
      <p:bldP spid="76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roup 32">
            <a:extLst>
              <a:ext uri="{FF2B5EF4-FFF2-40B4-BE49-F238E27FC236}">
                <a16:creationId xmlns:a16="http://schemas.microsoft.com/office/drawing/2014/main" id="{BC3001EC-9F33-4C39-B780-199714C83EA2}"/>
              </a:ext>
            </a:extLst>
          </p:cNvPr>
          <p:cNvGrpSpPr/>
          <p:nvPr/>
        </p:nvGrpSpPr>
        <p:grpSpPr>
          <a:xfrm>
            <a:off x="-176620" y="0"/>
            <a:ext cx="12482920" cy="6858000"/>
            <a:chOff x="-290920" y="0"/>
            <a:chExt cx="12482920" cy="6858000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129B5C97-F627-4A85-B003-5396A9D964D5}"/>
                </a:ext>
              </a:extLst>
            </p:cNvPr>
            <p:cNvSpPr/>
            <p:nvPr/>
          </p:nvSpPr>
          <p:spPr>
            <a:xfrm>
              <a:off x="-290920" y="0"/>
              <a:ext cx="12482920" cy="6858000"/>
            </a:xfrm>
            <a:prstGeom prst="rect">
              <a:avLst/>
            </a:prstGeom>
            <a:solidFill>
              <a:srgbClr val="F0EEF0"/>
            </a:solidFill>
            <a:ln>
              <a:noFill/>
            </a:ln>
            <a:effectLst>
              <a:outerShdw blurRad="215900" dist="38100" sx="101000" sy="101000" algn="l" rotWithShape="0">
                <a:schemeClr val="tx1">
                  <a:lumMod val="65000"/>
                  <a:lumOff val="35000"/>
                  <a:alpha val="35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A97C14D5-0388-44F5-AD76-F8BBAF179CD6}"/>
                </a:ext>
              </a:extLst>
            </p:cNvPr>
            <p:cNvSpPr/>
            <p:nvPr/>
          </p:nvSpPr>
          <p:spPr>
            <a:xfrm>
              <a:off x="11023600" y="2337441"/>
              <a:ext cx="1168400" cy="2360918"/>
            </a:xfrm>
            <a:custGeom>
              <a:avLst/>
              <a:gdLst>
                <a:gd name="connsiteX0" fmla="*/ 1168400 w 1168400"/>
                <a:gd name="connsiteY0" fmla="*/ 0 h 2360918"/>
                <a:gd name="connsiteX1" fmla="*/ 1168400 w 1168400"/>
                <a:gd name="connsiteY1" fmla="*/ 2360918 h 2360918"/>
                <a:gd name="connsiteX2" fmla="*/ 1060340 w 1168400"/>
                <a:gd name="connsiteY2" fmla="*/ 2355461 h 2360918"/>
                <a:gd name="connsiteX3" fmla="*/ 0 w 1168400"/>
                <a:gd name="connsiteY3" fmla="*/ 1180459 h 2360918"/>
                <a:gd name="connsiteX4" fmla="*/ 1060340 w 1168400"/>
                <a:gd name="connsiteY4" fmla="*/ 5457 h 2360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68400" h="2360918">
                  <a:moveTo>
                    <a:pt x="1168400" y="0"/>
                  </a:moveTo>
                  <a:lnTo>
                    <a:pt x="1168400" y="2360918"/>
                  </a:lnTo>
                  <a:lnTo>
                    <a:pt x="1060340" y="2355461"/>
                  </a:lnTo>
                  <a:cubicBezTo>
                    <a:pt x="464762" y="2294977"/>
                    <a:pt x="0" y="1791994"/>
                    <a:pt x="0" y="1180459"/>
                  </a:cubicBezTo>
                  <a:cubicBezTo>
                    <a:pt x="0" y="568924"/>
                    <a:pt x="464762" y="65941"/>
                    <a:pt x="1060340" y="5457"/>
                  </a:cubicBezTo>
                  <a:close/>
                </a:path>
              </a:pathLst>
            </a:custGeom>
            <a:solidFill>
              <a:srgbClr val="FF596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2151F346-69C6-4F86-BC1F-C57BA2384CC6}"/>
                </a:ext>
              </a:extLst>
            </p:cNvPr>
            <p:cNvSpPr txBox="1"/>
            <p:nvPr/>
          </p:nvSpPr>
          <p:spPr>
            <a:xfrm rot="16200000">
              <a:off x="10872792" y="3317843"/>
              <a:ext cx="1992086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rgbClr val="F0EEF0"/>
                  </a:solidFill>
                  <a:latin typeface="Tw Cen MT" panose="020B0602020104020603" pitchFamily="34" charset="0"/>
                </a:rPr>
                <a:t>Latar</a:t>
              </a:r>
              <a:r>
                <a:rPr lang="en-US" sz="2000" b="1" dirty="0">
                  <a:solidFill>
                    <a:srgbClr val="F0EEF0"/>
                  </a:solidFill>
                  <a:latin typeface="Tw Cen MT" panose="020B0602020104020603" pitchFamily="34" charset="0"/>
                </a:rPr>
                <a:t> </a:t>
              </a:r>
              <a:r>
                <a:rPr lang="en-US" sz="2000" b="1" dirty="0" err="1">
                  <a:solidFill>
                    <a:srgbClr val="F0EEF0"/>
                  </a:solidFill>
                  <a:latin typeface="Tw Cen MT" panose="020B0602020104020603" pitchFamily="34" charset="0"/>
                </a:rPr>
                <a:t>Belakang</a:t>
              </a:r>
              <a:endParaRPr lang="en-US" sz="2000" b="1" dirty="0">
                <a:solidFill>
                  <a:srgbClr val="F0EEF0"/>
                </a:solidFill>
                <a:latin typeface="Tw Cen MT" panose="020B0602020104020603" pitchFamily="34" charset="0"/>
              </a:endParaRPr>
            </a:p>
          </p:txBody>
        </p:sp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52B367FE-8530-4052-AD96-2D6FBE490F6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11129999" y="3247473"/>
              <a:ext cx="530600" cy="530600"/>
            </a:xfrm>
            <a:prstGeom prst="rect">
              <a:avLst/>
            </a:prstGeom>
          </p:spPr>
        </p:pic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63E93C38-ECA5-4094-81E9-196A3BD19EBD}"/>
              </a:ext>
            </a:extLst>
          </p:cNvPr>
          <p:cNvGrpSpPr/>
          <p:nvPr/>
        </p:nvGrpSpPr>
        <p:grpSpPr>
          <a:xfrm>
            <a:off x="412529" y="-2"/>
            <a:ext cx="11447501" cy="6858000"/>
            <a:chOff x="213096" y="0"/>
            <a:chExt cx="11447501" cy="6858000"/>
          </a:xfrm>
        </p:grpSpPr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5C85080E-7B66-43F0-AB4D-3A69B13C005A}"/>
                </a:ext>
              </a:extLst>
            </p:cNvPr>
            <p:cNvSpPr/>
            <p:nvPr/>
          </p:nvSpPr>
          <p:spPr>
            <a:xfrm>
              <a:off x="213096" y="0"/>
              <a:ext cx="11447501" cy="6858000"/>
            </a:xfrm>
            <a:prstGeom prst="rect">
              <a:avLst/>
            </a:prstGeom>
            <a:solidFill>
              <a:srgbClr val="F0EEF0"/>
            </a:solidFill>
            <a:ln>
              <a:noFill/>
            </a:ln>
            <a:effectLst>
              <a:outerShdw blurRad="215900" dist="38100" sx="101000" sy="101000" algn="l" rotWithShape="0">
                <a:schemeClr val="tx1">
                  <a:lumMod val="65000"/>
                  <a:lumOff val="35000"/>
                  <a:alpha val="35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405DAC1A-9BF8-460E-8D8B-77BFB6B27FF9}"/>
                </a:ext>
              </a:extLst>
            </p:cNvPr>
            <p:cNvSpPr/>
            <p:nvPr/>
          </p:nvSpPr>
          <p:spPr>
            <a:xfrm>
              <a:off x="10661331" y="2337441"/>
              <a:ext cx="999265" cy="2360918"/>
            </a:xfrm>
            <a:custGeom>
              <a:avLst/>
              <a:gdLst>
                <a:gd name="connsiteX0" fmla="*/ 1168400 w 1168400"/>
                <a:gd name="connsiteY0" fmla="*/ 0 h 2360918"/>
                <a:gd name="connsiteX1" fmla="*/ 1168400 w 1168400"/>
                <a:gd name="connsiteY1" fmla="*/ 2360918 h 2360918"/>
                <a:gd name="connsiteX2" fmla="*/ 1060340 w 1168400"/>
                <a:gd name="connsiteY2" fmla="*/ 2355461 h 2360918"/>
                <a:gd name="connsiteX3" fmla="*/ 0 w 1168400"/>
                <a:gd name="connsiteY3" fmla="*/ 1180459 h 2360918"/>
                <a:gd name="connsiteX4" fmla="*/ 1060340 w 1168400"/>
                <a:gd name="connsiteY4" fmla="*/ 5457 h 2360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68400" h="2360918">
                  <a:moveTo>
                    <a:pt x="1168400" y="0"/>
                  </a:moveTo>
                  <a:lnTo>
                    <a:pt x="1168400" y="2360918"/>
                  </a:lnTo>
                  <a:lnTo>
                    <a:pt x="1060340" y="2355461"/>
                  </a:lnTo>
                  <a:cubicBezTo>
                    <a:pt x="464762" y="2294977"/>
                    <a:pt x="0" y="1791994"/>
                    <a:pt x="0" y="1180459"/>
                  </a:cubicBezTo>
                  <a:cubicBezTo>
                    <a:pt x="0" y="568924"/>
                    <a:pt x="464762" y="65941"/>
                    <a:pt x="1060340" y="5457"/>
                  </a:cubicBezTo>
                  <a:close/>
                </a:path>
              </a:pathLst>
            </a:custGeom>
            <a:solidFill>
              <a:srgbClr val="52CD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90DCA374-CD21-448B-8791-8A04A9A9A552}"/>
                </a:ext>
              </a:extLst>
            </p:cNvPr>
            <p:cNvSpPr txBox="1"/>
            <p:nvPr/>
          </p:nvSpPr>
          <p:spPr>
            <a:xfrm rot="16200000">
              <a:off x="10341391" y="3259720"/>
              <a:ext cx="199208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 err="1">
                  <a:solidFill>
                    <a:srgbClr val="F0EEF0"/>
                  </a:solidFill>
                  <a:latin typeface="Tw Cen MT" panose="020B0602020104020603" pitchFamily="34" charset="0"/>
                </a:rPr>
                <a:t>Identifikasi</a:t>
              </a:r>
              <a:r>
                <a:rPr lang="en-US" sz="1600" b="1" dirty="0">
                  <a:solidFill>
                    <a:srgbClr val="F0EEF0"/>
                  </a:solidFill>
                  <a:latin typeface="Tw Cen MT" panose="020B0602020104020603" pitchFamily="34" charset="0"/>
                </a:rPr>
                <a:t> </a:t>
              </a:r>
              <a:r>
                <a:rPr lang="en-US" sz="1600" b="1" dirty="0" err="1">
                  <a:solidFill>
                    <a:srgbClr val="F0EEF0"/>
                  </a:solidFill>
                  <a:latin typeface="Tw Cen MT" panose="020B0602020104020603" pitchFamily="34" charset="0"/>
                </a:rPr>
                <a:t>Masalah</a:t>
              </a:r>
              <a:endParaRPr lang="en-US" sz="1600" b="1" dirty="0">
                <a:solidFill>
                  <a:srgbClr val="F0EEF0"/>
                </a:solidFill>
                <a:latin typeface="Tw Cen MT" panose="020B0602020104020603" pitchFamily="34" charset="0"/>
              </a:endParaRPr>
            </a:p>
          </p:txBody>
        </p:sp>
        <p:pic>
          <p:nvPicPr>
            <p:cNvPr id="42" name="Picture 41">
              <a:extLst>
                <a:ext uri="{FF2B5EF4-FFF2-40B4-BE49-F238E27FC236}">
                  <a16:creationId xmlns:a16="http://schemas.microsoft.com/office/drawing/2014/main" id="{83A620A7-5483-4447-9670-0F8D67F3627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10658085" y="3247473"/>
              <a:ext cx="530600" cy="530600"/>
            </a:xfrm>
            <a:prstGeom prst="rect">
              <a:avLst/>
            </a:prstGeom>
          </p:spPr>
        </p:pic>
      </p:grp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AE5E6693-B9D1-4ED4-BBEF-303C664E2902}"/>
              </a:ext>
            </a:extLst>
          </p:cNvPr>
          <p:cNvCxnSpPr/>
          <p:nvPr/>
        </p:nvCxnSpPr>
        <p:spPr>
          <a:xfrm>
            <a:off x="3850016" y="3623253"/>
            <a:ext cx="1966913" cy="0"/>
          </a:xfrm>
          <a:prstGeom prst="line">
            <a:avLst/>
          </a:prstGeom>
          <a:ln w="28575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93B1F077-B004-40F4-B832-4938E4CC9B06}"/>
              </a:ext>
            </a:extLst>
          </p:cNvPr>
          <p:cNvCxnSpPr/>
          <p:nvPr/>
        </p:nvCxnSpPr>
        <p:spPr>
          <a:xfrm>
            <a:off x="5997735" y="3623253"/>
            <a:ext cx="1966913" cy="0"/>
          </a:xfrm>
          <a:prstGeom prst="line">
            <a:avLst/>
          </a:prstGeom>
          <a:ln w="28575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30C092F7-E294-42E9-9CCA-9CC6895B24E6}"/>
              </a:ext>
            </a:extLst>
          </p:cNvPr>
          <p:cNvSpPr txBox="1"/>
          <p:nvPr/>
        </p:nvSpPr>
        <p:spPr>
          <a:xfrm>
            <a:off x="2594536" y="4142156"/>
            <a:ext cx="22890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Tw Cen MT" panose="020B0602020104020603" pitchFamily="34" charset="0"/>
                <a:ea typeface="Times New Roman" panose="02020603050405020304" pitchFamily="18" charset="0"/>
              </a:rPr>
              <a:t>Fasilitas</a:t>
            </a:r>
            <a:r>
              <a:rPr lang="en-US" sz="180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Tw Cen MT" panose="020B0602020104020603" pitchFamily="34" charset="0"/>
                <a:ea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Tw Cen MT" panose="020B0602020104020603" pitchFamily="34" charset="0"/>
                <a:ea typeface="Times New Roman" panose="02020603050405020304" pitchFamily="18" charset="0"/>
              </a:rPr>
              <a:t>Pendukung</a:t>
            </a:r>
            <a:r>
              <a:rPr lang="en-US" sz="180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Tw Cen MT" panose="020B0602020104020603" pitchFamily="34" charset="0"/>
                <a:ea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Tw Cen MT" panose="020B0602020104020603" pitchFamily="34" charset="0"/>
                <a:ea typeface="Times New Roman" panose="02020603050405020304" pitchFamily="18" charset="0"/>
              </a:rPr>
              <a:t>Pembelajaran</a:t>
            </a:r>
            <a:r>
              <a:rPr lang="en-US" sz="180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Tw Cen MT" panose="020B0602020104020603" pitchFamily="34" charset="0"/>
                <a:ea typeface="Times New Roman" panose="02020603050405020304" pitchFamily="18" charset="0"/>
              </a:rPr>
              <a:t> Daring</a:t>
            </a:r>
            <a:endParaRPr lang="en-US" b="1" dirty="0">
              <a:solidFill>
                <a:schemeClr val="tx1">
                  <a:lumMod val="85000"/>
                  <a:lumOff val="15000"/>
                </a:schemeClr>
              </a:solidFill>
              <a:latin typeface="Tw Cen MT" panose="020B0602020104020603" pitchFamily="34" charset="0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F1CA300-3552-45F9-8CC2-2FE94B9F46B4}"/>
              </a:ext>
            </a:extLst>
          </p:cNvPr>
          <p:cNvSpPr txBox="1"/>
          <p:nvPr/>
        </p:nvSpPr>
        <p:spPr>
          <a:xfrm>
            <a:off x="2594536" y="3709155"/>
            <a:ext cx="22890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5969"/>
                </a:solidFill>
                <a:latin typeface="Tw Cen MT" panose="020B0602020104020603" pitchFamily="34" charset="0"/>
              </a:rPr>
              <a:t>1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9FA5B31-CC22-4828-81BB-108974CBC5B1}"/>
              </a:ext>
            </a:extLst>
          </p:cNvPr>
          <p:cNvSpPr txBox="1"/>
          <p:nvPr/>
        </p:nvSpPr>
        <p:spPr>
          <a:xfrm>
            <a:off x="4783446" y="4142156"/>
            <a:ext cx="22890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Tw Cen MT" panose="020B0602020104020603" pitchFamily="34" charset="0"/>
                <a:ea typeface="Times New Roman" panose="02020603050405020304" pitchFamily="18" charset="0"/>
              </a:rPr>
              <a:t>Video Conference </a:t>
            </a:r>
            <a:r>
              <a:rPr lang="en-US" sz="1800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Tw Cen MT" panose="020B0602020104020603" pitchFamily="34" charset="0"/>
                <a:ea typeface="Times New Roman" panose="02020603050405020304" pitchFamily="18" charset="0"/>
              </a:rPr>
              <a:t>Komersial</a:t>
            </a:r>
            <a:endParaRPr lang="en-US" b="1" dirty="0">
              <a:solidFill>
                <a:schemeClr val="tx1">
                  <a:lumMod val="85000"/>
                  <a:lumOff val="15000"/>
                </a:schemeClr>
              </a:solidFill>
              <a:latin typeface="Tw Cen MT" panose="020B0602020104020603" pitchFamily="34" charset="0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5343A5F-6D74-4049-B77F-C819CFF7A969}"/>
              </a:ext>
            </a:extLst>
          </p:cNvPr>
          <p:cNvSpPr txBox="1"/>
          <p:nvPr/>
        </p:nvSpPr>
        <p:spPr>
          <a:xfrm>
            <a:off x="4783446" y="3709155"/>
            <a:ext cx="22890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52CBBE"/>
                </a:solidFill>
                <a:latin typeface="Tw Cen MT" panose="020B0602020104020603" pitchFamily="34" charset="0"/>
              </a:rPr>
              <a:t>3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1C98C57F-7593-4997-889A-0BF6C2751BC2}"/>
              </a:ext>
            </a:extLst>
          </p:cNvPr>
          <p:cNvSpPr txBox="1"/>
          <p:nvPr/>
        </p:nvSpPr>
        <p:spPr>
          <a:xfrm>
            <a:off x="6912585" y="4142156"/>
            <a:ext cx="22890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Tw Cen MT" panose="020B0602020104020603" pitchFamily="34" charset="0"/>
                <a:ea typeface="Times New Roman" panose="02020603050405020304" pitchFamily="18" charset="0"/>
              </a:rPr>
              <a:t>Manajemen</a:t>
            </a:r>
            <a:r>
              <a:rPr lang="en-US" sz="180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Tw Cen MT" panose="020B0602020104020603" pitchFamily="34" charset="0"/>
                <a:ea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Tw Cen MT" panose="020B0602020104020603" pitchFamily="34" charset="0"/>
                <a:ea typeface="Times New Roman" panose="02020603050405020304" pitchFamily="18" charset="0"/>
              </a:rPr>
              <a:t>Berkas</a:t>
            </a:r>
            <a:endParaRPr lang="en-US" b="1" dirty="0">
              <a:solidFill>
                <a:schemeClr val="tx1">
                  <a:lumMod val="85000"/>
                  <a:lumOff val="15000"/>
                </a:schemeClr>
              </a:solidFill>
              <a:latin typeface="Tw Cen MT" panose="020B0602020104020603" pitchFamily="34" charset="0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D26852A0-8FCE-449A-90A7-25E5705A0625}"/>
              </a:ext>
            </a:extLst>
          </p:cNvPr>
          <p:cNvSpPr txBox="1"/>
          <p:nvPr/>
        </p:nvSpPr>
        <p:spPr>
          <a:xfrm>
            <a:off x="6912585" y="3709155"/>
            <a:ext cx="22890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EC630"/>
                </a:solidFill>
                <a:latin typeface="Tw Cen MT" panose="020B0602020104020603" pitchFamily="34" charset="0"/>
              </a:rPr>
              <a:t>3</a:t>
            </a:r>
          </a:p>
        </p:txBody>
      </p:sp>
      <p:grpSp>
        <p:nvGrpSpPr>
          <p:cNvPr id="77" name="Group 76">
            <a:extLst>
              <a:ext uri="{FF2B5EF4-FFF2-40B4-BE49-F238E27FC236}">
                <a16:creationId xmlns:a16="http://schemas.microsoft.com/office/drawing/2014/main" id="{8F82A200-3A06-499F-9E6A-761899292C91}"/>
              </a:ext>
            </a:extLst>
          </p:cNvPr>
          <p:cNvGrpSpPr/>
          <p:nvPr/>
        </p:nvGrpSpPr>
        <p:grpSpPr>
          <a:xfrm>
            <a:off x="3101220" y="1755914"/>
            <a:ext cx="1275682" cy="1275682"/>
            <a:chOff x="3063120" y="1755914"/>
            <a:chExt cx="1275682" cy="1275682"/>
          </a:xfrm>
        </p:grpSpPr>
        <p:sp>
          <p:nvSpPr>
            <p:cNvPr id="78" name="Teardrop 77">
              <a:extLst>
                <a:ext uri="{FF2B5EF4-FFF2-40B4-BE49-F238E27FC236}">
                  <a16:creationId xmlns:a16="http://schemas.microsoft.com/office/drawing/2014/main" id="{E98DCD5D-E7AC-4807-8C71-0405E311A37C}"/>
                </a:ext>
              </a:extLst>
            </p:cNvPr>
            <p:cNvSpPr/>
            <p:nvPr/>
          </p:nvSpPr>
          <p:spPr>
            <a:xfrm rot="8100000">
              <a:off x="3063120" y="1755914"/>
              <a:ext cx="1275682" cy="1275682"/>
            </a:xfrm>
            <a:prstGeom prst="teardrop">
              <a:avLst>
                <a:gd name="adj" fmla="val 109962"/>
              </a:avLst>
            </a:prstGeom>
            <a:solidFill>
              <a:srgbClr val="FF596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9" name="Oval 78">
              <a:extLst>
                <a:ext uri="{FF2B5EF4-FFF2-40B4-BE49-F238E27FC236}">
                  <a16:creationId xmlns:a16="http://schemas.microsoft.com/office/drawing/2014/main" id="{5C3F1904-7912-4897-945F-D9D07004DC3B}"/>
                </a:ext>
              </a:extLst>
            </p:cNvPr>
            <p:cNvSpPr/>
            <p:nvPr/>
          </p:nvSpPr>
          <p:spPr>
            <a:xfrm>
              <a:off x="3257469" y="1948912"/>
              <a:ext cx="889686" cy="889686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80" name="Picture 79">
              <a:extLst>
                <a:ext uri="{FF2B5EF4-FFF2-40B4-BE49-F238E27FC236}">
                  <a16:creationId xmlns:a16="http://schemas.microsoft.com/office/drawing/2014/main" id="{31593FD0-64A3-4D81-ABAD-CAD7832F8E3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86696" y="2066644"/>
              <a:ext cx="627392" cy="627390"/>
            </a:xfrm>
            <a:prstGeom prst="rect">
              <a:avLst/>
            </a:prstGeom>
          </p:spPr>
        </p:pic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9CEF97A3-5525-4B23-8ED3-DE52D18C6AC9}"/>
              </a:ext>
            </a:extLst>
          </p:cNvPr>
          <p:cNvGrpSpPr/>
          <p:nvPr/>
        </p:nvGrpSpPr>
        <p:grpSpPr>
          <a:xfrm>
            <a:off x="5280540" y="1755914"/>
            <a:ext cx="1275682" cy="1275682"/>
            <a:chOff x="5242440" y="1755914"/>
            <a:chExt cx="1275682" cy="1275682"/>
          </a:xfrm>
        </p:grpSpPr>
        <p:sp>
          <p:nvSpPr>
            <p:cNvPr id="111" name="Teardrop 110">
              <a:extLst>
                <a:ext uri="{FF2B5EF4-FFF2-40B4-BE49-F238E27FC236}">
                  <a16:creationId xmlns:a16="http://schemas.microsoft.com/office/drawing/2014/main" id="{50BC144A-C56B-402B-A40E-D588FAD19B40}"/>
                </a:ext>
              </a:extLst>
            </p:cNvPr>
            <p:cNvSpPr/>
            <p:nvPr/>
          </p:nvSpPr>
          <p:spPr>
            <a:xfrm rot="8100000">
              <a:off x="5242440" y="1755914"/>
              <a:ext cx="1275682" cy="1275682"/>
            </a:xfrm>
            <a:prstGeom prst="teardrop">
              <a:avLst>
                <a:gd name="adj" fmla="val 109962"/>
              </a:avLst>
            </a:prstGeom>
            <a:solidFill>
              <a:srgbClr val="52CBB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2" name="Oval 111">
              <a:extLst>
                <a:ext uri="{FF2B5EF4-FFF2-40B4-BE49-F238E27FC236}">
                  <a16:creationId xmlns:a16="http://schemas.microsoft.com/office/drawing/2014/main" id="{53982AC9-F3CB-4E50-ABB4-803298B4C9F4}"/>
                </a:ext>
              </a:extLst>
            </p:cNvPr>
            <p:cNvSpPr/>
            <p:nvPr/>
          </p:nvSpPr>
          <p:spPr>
            <a:xfrm>
              <a:off x="5436789" y="1948912"/>
              <a:ext cx="889686" cy="889686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13" name="Picture 112">
              <a:extLst>
                <a:ext uri="{FF2B5EF4-FFF2-40B4-BE49-F238E27FC236}">
                  <a16:creationId xmlns:a16="http://schemas.microsoft.com/office/drawing/2014/main" id="{0904263C-8FFC-4242-9EB2-D4E0F099987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65681" y="2061164"/>
              <a:ext cx="659146" cy="659144"/>
            </a:xfrm>
            <a:prstGeom prst="rect">
              <a:avLst/>
            </a:prstGeom>
          </p:spPr>
        </p:pic>
      </p:grpSp>
      <p:grpSp>
        <p:nvGrpSpPr>
          <p:cNvPr id="123" name="Group 122">
            <a:extLst>
              <a:ext uri="{FF2B5EF4-FFF2-40B4-BE49-F238E27FC236}">
                <a16:creationId xmlns:a16="http://schemas.microsoft.com/office/drawing/2014/main" id="{CA1627D3-08B8-4852-B618-C7C4D2638F26}"/>
              </a:ext>
            </a:extLst>
          </p:cNvPr>
          <p:cNvGrpSpPr/>
          <p:nvPr/>
        </p:nvGrpSpPr>
        <p:grpSpPr>
          <a:xfrm>
            <a:off x="7391281" y="1755914"/>
            <a:ext cx="1275682" cy="1275682"/>
            <a:chOff x="7353181" y="1755914"/>
            <a:chExt cx="1275682" cy="1275682"/>
          </a:xfrm>
        </p:grpSpPr>
        <p:sp>
          <p:nvSpPr>
            <p:cNvPr id="124" name="Teardrop 123">
              <a:extLst>
                <a:ext uri="{FF2B5EF4-FFF2-40B4-BE49-F238E27FC236}">
                  <a16:creationId xmlns:a16="http://schemas.microsoft.com/office/drawing/2014/main" id="{8A6CD21D-9341-40F1-A5BD-1CA0BB52C9C6}"/>
                </a:ext>
              </a:extLst>
            </p:cNvPr>
            <p:cNvSpPr/>
            <p:nvPr/>
          </p:nvSpPr>
          <p:spPr>
            <a:xfrm rot="8100000">
              <a:off x="7353181" y="1755914"/>
              <a:ext cx="1275682" cy="1275682"/>
            </a:xfrm>
            <a:prstGeom prst="teardrop">
              <a:avLst>
                <a:gd name="adj" fmla="val 109962"/>
              </a:avLst>
            </a:prstGeom>
            <a:solidFill>
              <a:srgbClr val="FEC63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5" name="Oval 124">
              <a:extLst>
                <a:ext uri="{FF2B5EF4-FFF2-40B4-BE49-F238E27FC236}">
                  <a16:creationId xmlns:a16="http://schemas.microsoft.com/office/drawing/2014/main" id="{3AAB7DD9-4074-409E-89C9-CAD58944A04F}"/>
                </a:ext>
              </a:extLst>
            </p:cNvPr>
            <p:cNvSpPr/>
            <p:nvPr/>
          </p:nvSpPr>
          <p:spPr>
            <a:xfrm>
              <a:off x="7547530" y="1948912"/>
              <a:ext cx="889686" cy="889686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26" name="Picture 125">
              <a:extLst>
                <a:ext uri="{FF2B5EF4-FFF2-40B4-BE49-F238E27FC236}">
                  <a16:creationId xmlns:a16="http://schemas.microsoft.com/office/drawing/2014/main" id="{39516112-622F-4EC9-8E36-5AACED5D521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8666" y="2048456"/>
              <a:ext cx="684562" cy="684560"/>
            </a:xfrm>
            <a:prstGeom prst="rect">
              <a:avLst/>
            </a:prstGeom>
          </p:spPr>
        </p:pic>
      </p:grpSp>
      <p:grpSp>
        <p:nvGrpSpPr>
          <p:cNvPr id="127" name="Group 126">
            <a:extLst>
              <a:ext uri="{FF2B5EF4-FFF2-40B4-BE49-F238E27FC236}">
                <a16:creationId xmlns:a16="http://schemas.microsoft.com/office/drawing/2014/main" id="{9D6568B3-A658-40E5-9108-FD55FD6780FD}"/>
              </a:ext>
            </a:extLst>
          </p:cNvPr>
          <p:cNvGrpSpPr/>
          <p:nvPr/>
        </p:nvGrpSpPr>
        <p:grpSpPr>
          <a:xfrm>
            <a:off x="3638922" y="3517706"/>
            <a:ext cx="211094" cy="211094"/>
            <a:chOff x="1677812" y="4248152"/>
            <a:chExt cx="211094" cy="211094"/>
          </a:xfrm>
        </p:grpSpPr>
        <p:sp>
          <p:nvSpPr>
            <p:cNvPr id="128" name="Oval 127">
              <a:extLst>
                <a:ext uri="{FF2B5EF4-FFF2-40B4-BE49-F238E27FC236}">
                  <a16:creationId xmlns:a16="http://schemas.microsoft.com/office/drawing/2014/main" id="{A0F41BC5-538A-436D-96CE-5BF186A1B9C0}"/>
                </a:ext>
              </a:extLst>
            </p:cNvPr>
            <p:cNvSpPr/>
            <p:nvPr/>
          </p:nvSpPr>
          <p:spPr>
            <a:xfrm>
              <a:off x="1677812" y="4248152"/>
              <a:ext cx="211094" cy="211094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9" name="Oval 128">
              <a:extLst>
                <a:ext uri="{FF2B5EF4-FFF2-40B4-BE49-F238E27FC236}">
                  <a16:creationId xmlns:a16="http://schemas.microsoft.com/office/drawing/2014/main" id="{0C82E18B-6211-4E0E-B341-A375BF21C638}"/>
                </a:ext>
              </a:extLst>
            </p:cNvPr>
            <p:cNvSpPr/>
            <p:nvPr/>
          </p:nvSpPr>
          <p:spPr>
            <a:xfrm>
              <a:off x="1708100" y="4278440"/>
              <a:ext cx="150518" cy="150518"/>
            </a:xfrm>
            <a:prstGeom prst="ellipse">
              <a:avLst/>
            </a:prstGeom>
            <a:solidFill>
              <a:srgbClr val="FF596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30" name="Group 129">
            <a:extLst>
              <a:ext uri="{FF2B5EF4-FFF2-40B4-BE49-F238E27FC236}">
                <a16:creationId xmlns:a16="http://schemas.microsoft.com/office/drawing/2014/main" id="{3CA914DC-85F2-4FF9-8B35-B754D0496A9F}"/>
              </a:ext>
            </a:extLst>
          </p:cNvPr>
          <p:cNvGrpSpPr/>
          <p:nvPr/>
        </p:nvGrpSpPr>
        <p:grpSpPr>
          <a:xfrm>
            <a:off x="5816929" y="3517706"/>
            <a:ext cx="211094" cy="211094"/>
            <a:chOff x="3855819" y="4248152"/>
            <a:chExt cx="211094" cy="211094"/>
          </a:xfrm>
        </p:grpSpPr>
        <p:sp>
          <p:nvSpPr>
            <p:cNvPr id="131" name="Oval 130">
              <a:extLst>
                <a:ext uri="{FF2B5EF4-FFF2-40B4-BE49-F238E27FC236}">
                  <a16:creationId xmlns:a16="http://schemas.microsoft.com/office/drawing/2014/main" id="{37925582-D117-410B-AB01-22C2051F3E1B}"/>
                </a:ext>
              </a:extLst>
            </p:cNvPr>
            <p:cNvSpPr/>
            <p:nvPr/>
          </p:nvSpPr>
          <p:spPr>
            <a:xfrm>
              <a:off x="3855819" y="4248152"/>
              <a:ext cx="211094" cy="211094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2" name="Oval 131">
              <a:extLst>
                <a:ext uri="{FF2B5EF4-FFF2-40B4-BE49-F238E27FC236}">
                  <a16:creationId xmlns:a16="http://schemas.microsoft.com/office/drawing/2014/main" id="{EECA96D8-E406-4AB4-A7AF-C0969311312E}"/>
                </a:ext>
              </a:extLst>
            </p:cNvPr>
            <p:cNvSpPr/>
            <p:nvPr/>
          </p:nvSpPr>
          <p:spPr>
            <a:xfrm>
              <a:off x="3886107" y="4278440"/>
              <a:ext cx="150518" cy="150518"/>
            </a:xfrm>
            <a:prstGeom prst="ellipse">
              <a:avLst/>
            </a:prstGeom>
            <a:solidFill>
              <a:srgbClr val="52CBB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33" name="Group 132">
            <a:extLst>
              <a:ext uri="{FF2B5EF4-FFF2-40B4-BE49-F238E27FC236}">
                <a16:creationId xmlns:a16="http://schemas.microsoft.com/office/drawing/2014/main" id="{32D488C7-993A-4046-84D5-C5C1D3921994}"/>
              </a:ext>
            </a:extLst>
          </p:cNvPr>
          <p:cNvGrpSpPr/>
          <p:nvPr/>
        </p:nvGrpSpPr>
        <p:grpSpPr>
          <a:xfrm>
            <a:off x="7934360" y="3517706"/>
            <a:ext cx="211094" cy="211094"/>
            <a:chOff x="5973250" y="4248152"/>
            <a:chExt cx="211094" cy="211094"/>
          </a:xfrm>
        </p:grpSpPr>
        <p:sp>
          <p:nvSpPr>
            <p:cNvPr id="134" name="Oval 133">
              <a:extLst>
                <a:ext uri="{FF2B5EF4-FFF2-40B4-BE49-F238E27FC236}">
                  <a16:creationId xmlns:a16="http://schemas.microsoft.com/office/drawing/2014/main" id="{1BD518F5-B2EA-4A0C-8251-81B075518DC4}"/>
                </a:ext>
              </a:extLst>
            </p:cNvPr>
            <p:cNvSpPr/>
            <p:nvPr/>
          </p:nvSpPr>
          <p:spPr>
            <a:xfrm>
              <a:off x="5973250" y="4248152"/>
              <a:ext cx="211094" cy="211094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5" name="Oval 134">
              <a:extLst>
                <a:ext uri="{FF2B5EF4-FFF2-40B4-BE49-F238E27FC236}">
                  <a16:creationId xmlns:a16="http://schemas.microsoft.com/office/drawing/2014/main" id="{1F5C5634-ECA4-4D92-B617-58C5C2D48A63}"/>
                </a:ext>
              </a:extLst>
            </p:cNvPr>
            <p:cNvSpPr/>
            <p:nvPr/>
          </p:nvSpPr>
          <p:spPr>
            <a:xfrm>
              <a:off x="6003538" y="4278440"/>
              <a:ext cx="150518" cy="150518"/>
            </a:xfrm>
            <a:prstGeom prst="ellipse">
              <a:avLst/>
            </a:prstGeom>
            <a:solidFill>
              <a:srgbClr val="FEC63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5" name="Group 144">
            <a:extLst>
              <a:ext uri="{FF2B5EF4-FFF2-40B4-BE49-F238E27FC236}">
                <a16:creationId xmlns:a16="http://schemas.microsoft.com/office/drawing/2014/main" id="{BF8EBA3D-452D-47CD-B904-0B23290B33D1}"/>
              </a:ext>
            </a:extLst>
          </p:cNvPr>
          <p:cNvGrpSpPr/>
          <p:nvPr/>
        </p:nvGrpSpPr>
        <p:grpSpPr>
          <a:xfrm>
            <a:off x="1496411" y="0"/>
            <a:ext cx="9961092" cy="6858000"/>
            <a:chOff x="491575" y="0"/>
            <a:chExt cx="9961092" cy="6858000"/>
          </a:xfrm>
        </p:grpSpPr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BEF50569-12D0-443A-A8E7-A819E72B4F7B}"/>
                </a:ext>
              </a:extLst>
            </p:cNvPr>
            <p:cNvSpPr/>
            <p:nvPr/>
          </p:nvSpPr>
          <p:spPr>
            <a:xfrm>
              <a:off x="491575" y="0"/>
              <a:ext cx="9961092" cy="6858000"/>
            </a:xfrm>
            <a:prstGeom prst="rect">
              <a:avLst/>
            </a:prstGeom>
            <a:solidFill>
              <a:srgbClr val="F0EEF0"/>
            </a:solidFill>
            <a:ln>
              <a:noFill/>
            </a:ln>
            <a:effectLst>
              <a:outerShdw blurRad="215900" dist="38100" sx="101000" sy="101000" algn="l" rotWithShape="0">
                <a:schemeClr val="tx1">
                  <a:lumMod val="65000"/>
                  <a:lumOff val="35000"/>
                  <a:alpha val="35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32659E1F-B511-4620-BC32-708DD10CBC18}"/>
                </a:ext>
              </a:extLst>
            </p:cNvPr>
            <p:cNvSpPr/>
            <p:nvPr/>
          </p:nvSpPr>
          <p:spPr>
            <a:xfrm>
              <a:off x="9284267" y="2337440"/>
              <a:ext cx="1168400" cy="2360918"/>
            </a:xfrm>
            <a:custGeom>
              <a:avLst/>
              <a:gdLst>
                <a:gd name="connsiteX0" fmla="*/ 1168400 w 1168400"/>
                <a:gd name="connsiteY0" fmla="*/ 0 h 2360918"/>
                <a:gd name="connsiteX1" fmla="*/ 1168400 w 1168400"/>
                <a:gd name="connsiteY1" fmla="*/ 2360918 h 2360918"/>
                <a:gd name="connsiteX2" fmla="*/ 1060340 w 1168400"/>
                <a:gd name="connsiteY2" fmla="*/ 2355461 h 2360918"/>
                <a:gd name="connsiteX3" fmla="*/ 0 w 1168400"/>
                <a:gd name="connsiteY3" fmla="*/ 1180459 h 2360918"/>
                <a:gd name="connsiteX4" fmla="*/ 1060340 w 1168400"/>
                <a:gd name="connsiteY4" fmla="*/ 5457 h 2360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68400" h="2360918">
                  <a:moveTo>
                    <a:pt x="1168400" y="0"/>
                  </a:moveTo>
                  <a:lnTo>
                    <a:pt x="1168400" y="2360918"/>
                  </a:lnTo>
                  <a:lnTo>
                    <a:pt x="1060340" y="2355461"/>
                  </a:lnTo>
                  <a:cubicBezTo>
                    <a:pt x="464762" y="2294977"/>
                    <a:pt x="0" y="1791994"/>
                    <a:pt x="0" y="1180459"/>
                  </a:cubicBezTo>
                  <a:cubicBezTo>
                    <a:pt x="0" y="568924"/>
                    <a:pt x="464762" y="65941"/>
                    <a:pt x="1060340" y="5457"/>
                  </a:cubicBezTo>
                  <a:close/>
                </a:path>
              </a:pathLst>
            </a:custGeom>
            <a:solidFill>
              <a:srgbClr val="FFC73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8" name="TextBox 147">
              <a:extLst>
                <a:ext uri="{FF2B5EF4-FFF2-40B4-BE49-F238E27FC236}">
                  <a16:creationId xmlns:a16="http://schemas.microsoft.com/office/drawing/2014/main" id="{D75E0FF4-DD95-4374-A96E-74902F41406D}"/>
                </a:ext>
              </a:extLst>
            </p:cNvPr>
            <p:cNvSpPr txBox="1"/>
            <p:nvPr/>
          </p:nvSpPr>
          <p:spPr>
            <a:xfrm rot="16200000">
              <a:off x="9117129" y="3328109"/>
              <a:ext cx="199208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rgbClr val="F0EEF0"/>
                  </a:solidFill>
                  <a:latin typeface="Tw Cen MT" panose="020B0602020104020603" pitchFamily="34" charset="0"/>
                </a:rPr>
                <a:t>Batasan </a:t>
              </a:r>
              <a:r>
                <a:rPr lang="en-US" b="1" dirty="0" err="1">
                  <a:solidFill>
                    <a:srgbClr val="F0EEF0"/>
                  </a:solidFill>
                  <a:latin typeface="Tw Cen MT" panose="020B0602020104020603" pitchFamily="34" charset="0"/>
                </a:rPr>
                <a:t>Masalah</a:t>
              </a:r>
              <a:endParaRPr lang="en-US" b="1" dirty="0">
                <a:solidFill>
                  <a:srgbClr val="F0EEF0"/>
                </a:solidFill>
                <a:latin typeface="Tw Cen MT" panose="020B0602020104020603" pitchFamily="34" charset="0"/>
              </a:endParaRPr>
            </a:p>
          </p:txBody>
        </p:sp>
        <p:pic>
          <p:nvPicPr>
            <p:cNvPr id="149" name="Picture 148">
              <a:extLst>
                <a:ext uri="{FF2B5EF4-FFF2-40B4-BE49-F238E27FC236}">
                  <a16:creationId xmlns:a16="http://schemas.microsoft.com/office/drawing/2014/main" id="{13B43634-15E2-4DD3-86FC-8718B1C8F7C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9385467" y="3247473"/>
              <a:ext cx="530600" cy="530600"/>
            </a:xfrm>
            <a:prstGeom prst="rect">
              <a:avLst/>
            </a:prstGeom>
          </p:spPr>
        </p:pic>
      </p:grpSp>
      <p:grpSp>
        <p:nvGrpSpPr>
          <p:cNvPr id="150" name="Group 149">
            <a:extLst>
              <a:ext uri="{FF2B5EF4-FFF2-40B4-BE49-F238E27FC236}">
                <a16:creationId xmlns:a16="http://schemas.microsoft.com/office/drawing/2014/main" id="{59CDFFC8-1070-4F56-90DB-02B9C56598D7}"/>
              </a:ext>
            </a:extLst>
          </p:cNvPr>
          <p:cNvGrpSpPr/>
          <p:nvPr/>
        </p:nvGrpSpPr>
        <p:grpSpPr>
          <a:xfrm>
            <a:off x="1387418" y="0"/>
            <a:ext cx="9574094" cy="6858000"/>
            <a:chOff x="491575" y="0"/>
            <a:chExt cx="9574094" cy="6858000"/>
          </a:xfrm>
        </p:grpSpPr>
        <p:sp>
          <p:nvSpPr>
            <p:cNvPr id="151" name="Rectangle 150">
              <a:extLst>
                <a:ext uri="{FF2B5EF4-FFF2-40B4-BE49-F238E27FC236}">
                  <a16:creationId xmlns:a16="http://schemas.microsoft.com/office/drawing/2014/main" id="{8B3ED22B-75E8-4E51-82D5-B179B14CBCD4}"/>
                </a:ext>
              </a:extLst>
            </p:cNvPr>
            <p:cNvSpPr/>
            <p:nvPr/>
          </p:nvSpPr>
          <p:spPr>
            <a:xfrm>
              <a:off x="491575" y="0"/>
              <a:ext cx="9574094" cy="6858000"/>
            </a:xfrm>
            <a:prstGeom prst="rect">
              <a:avLst/>
            </a:prstGeom>
            <a:solidFill>
              <a:srgbClr val="F0EEF0"/>
            </a:solidFill>
            <a:ln>
              <a:noFill/>
            </a:ln>
            <a:effectLst>
              <a:outerShdw blurRad="215900" dist="38100" sx="101000" sy="101000" algn="l" rotWithShape="0">
                <a:schemeClr val="tx1">
                  <a:lumMod val="65000"/>
                  <a:lumOff val="35000"/>
                  <a:alpha val="35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CA2B3163-CAEF-4C00-B78F-8CCFB7D69F8A}"/>
                </a:ext>
              </a:extLst>
            </p:cNvPr>
            <p:cNvSpPr/>
            <p:nvPr/>
          </p:nvSpPr>
          <p:spPr>
            <a:xfrm>
              <a:off x="8897260" y="2337440"/>
              <a:ext cx="1168400" cy="2360918"/>
            </a:xfrm>
            <a:custGeom>
              <a:avLst/>
              <a:gdLst>
                <a:gd name="connsiteX0" fmla="*/ 1168400 w 1168400"/>
                <a:gd name="connsiteY0" fmla="*/ 0 h 2360918"/>
                <a:gd name="connsiteX1" fmla="*/ 1168400 w 1168400"/>
                <a:gd name="connsiteY1" fmla="*/ 2360918 h 2360918"/>
                <a:gd name="connsiteX2" fmla="*/ 1060340 w 1168400"/>
                <a:gd name="connsiteY2" fmla="*/ 2355461 h 2360918"/>
                <a:gd name="connsiteX3" fmla="*/ 0 w 1168400"/>
                <a:gd name="connsiteY3" fmla="*/ 1180459 h 2360918"/>
                <a:gd name="connsiteX4" fmla="*/ 1060340 w 1168400"/>
                <a:gd name="connsiteY4" fmla="*/ 5457 h 2360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68400" h="2360918">
                  <a:moveTo>
                    <a:pt x="1168400" y="0"/>
                  </a:moveTo>
                  <a:lnTo>
                    <a:pt x="1168400" y="2360918"/>
                  </a:lnTo>
                  <a:lnTo>
                    <a:pt x="1060340" y="2355461"/>
                  </a:lnTo>
                  <a:cubicBezTo>
                    <a:pt x="464762" y="2294977"/>
                    <a:pt x="0" y="1791994"/>
                    <a:pt x="0" y="1180459"/>
                  </a:cubicBezTo>
                  <a:cubicBezTo>
                    <a:pt x="0" y="568924"/>
                    <a:pt x="464762" y="65941"/>
                    <a:pt x="1060340" y="5457"/>
                  </a:cubicBezTo>
                  <a:close/>
                </a:path>
              </a:pathLst>
            </a:custGeom>
            <a:solidFill>
              <a:srgbClr val="5D737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3" name="TextBox 152">
              <a:extLst>
                <a:ext uri="{FF2B5EF4-FFF2-40B4-BE49-F238E27FC236}">
                  <a16:creationId xmlns:a16="http://schemas.microsoft.com/office/drawing/2014/main" id="{6BE980A4-9FF8-447C-AAD8-DB0DE4BAE3F5}"/>
                </a:ext>
              </a:extLst>
            </p:cNvPr>
            <p:cNvSpPr txBox="1"/>
            <p:nvPr/>
          </p:nvSpPr>
          <p:spPr>
            <a:xfrm rot="16200000">
              <a:off x="8746453" y="3328108"/>
              <a:ext cx="199208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 err="1">
                  <a:solidFill>
                    <a:srgbClr val="F0EEF0"/>
                  </a:solidFill>
                  <a:latin typeface="Tw Cen MT" panose="020B0602020104020603" pitchFamily="34" charset="0"/>
                </a:rPr>
                <a:t>Rumusan</a:t>
              </a:r>
              <a:r>
                <a:rPr lang="en-US" b="1" dirty="0">
                  <a:solidFill>
                    <a:srgbClr val="F0EEF0"/>
                  </a:solidFill>
                  <a:latin typeface="Tw Cen MT" panose="020B0602020104020603" pitchFamily="34" charset="0"/>
                </a:rPr>
                <a:t> </a:t>
              </a:r>
              <a:r>
                <a:rPr lang="en-US" b="1" dirty="0" err="1">
                  <a:solidFill>
                    <a:srgbClr val="F0EEF0"/>
                  </a:solidFill>
                  <a:latin typeface="Tw Cen MT" panose="020B0602020104020603" pitchFamily="34" charset="0"/>
                </a:rPr>
                <a:t>Masalah</a:t>
              </a:r>
              <a:endParaRPr lang="en-US" b="1" dirty="0">
                <a:solidFill>
                  <a:srgbClr val="F0EEF0"/>
                </a:solidFill>
                <a:latin typeface="Tw Cen MT" panose="020B0602020104020603" pitchFamily="34" charset="0"/>
              </a:endParaRPr>
            </a:p>
          </p:txBody>
        </p:sp>
        <p:pic>
          <p:nvPicPr>
            <p:cNvPr id="154" name="Picture 153">
              <a:extLst>
                <a:ext uri="{FF2B5EF4-FFF2-40B4-BE49-F238E27FC236}">
                  <a16:creationId xmlns:a16="http://schemas.microsoft.com/office/drawing/2014/main" id="{CC7C8902-130A-42BA-83B9-8B76BFF3984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8992269" y="3247473"/>
              <a:ext cx="530600" cy="530600"/>
            </a:xfrm>
            <a:prstGeom prst="rect">
              <a:avLst/>
            </a:prstGeom>
          </p:spPr>
        </p:pic>
      </p:grpSp>
      <p:grpSp>
        <p:nvGrpSpPr>
          <p:cNvPr id="155" name="Group 154">
            <a:extLst>
              <a:ext uri="{FF2B5EF4-FFF2-40B4-BE49-F238E27FC236}">
                <a16:creationId xmlns:a16="http://schemas.microsoft.com/office/drawing/2014/main" id="{413D7F57-DC06-4DD4-B258-FF8D62457991}"/>
              </a:ext>
            </a:extLst>
          </p:cNvPr>
          <p:cNvGrpSpPr/>
          <p:nvPr/>
        </p:nvGrpSpPr>
        <p:grpSpPr>
          <a:xfrm>
            <a:off x="1762646" y="-1"/>
            <a:ext cx="8692332" cy="6858000"/>
            <a:chOff x="718505" y="-1"/>
            <a:chExt cx="8692332" cy="6858000"/>
          </a:xfrm>
        </p:grpSpPr>
        <p:sp>
          <p:nvSpPr>
            <p:cNvPr id="156" name="Rectangle 155">
              <a:extLst>
                <a:ext uri="{FF2B5EF4-FFF2-40B4-BE49-F238E27FC236}">
                  <a16:creationId xmlns:a16="http://schemas.microsoft.com/office/drawing/2014/main" id="{0A010B44-F2BA-4BDE-BF22-60FCCA85E1D8}"/>
                </a:ext>
              </a:extLst>
            </p:cNvPr>
            <p:cNvSpPr/>
            <p:nvPr/>
          </p:nvSpPr>
          <p:spPr>
            <a:xfrm>
              <a:off x="718505" y="-1"/>
              <a:ext cx="8692331" cy="6858000"/>
            </a:xfrm>
            <a:prstGeom prst="rect">
              <a:avLst/>
            </a:prstGeom>
            <a:solidFill>
              <a:srgbClr val="F0EEF0"/>
            </a:solidFill>
            <a:ln>
              <a:noFill/>
            </a:ln>
            <a:effectLst>
              <a:outerShdw blurRad="215900" dist="38100" sx="101000" sy="101000" algn="l" rotWithShape="0">
                <a:schemeClr val="tx1">
                  <a:lumMod val="65000"/>
                  <a:lumOff val="35000"/>
                  <a:alpha val="35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7" name="Freeform: Shape 156">
              <a:extLst>
                <a:ext uri="{FF2B5EF4-FFF2-40B4-BE49-F238E27FC236}">
                  <a16:creationId xmlns:a16="http://schemas.microsoft.com/office/drawing/2014/main" id="{3AC48898-A626-4933-9DBE-504CD30DA599}"/>
                </a:ext>
              </a:extLst>
            </p:cNvPr>
            <p:cNvSpPr/>
            <p:nvPr/>
          </p:nvSpPr>
          <p:spPr>
            <a:xfrm>
              <a:off x="8242436" y="2337439"/>
              <a:ext cx="1168400" cy="2360918"/>
            </a:xfrm>
            <a:custGeom>
              <a:avLst/>
              <a:gdLst>
                <a:gd name="connsiteX0" fmla="*/ 1168400 w 1168400"/>
                <a:gd name="connsiteY0" fmla="*/ 0 h 2360918"/>
                <a:gd name="connsiteX1" fmla="*/ 1168400 w 1168400"/>
                <a:gd name="connsiteY1" fmla="*/ 2360918 h 2360918"/>
                <a:gd name="connsiteX2" fmla="*/ 1060340 w 1168400"/>
                <a:gd name="connsiteY2" fmla="*/ 2355461 h 2360918"/>
                <a:gd name="connsiteX3" fmla="*/ 0 w 1168400"/>
                <a:gd name="connsiteY3" fmla="*/ 1180459 h 2360918"/>
                <a:gd name="connsiteX4" fmla="*/ 1060340 w 1168400"/>
                <a:gd name="connsiteY4" fmla="*/ 5457 h 2360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68400" h="2360918">
                  <a:moveTo>
                    <a:pt x="1168400" y="0"/>
                  </a:moveTo>
                  <a:lnTo>
                    <a:pt x="1168400" y="2360918"/>
                  </a:lnTo>
                  <a:lnTo>
                    <a:pt x="1060340" y="2355461"/>
                  </a:lnTo>
                  <a:cubicBezTo>
                    <a:pt x="464762" y="2294977"/>
                    <a:pt x="0" y="1791994"/>
                    <a:pt x="0" y="1180459"/>
                  </a:cubicBezTo>
                  <a:cubicBezTo>
                    <a:pt x="0" y="568924"/>
                    <a:pt x="464762" y="65941"/>
                    <a:pt x="1060340" y="5457"/>
                  </a:cubicBezTo>
                  <a:close/>
                </a:path>
              </a:pathLst>
            </a:cu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8" name="TextBox 157">
              <a:extLst>
                <a:ext uri="{FF2B5EF4-FFF2-40B4-BE49-F238E27FC236}">
                  <a16:creationId xmlns:a16="http://schemas.microsoft.com/office/drawing/2014/main" id="{4D28EC67-A3BA-4ADF-8961-3F5667831832}"/>
                </a:ext>
              </a:extLst>
            </p:cNvPr>
            <p:cNvSpPr txBox="1"/>
            <p:nvPr/>
          </p:nvSpPr>
          <p:spPr>
            <a:xfrm rot="16200000">
              <a:off x="8091629" y="3189608"/>
              <a:ext cx="199208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 err="1">
                  <a:solidFill>
                    <a:srgbClr val="F0EEF0"/>
                  </a:solidFill>
                  <a:latin typeface="Tw Cen MT" panose="020B0602020104020603" pitchFamily="34" charset="0"/>
                </a:rPr>
                <a:t>Tujuan</a:t>
              </a:r>
              <a:r>
                <a:rPr lang="en-US" b="1" dirty="0">
                  <a:solidFill>
                    <a:srgbClr val="F0EEF0"/>
                  </a:solidFill>
                  <a:latin typeface="Tw Cen MT" panose="020B0602020104020603" pitchFamily="34" charset="0"/>
                </a:rPr>
                <a:t> </a:t>
              </a:r>
              <a:r>
                <a:rPr lang="en-US" b="1" dirty="0" err="1">
                  <a:solidFill>
                    <a:srgbClr val="F0EEF0"/>
                  </a:solidFill>
                  <a:latin typeface="Tw Cen MT" panose="020B0602020104020603" pitchFamily="34" charset="0"/>
                </a:rPr>
                <a:t>Perancangan</a:t>
              </a:r>
              <a:endParaRPr lang="en-US" b="1" dirty="0">
                <a:solidFill>
                  <a:srgbClr val="F0EEF0"/>
                </a:solidFill>
                <a:latin typeface="Tw Cen MT" panose="020B0602020104020603" pitchFamily="34" charset="0"/>
              </a:endParaRPr>
            </a:p>
          </p:txBody>
        </p:sp>
        <p:pic>
          <p:nvPicPr>
            <p:cNvPr id="159" name="Picture 158">
              <a:extLst>
                <a:ext uri="{FF2B5EF4-FFF2-40B4-BE49-F238E27FC236}">
                  <a16:creationId xmlns:a16="http://schemas.microsoft.com/office/drawing/2014/main" id="{1B35D458-ABD3-496F-80F2-A7DF5517D8C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8340472" y="3247473"/>
              <a:ext cx="530600" cy="530600"/>
            </a:xfrm>
            <a:prstGeom prst="rect">
              <a:avLst/>
            </a:prstGeom>
          </p:spPr>
        </p:pic>
      </p:grpSp>
      <p:grpSp>
        <p:nvGrpSpPr>
          <p:cNvPr id="160" name="Group 159">
            <a:extLst>
              <a:ext uri="{FF2B5EF4-FFF2-40B4-BE49-F238E27FC236}">
                <a16:creationId xmlns:a16="http://schemas.microsoft.com/office/drawing/2014/main" id="{AB89704A-10D9-4678-B55F-4A6DC496B903}"/>
              </a:ext>
            </a:extLst>
          </p:cNvPr>
          <p:cNvGrpSpPr/>
          <p:nvPr/>
        </p:nvGrpSpPr>
        <p:grpSpPr>
          <a:xfrm>
            <a:off x="-8166" y="-1"/>
            <a:ext cx="9948758" cy="6858000"/>
            <a:chOff x="-9337032" y="-1"/>
            <a:chExt cx="9948758" cy="6858000"/>
          </a:xfrm>
        </p:grpSpPr>
        <p:sp>
          <p:nvSpPr>
            <p:cNvPr id="161" name="Rectangle 160">
              <a:extLst>
                <a:ext uri="{FF2B5EF4-FFF2-40B4-BE49-F238E27FC236}">
                  <a16:creationId xmlns:a16="http://schemas.microsoft.com/office/drawing/2014/main" id="{5264F1BB-1B3F-49E9-80CA-3C511CA23371}"/>
                </a:ext>
              </a:extLst>
            </p:cNvPr>
            <p:cNvSpPr/>
            <p:nvPr/>
          </p:nvSpPr>
          <p:spPr>
            <a:xfrm>
              <a:off x="-9337032" y="-1"/>
              <a:ext cx="9923504" cy="6858000"/>
            </a:xfrm>
            <a:prstGeom prst="rect">
              <a:avLst/>
            </a:prstGeom>
            <a:solidFill>
              <a:srgbClr val="F0EEF0"/>
            </a:solidFill>
            <a:ln>
              <a:noFill/>
            </a:ln>
            <a:effectLst>
              <a:outerShdw blurRad="215900" dist="38100" sx="101000" sy="101000" algn="l" rotWithShape="0">
                <a:schemeClr val="tx1">
                  <a:lumMod val="65000"/>
                  <a:lumOff val="35000"/>
                  <a:alpha val="35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2B61D79C-FE90-47FB-B78B-B3B793AB02CA}"/>
                </a:ext>
              </a:extLst>
            </p:cNvPr>
            <p:cNvSpPr/>
            <p:nvPr/>
          </p:nvSpPr>
          <p:spPr>
            <a:xfrm>
              <a:off x="-577928" y="2337438"/>
              <a:ext cx="1168400" cy="2360918"/>
            </a:xfrm>
            <a:custGeom>
              <a:avLst/>
              <a:gdLst>
                <a:gd name="connsiteX0" fmla="*/ 1168400 w 1168400"/>
                <a:gd name="connsiteY0" fmla="*/ 0 h 2360918"/>
                <a:gd name="connsiteX1" fmla="*/ 1168400 w 1168400"/>
                <a:gd name="connsiteY1" fmla="*/ 2360918 h 2360918"/>
                <a:gd name="connsiteX2" fmla="*/ 1060340 w 1168400"/>
                <a:gd name="connsiteY2" fmla="*/ 2355461 h 2360918"/>
                <a:gd name="connsiteX3" fmla="*/ 0 w 1168400"/>
                <a:gd name="connsiteY3" fmla="*/ 1180459 h 2360918"/>
                <a:gd name="connsiteX4" fmla="*/ 1060340 w 1168400"/>
                <a:gd name="connsiteY4" fmla="*/ 5457 h 2360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68400" h="2360918">
                  <a:moveTo>
                    <a:pt x="1168400" y="0"/>
                  </a:moveTo>
                  <a:lnTo>
                    <a:pt x="1168400" y="2360918"/>
                  </a:lnTo>
                  <a:lnTo>
                    <a:pt x="1060340" y="2355461"/>
                  </a:lnTo>
                  <a:cubicBezTo>
                    <a:pt x="464762" y="2294977"/>
                    <a:pt x="0" y="1791994"/>
                    <a:pt x="0" y="1180459"/>
                  </a:cubicBezTo>
                  <a:cubicBezTo>
                    <a:pt x="0" y="568924"/>
                    <a:pt x="464762" y="65941"/>
                    <a:pt x="1060340" y="5457"/>
                  </a:cubicBezTo>
                  <a:close/>
                </a:path>
              </a:pathLst>
            </a:custGeom>
            <a:solidFill>
              <a:srgbClr val="00A0A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3" name="TextBox 162">
              <a:extLst>
                <a:ext uri="{FF2B5EF4-FFF2-40B4-BE49-F238E27FC236}">
                  <a16:creationId xmlns:a16="http://schemas.microsoft.com/office/drawing/2014/main" id="{E9B70F99-384A-4A5C-A23E-1F49CAADEFD4}"/>
                </a:ext>
              </a:extLst>
            </p:cNvPr>
            <p:cNvSpPr txBox="1"/>
            <p:nvPr/>
          </p:nvSpPr>
          <p:spPr>
            <a:xfrm rot="16200000">
              <a:off x="-738260" y="3158830"/>
              <a:ext cx="199208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rgbClr val="F0EEF0"/>
                  </a:solidFill>
                  <a:latin typeface="Tw Cen MT" panose="020B0602020104020603" pitchFamily="34" charset="0"/>
                </a:rPr>
                <a:t>Manfaat</a:t>
              </a:r>
              <a:r>
                <a:rPr lang="en-US" sz="2000" b="1" dirty="0">
                  <a:solidFill>
                    <a:srgbClr val="F0EEF0"/>
                  </a:solidFill>
                  <a:latin typeface="Tw Cen MT" panose="020B0602020104020603" pitchFamily="34" charset="0"/>
                </a:rPr>
                <a:t> </a:t>
              </a:r>
              <a:r>
                <a:rPr lang="en-US" sz="2000" b="1" dirty="0" err="1">
                  <a:solidFill>
                    <a:srgbClr val="F0EEF0"/>
                  </a:solidFill>
                  <a:latin typeface="Tw Cen MT" panose="020B0602020104020603" pitchFamily="34" charset="0"/>
                </a:rPr>
                <a:t>Perancangan</a:t>
              </a:r>
              <a:endParaRPr lang="en-US" sz="2000" b="1" dirty="0">
                <a:solidFill>
                  <a:srgbClr val="F0EEF0"/>
                </a:solidFill>
                <a:latin typeface="Tw Cen MT" panose="020B0602020104020603" pitchFamily="34" charset="0"/>
              </a:endParaRPr>
            </a:p>
          </p:txBody>
        </p:sp>
        <p:pic>
          <p:nvPicPr>
            <p:cNvPr id="164" name="Picture 163">
              <a:extLst>
                <a:ext uri="{FF2B5EF4-FFF2-40B4-BE49-F238E27FC236}">
                  <a16:creationId xmlns:a16="http://schemas.microsoft.com/office/drawing/2014/main" id="{BB5632DE-AE54-40EA-95F5-CB8E8FFF1F3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-491912" y="3247473"/>
              <a:ext cx="530600" cy="530600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F5026F5-DA60-4696-A52C-322974B25419}"/>
              </a:ext>
            </a:extLst>
          </p:cNvPr>
          <p:cNvGrpSpPr/>
          <p:nvPr/>
        </p:nvGrpSpPr>
        <p:grpSpPr>
          <a:xfrm>
            <a:off x="3269943" y="1100627"/>
            <a:ext cx="3264698" cy="771525"/>
            <a:chOff x="3269943" y="1100627"/>
            <a:chExt cx="3264698" cy="771525"/>
          </a:xfrm>
        </p:grpSpPr>
        <p:sp>
          <p:nvSpPr>
            <p:cNvPr id="69" name="Rectangle: Rounded Corners 68">
              <a:extLst>
                <a:ext uri="{FF2B5EF4-FFF2-40B4-BE49-F238E27FC236}">
                  <a16:creationId xmlns:a16="http://schemas.microsoft.com/office/drawing/2014/main" id="{2B550BBD-F18C-479F-A54D-2B53160169B5}"/>
                </a:ext>
              </a:extLst>
            </p:cNvPr>
            <p:cNvSpPr/>
            <p:nvPr/>
          </p:nvSpPr>
          <p:spPr>
            <a:xfrm>
              <a:off x="3269943" y="1100627"/>
              <a:ext cx="3264698" cy="771525"/>
            </a:xfrm>
            <a:prstGeom prst="roundRect">
              <a:avLst/>
            </a:prstGeom>
            <a:solidFill>
              <a:srgbClr val="00A0A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sz="2400" dirty="0" err="1">
                  <a:solidFill>
                    <a:schemeClr val="bg1"/>
                  </a:solidFill>
                </a:rPr>
                <a:t>Bagi</a:t>
              </a:r>
              <a:r>
                <a:rPr lang="en-US" sz="2400" dirty="0">
                  <a:solidFill>
                    <a:schemeClr val="bg1"/>
                  </a:solidFill>
                </a:rPr>
                <a:t> </a:t>
              </a:r>
              <a:r>
                <a:rPr lang="en-US" sz="2400" dirty="0" err="1">
                  <a:solidFill>
                    <a:schemeClr val="bg1"/>
                  </a:solidFill>
                </a:rPr>
                <a:t>Pengguna</a:t>
              </a:r>
              <a:endParaRPr lang="en-ID" sz="2400" dirty="0">
                <a:solidFill>
                  <a:schemeClr val="bg1"/>
                </a:solidFill>
              </a:endParaRPr>
            </a:p>
          </p:txBody>
        </p:sp>
        <p:pic>
          <p:nvPicPr>
            <p:cNvPr id="6" name="Graphic 5" descr="User">
              <a:extLst>
                <a:ext uri="{FF2B5EF4-FFF2-40B4-BE49-F238E27FC236}">
                  <a16:creationId xmlns:a16="http://schemas.microsoft.com/office/drawing/2014/main" id="{5CC31AD1-465B-4B55-AAF2-CEF72381F39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3306107" y="1114594"/>
              <a:ext cx="674959" cy="674959"/>
            </a:xfrm>
            <a:prstGeom prst="rect">
              <a:avLst/>
            </a:prstGeom>
          </p:spPr>
        </p:pic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2E4DF16-35C6-4EDE-810B-728FB5091258}"/>
              </a:ext>
            </a:extLst>
          </p:cNvPr>
          <p:cNvGrpSpPr/>
          <p:nvPr/>
        </p:nvGrpSpPr>
        <p:grpSpPr>
          <a:xfrm>
            <a:off x="3269943" y="2721414"/>
            <a:ext cx="3264698" cy="771525"/>
            <a:chOff x="3269943" y="2305153"/>
            <a:chExt cx="3264698" cy="771525"/>
          </a:xfrm>
        </p:grpSpPr>
        <p:sp>
          <p:nvSpPr>
            <p:cNvPr id="75" name="Rectangle: Rounded Corners 74">
              <a:extLst>
                <a:ext uri="{FF2B5EF4-FFF2-40B4-BE49-F238E27FC236}">
                  <a16:creationId xmlns:a16="http://schemas.microsoft.com/office/drawing/2014/main" id="{0E2C2B0B-3C92-40DB-8B29-014F9939D166}"/>
                </a:ext>
              </a:extLst>
            </p:cNvPr>
            <p:cNvSpPr/>
            <p:nvPr/>
          </p:nvSpPr>
          <p:spPr>
            <a:xfrm>
              <a:off x="3269943" y="2305153"/>
              <a:ext cx="3264698" cy="771525"/>
            </a:xfrm>
            <a:prstGeom prst="roundRect">
              <a:avLst/>
            </a:prstGeom>
            <a:solidFill>
              <a:srgbClr val="00A0A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sz="2400" dirty="0" err="1">
                  <a:solidFill>
                    <a:schemeClr val="bg1"/>
                  </a:solidFill>
                </a:rPr>
                <a:t>Bagi</a:t>
              </a:r>
              <a:r>
                <a:rPr lang="en-US" sz="2400" dirty="0">
                  <a:solidFill>
                    <a:schemeClr val="bg1"/>
                  </a:solidFill>
                </a:rPr>
                <a:t> </a:t>
              </a:r>
              <a:r>
                <a:rPr lang="en-US" sz="2400" dirty="0" err="1">
                  <a:solidFill>
                    <a:schemeClr val="bg1"/>
                  </a:solidFill>
                </a:rPr>
                <a:t>Penulis</a:t>
              </a:r>
              <a:endParaRPr lang="en-ID" sz="2400" dirty="0">
                <a:solidFill>
                  <a:schemeClr val="bg1"/>
                </a:solidFill>
              </a:endParaRPr>
            </a:p>
          </p:txBody>
        </p:sp>
        <p:pic>
          <p:nvPicPr>
            <p:cNvPr id="8" name="Graphic 7" descr="Typewriter">
              <a:extLst>
                <a:ext uri="{FF2B5EF4-FFF2-40B4-BE49-F238E27FC236}">
                  <a16:creationId xmlns:a16="http://schemas.microsoft.com/office/drawing/2014/main" id="{91737CB6-F645-4CDD-B03B-6E4ED2437B6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3365951" y="2344698"/>
              <a:ext cx="627392" cy="627392"/>
            </a:xfrm>
            <a:prstGeom prst="rect">
              <a:avLst/>
            </a:prstGeom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B88C1FBC-D035-4275-8DF4-4B704325EBDA}"/>
              </a:ext>
            </a:extLst>
          </p:cNvPr>
          <p:cNvGrpSpPr/>
          <p:nvPr/>
        </p:nvGrpSpPr>
        <p:grpSpPr>
          <a:xfrm>
            <a:off x="3259417" y="4423824"/>
            <a:ext cx="3264698" cy="771525"/>
            <a:chOff x="3269943" y="3537110"/>
            <a:chExt cx="3264698" cy="771525"/>
          </a:xfrm>
        </p:grpSpPr>
        <p:sp>
          <p:nvSpPr>
            <p:cNvPr id="83" name="Rectangle: Rounded Corners 82">
              <a:extLst>
                <a:ext uri="{FF2B5EF4-FFF2-40B4-BE49-F238E27FC236}">
                  <a16:creationId xmlns:a16="http://schemas.microsoft.com/office/drawing/2014/main" id="{4BA88FD2-A8EB-4044-956A-E709A6DD4F8A}"/>
                </a:ext>
              </a:extLst>
            </p:cNvPr>
            <p:cNvSpPr/>
            <p:nvPr/>
          </p:nvSpPr>
          <p:spPr>
            <a:xfrm>
              <a:off x="3269943" y="3537110"/>
              <a:ext cx="3264698" cy="771525"/>
            </a:xfrm>
            <a:prstGeom prst="roundRect">
              <a:avLst/>
            </a:prstGeom>
            <a:solidFill>
              <a:srgbClr val="00A0A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sz="2400" dirty="0" err="1">
                  <a:solidFill>
                    <a:schemeClr val="bg1"/>
                  </a:solidFill>
                </a:rPr>
                <a:t>Bagi</a:t>
              </a:r>
              <a:r>
                <a:rPr lang="en-US" sz="2400" dirty="0">
                  <a:solidFill>
                    <a:schemeClr val="bg1"/>
                  </a:solidFill>
                </a:rPr>
                <a:t> </a:t>
              </a:r>
              <a:r>
                <a:rPr lang="en-US" sz="2400" dirty="0" err="1">
                  <a:solidFill>
                    <a:schemeClr val="bg1"/>
                  </a:solidFill>
                </a:rPr>
                <a:t>Pembaca</a:t>
              </a:r>
              <a:endParaRPr lang="en-ID" sz="2400" dirty="0">
                <a:solidFill>
                  <a:schemeClr val="bg1"/>
                </a:solidFill>
              </a:endParaRPr>
            </a:p>
          </p:txBody>
        </p:sp>
        <p:pic>
          <p:nvPicPr>
            <p:cNvPr id="10" name="Graphic 9" descr="Books">
              <a:extLst>
                <a:ext uri="{FF2B5EF4-FFF2-40B4-BE49-F238E27FC236}">
                  <a16:creationId xmlns:a16="http://schemas.microsoft.com/office/drawing/2014/main" id="{DE1B26B9-95D6-41B8-951C-2654C8B26CB7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3400142" y="3588781"/>
              <a:ext cx="624127" cy="62412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847301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25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25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25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50"/>
                            </p:stCondLst>
                            <p:childTnLst>
                              <p:par>
                                <p:cTn id="11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25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25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25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500"/>
                            </p:stCondLst>
                            <p:childTnLst>
                              <p:par>
                                <p:cTn id="17" presetID="22" presetClass="entr" presetSubtype="8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250"/>
                            </p:stCondLst>
                            <p:childTnLst>
                              <p:par>
                                <p:cTn id="21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25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25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25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25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25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25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75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2500"/>
                            </p:stCondLst>
                            <p:childTnLst>
                              <p:par>
                                <p:cTn id="37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9" dur="25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25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" dur="25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750"/>
                            </p:stCondLst>
                            <p:childTnLst>
                              <p:par>
                                <p:cTn id="43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5" dur="250" fill="hold"/>
                                        <p:tgtEl>
                                          <p:spTgt spid="1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250" fill="hold"/>
                                        <p:tgtEl>
                                          <p:spTgt spid="1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25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50" fill="hold"/>
                                        <p:tgtEl>
                                          <p:spTgt spid="1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50" fill="hold"/>
                                        <p:tgtEl>
                                          <p:spTgt spid="1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2" dur="25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" dur="250" fill="hold"/>
                                        <p:tgtEl>
                                          <p:spTgt spid="1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250" fill="hold"/>
                                        <p:tgtEl>
                                          <p:spTgt spid="1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7" dur="25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0" dur="250" fill="hold"/>
                                        <p:tgtEl>
                                          <p:spTgt spid="1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250" fill="hold"/>
                                        <p:tgtEl>
                                          <p:spTgt spid="1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2" dur="25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5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8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1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6" grpId="0"/>
      <p:bldP spid="68" grpId="0"/>
      <p:bldP spid="70" grpId="0"/>
      <p:bldP spid="72" grpId="0"/>
      <p:bldP spid="74" grpId="0"/>
      <p:bldP spid="76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Group 49">
            <a:extLst>
              <a:ext uri="{FF2B5EF4-FFF2-40B4-BE49-F238E27FC236}">
                <a16:creationId xmlns:a16="http://schemas.microsoft.com/office/drawing/2014/main" id="{038E6734-F7ED-4197-AE1C-DE222063D26D}"/>
              </a:ext>
            </a:extLst>
          </p:cNvPr>
          <p:cNvGrpSpPr/>
          <p:nvPr/>
        </p:nvGrpSpPr>
        <p:grpSpPr>
          <a:xfrm>
            <a:off x="-290920" y="0"/>
            <a:ext cx="12482920" cy="6858000"/>
            <a:chOff x="-290920" y="0"/>
            <a:chExt cx="12482920" cy="6858000"/>
          </a:xfrm>
        </p:grpSpPr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B7FF06C6-EDB2-4E2A-B33F-9667DAB48738}"/>
                </a:ext>
              </a:extLst>
            </p:cNvPr>
            <p:cNvSpPr/>
            <p:nvPr/>
          </p:nvSpPr>
          <p:spPr>
            <a:xfrm>
              <a:off x="-290920" y="0"/>
              <a:ext cx="12482920" cy="6858000"/>
            </a:xfrm>
            <a:prstGeom prst="rect">
              <a:avLst/>
            </a:prstGeom>
            <a:solidFill>
              <a:srgbClr val="F0EEF0"/>
            </a:solidFill>
            <a:ln>
              <a:noFill/>
            </a:ln>
            <a:effectLst>
              <a:outerShdw blurRad="215900" dist="38100" sx="101000" sy="101000" algn="l" rotWithShape="0">
                <a:schemeClr val="tx1">
                  <a:lumMod val="65000"/>
                  <a:lumOff val="35000"/>
                  <a:alpha val="35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DD389168-73D4-4CCF-B806-15F4C9CFBC65}"/>
                </a:ext>
              </a:extLst>
            </p:cNvPr>
            <p:cNvSpPr/>
            <p:nvPr/>
          </p:nvSpPr>
          <p:spPr>
            <a:xfrm>
              <a:off x="11023600" y="2337441"/>
              <a:ext cx="1168400" cy="2360918"/>
            </a:xfrm>
            <a:custGeom>
              <a:avLst/>
              <a:gdLst>
                <a:gd name="connsiteX0" fmla="*/ 1168400 w 1168400"/>
                <a:gd name="connsiteY0" fmla="*/ 0 h 2360918"/>
                <a:gd name="connsiteX1" fmla="*/ 1168400 w 1168400"/>
                <a:gd name="connsiteY1" fmla="*/ 2360918 h 2360918"/>
                <a:gd name="connsiteX2" fmla="*/ 1060340 w 1168400"/>
                <a:gd name="connsiteY2" fmla="*/ 2355461 h 2360918"/>
                <a:gd name="connsiteX3" fmla="*/ 0 w 1168400"/>
                <a:gd name="connsiteY3" fmla="*/ 1180459 h 2360918"/>
                <a:gd name="connsiteX4" fmla="*/ 1060340 w 1168400"/>
                <a:gd name="connsiteY4" fmla="*/ 5457 h 2360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68400" h="2360918">
                  <a:moveTo>
                    <a:pt x="1168400" y="0"/>
                  </a:moveTo>
                  <a:lnTo>
                    <a:pt x="1168400" y="2360918"/>
                  </a:lnTo>
                  <a:lnTo>
                    <a:pt x="1060340" y="2355461"/>
                  </a:lnTo>
                  <a:cubicBezTo>
                    <a:pt x="464762" y="2294977"/>
                    <a:pt x="0" y="1791994"/>
                    <a:pt x="0" y="1180459"/>
                  </a:cubicBezTo>
                  <a:cubicBezTo>
                    <a:pt x="0" y="568924"/>
                    <a:pt x="464762" y="65941"/>
                    <a:pt x="1060340" y="5457"/>
                  </a:cubicBezTo>
                  <a:close/>
                </a:path>
              </a:pathLst>
            </a:custGeom>
            <a:solidFill>
              <a:srgbClr val="FF596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FD36EBE0-2C84-494E-9C0B-54A6EFA86DA6}"/>
                </a:ext>
              </a:extLst>
            </p:cNvPr>
            <p:cNvSpPr txBox="1"/>
            <p:nvPr/>
          </p:nvSpPr>
          <p:spPr>
            <a:xfrm rot="16200000">
              <a:off x="10872792" y="3194734"/>
              <a:ext cx="199208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 dirty="0">
                  <a:solidFill>
                    <a:srgbClr val="F0EEF0"/>
                  </a:solidFill>
                  <a:latin typeface="Tw Cen MT" panose="020B0602020104020603" pitchFamily="34" charset="0"/>
                </a:rPr>
                <a:t>about</a:t>
              </a:r>
            </a:p>
          </p:txBody>
        </p:sp>
        <p:pic>
          <p:nvPicPr>
            <p:cNvPr id="54" name="Picture 53">
              <a:extLst>
                <a:ext uri="{FF2B5EF4-FFF2-40B4-BE49-F238E27FC236}">
                  <a16:creationId xmlns:a16="http://schemas.microsoft.com/office/drawing/2014/main" id="{FE3F6E56-804E-434E-AD42-D62A42CB306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11129999" y="3247473"/>
              <a:ext cx="530600" cy="530600"/>
            </a:xfrm>
            <a:prstGeom prst="rect">
              <a:avLst/>
            </a:prstGeom>
          </p:spPr>
        </p:pic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208D727C-49D3-4C59-91D3-816C0DD22E21}"/>
              </a:ext>
            </a:extLst>
          </p:cNvPr>
          <p:cNvGrpSpPr/>
          <p:nvPr/>
        </p:nvGrpSpPr>
        <p:grpSpPr>
          <a:xfrm>
            <a:off x="226788" y="-2"/>
            <a:ext cx="11447503" cy="6858000"/>
            <a:chOff x="213096" y="0"/>
            <a:chExt cx="11447503" cy="6858000"/>
          </a:xfrm>
        </p:grpSpPr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A369AF8C-7DC3-4D77-B3F1-5B8A444D2822}"/>
                </a:ext>
              </a:extLst>
            </p:cNvPr>
            <p:cNvSpPr/>
            <p:nvPr/>
          </p:nvSpPr>
          <p:spPr>
            <a:xfrm>
              <a:off x="213096" y="0"/>
              <a:ext cx="11447501" cy="6858000"/>
            </a:xfrm>
            <a:prstGeom prst="rect">
              <a:avLst/>
            </a:prstGeom>
            <a:solidFill>
              <a:srgbClr val="F0EEF0"/>
            </a:solidFill>
            <a:ln>
              <a:noFill/>
            </a:ln>
            <a:effectLst>
              <a:outerShdw blurRad="215900" dist="38100" sx="101000" sy="101000" algn="l" rotWithShape="0">
                <a:schemeClr val="tx1">
                  <a:lumMod val="65000"/>
                  <a:lumOff val="35000"/>
                  <a:alpha val="35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6A173B44-EE6F-4236-9AB2-49524EA553D7}"/>
                </a:ext>
              </a:extLst>
            </p:cNvPr>
            <p:cNvSpPr/>
            <p:nvPr/>
          </p:nvSpPr>
          <p:spPr>
            <a:xfrm>
              <a:off x="10492197" y="2337441"/>
              <a:ext cx="1168400" cy="2360918"/>
            </a:xfrm>
            <a:custGeom>
              <a:avLst/>
              <a:gdLst>
                <a:gd name="connsiteX0" fmla="*/ 1168400 w 1168400"/>
                <a:gd name="connsiteY0" fmla="*/ 0 h 2360918"/>
                <a:gd name="connsiteX1" fmla="*/ 1168400 w 1168400"/>
                <a:gd name="connsiteY1" fmla="*/ 2360918 h 2360918"/>
                <a:gd name="connsiteX2" fmla="*/ 1060340 w 1168400"/>
                <a:gd name="connsiteY2" fmla="*/ 2355461 h 2360918"/>
                <a:gd name="connsiteX3" fmla="*/ 0 w 1168400"/>
                <a:gd name="connsiteY3" fmla="*/ 1180459 h 2360918"/>
                <a:gd name="connsiteX4" fmla="*/ 1060340 w 1168400"/>
                <a:gd name="connsiteY4" fmla="*/ 5457 h 2360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68400" h="2360918">
                  <a:moveTo>
                    <a:pt x="1168400" y="0"/>
                  </a:moveTo>
                  <a:lnTo>
                    <a:pt x="1168400" y="2360918"/>
                  </a:lnTo>
                  <a:lnTo>
                    <a:pt x="1060340" y="2355461"/>
                  </a:lnTo>
                  <a:cubicBezTo>
                    <a:pt x="464762" y="2294977"/>
                    <a:pt x="0" y="1791994"/>
                    <a:pt x="0" y="1180459"/>
                  </a:cubicBezTo>
                  <a:cubicBezTo>
                    <a:pt x="0" y="568924"/>
                    <a:pt x="464762" y="65941"/>
                    <a:pt x="1060340" y="5457"/>
                  </a:cubicBezTo>
                  <a:close/>
                </a:path>
              </a:pathLst>
            </a:custGeom>
            <a:solidFill>
              <a:srgbClr val="52CD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B40A12D7-9F13-43EC-95DE-B85ADBCAA6B6}"/>
                </a:ext>
              </a:extLst>
            </p:cNvPr>
            <p:cNvSpPr txBox="1"/>
            <p:nvPr/>
          </p:nvSpPr>
          <p:spPr>
            <a:xfrm rot="16200000">
              <a:off x="10341391" y="3105834"/>
              <a:ext cx="199208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 dirty="0">
                  <a:solidFill>
                    <a:srgbClr val="F0EEF0"/>
                  </a:solidFill>
                  <a:latin typeface="Tw Cen MT" panose="020B0602020104020603" pitchFamily="34" charset="0"/>
                </a:rPr>
                <a:t>history</a:t>
              </a:r>
            </a:p>
          </p:txBody>
        </p:sp>
        <p:pic>
          <p:nvPicPr>
            <p:cNvPr id="59" name="Picture 58">
              <a:extLst>
                <a:ext uri="{FF2B5EF4-FFF2-40B4-BE49-F238E27FC236}">
                  <a16:creationId xmlns:a16="http://schemas.microsoft.com/office/drawing/2014/main" id="{BA271034-9DEF-432C-A1F3-B6470D25550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10600933" y="3247473"/>
              <a:ext cx="530600" cy="530600"/>
            </a:xfrm>
            <a:prstGeom prst="rect">
              <a:avLst/>
            </a:prstGeom>
          </p:spPr>
        </p:pic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7728BA24-99D1-4E44-98AC-50745A94AD6C}"/>
              </a:ext>
            </a:extLst>
          </p:cNvPr>
          <p:cNvGrpSpPr/>
          <p:nvPr/>
        </p:nvGrpSpPr>
        <p:grpSpPr>
          <a:xfrm>
            <a:off x="1184133" y="0"/>
            <a:ext cx="9961092" cy="6858000"/>
            <a:chOff x="491575" y="0"/>
            <a:chExt cx="9961092" cy="6858000"/>
          </a:xfrm>
        </p:grpSpPr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1079FD4E-778D-428A-B08F-1B97893971C7}"/>
                </a:ext>
              </a:extLst>
            </p:cNvPr>
            <p:cNvSpPr/>
            <p:nvPr/>
          </p:nvSpPr>
          <p:spPr>
            <a:xfrm>
              <a:off x="491575" y="0"/>
              <a:ext cx="9961092" cy="6858000"/>
            </a:xfrm>
            <a:prstGeom prst="rect">
              <a:avLst/>
            </a:prstGeom>
            <a:solidFill>
              <a:srgbClr val="F0EEF0"/>
            </a:solidFill>
            <a:ln>
              <a:noFill/>
            </a:ln>
            <a:effectLst>
              <a:outerShdw blurRad="215900" dist="38100" sx="101000" sy="101000" algn="l" rotWithShape="0">
                <a:schemeClr val="tx1">
                  <a:lumMod val="65000"/>
                  <a:lumOff val="35000"/>
                  <a:alpha val="35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67DB4514-65BA-420D-BBB3-CCF0A5B397CB}"/>
                </a:ext>
              </a:extLst>
            </p:cNvPr>
            <p:cNvSpPr/>
            <p:nvPr/>
          </p:nvSpPr>
          <p:spPr>
            <a:xfrm>
              <a:off x="9284267" y="2337440"/>
              <a:ext cx="1168400" cy="2360918"/>
            </a:xfrm>
            <a:custGeom>
              <a:avLst/>
              <a:gdLst>
                <a:gd name="connsiteX0" fmla="*/ 1168400 w 1168400"/>
                <a:gd name="connsiteY0" fmla="*/ 0 h 2360918"/>
                <a:gd name="connsiteX1" fmla="*/ 1168400 w 1168400"/>
                <a:gd name="connsiteY1" fmla="*/ 2360918 h 2360918"/>
                <a:gd name="connsiteX2" fmla="*/ 1060340 w 1168400"/>
                <a:gd name="connsiteY2" fmla="*/ 2355461 h 2360918"/>
                <a:gd name="connsiteX3" fmla="*/ 0 w 1168400"/>
                <a:gd name="connsiteY3" fmla="*/ 1180459 h 2360918"/>
                <a:gd name="connsiteX4" fmla="*/ 1060340 w 1168400"/>
                <a:gd name="connsiteY4" fmla="*/ 5457 h 2360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68400" h="2360918">
                  <a:moveTo>
                    <a:pt x="1168400" y="0"/>
                  </a:moveTo>
                  <a:lnTo>
                    <a:pt x="1168400" y="2360918"/>
                  </a:lnTo>
                  <a:lnTo>
                    <a:pt x="1060340" y="2355461"/>
                  </a:lnTo>
                  <a:cubicBezTo>
                    <a:pt x="464762" y="2294977"/>
                    <a:pt x="0" y="1791994"/>
                    <a:pt x="0" y="1180459"/>
                  </a:cubicBezTo>
                  <a:cubicBezTo>
                    <a:pt x="0" y="568924"/>
                    <a:pt x="464762" y="65941"/>
                    <a:pt x="1060340" y="5457"/>
                  </a:cubicBezTo>
                  <a:close/>
                </a:path>
              </a:pathLst>
            </a:custGeom>
            <a:solidFill>
              <a:srgbClr val="FFC73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F86CE46E-7143-4535-BF09-36D36B082851}"/>
                </a:ext>
              </a:extLst>
            </p:cNvPr>
            <p:cNvSpPr txBox="1"/>
            <p:nvPr/>
          </p:nvSpPr>
          <p:spPr>
            <a:xfrm rot="16200000">
              <a:off x="9117129" y="3189611"/>
              <a:ext cx="199208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 dirty="0">
                  <a:solidFill>
                    <a:srgbClr val="F0EEF0"/>
                  </a:solidFill>
                  <a:latin typeface="Tw Cen MT" panose="020B0602020104020603" pitchFamily="34" charset="0"/>
                </a:rPr>
                <a:t>timeline</a:t>
              </a:r>
            </a:p>
          </p:txBody>
        </p:sp>
        <p:pic>
          <p:nvPicPr>
            <p:cNvPr id="64" name="Picture 63">
              <a:extLst>
                <a:ext uri="{FF2B5EF4-FFF2-40B4-BE49-F238E27FC236}">
                  <a16:creationId xmlns:a16="http://schemas.microsoft.com/office/drawing/2014/main" id="{4E9D2CC3-AE8C-4CF7-AC14-0BF3748D631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9385467" y="3247473"/>
              <a:ext cx="530600" cy="530600"/>
            </a:xfrm>
            <a:prstGeom prst="rect">
              <a:avLst/>
            </a:prstGeom>
          </p:spPr>
        </p:pic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2704DBF9-F2DF-4744-9CBE-8384BF790E0F}"/>
              </a:ext>
            </a:extLst>
          </p:cNvPr>
          <p:cNvGrpSpPr/>
          <p:nvPr/>
        </p:nvGrpSpPr>
        <p:grpSpPr>
          <a:xfrm>
            <a:off x="-7985197" y="0"/>
            <a:ext cx="9574094" cy="6858000"/>
            <a:chOff x="491575" y="0"/>
            <a:chExt cx="9574094" cy="6858000"/>
          </a:xfrm>
        </p:grpSpPr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D409FCBC-490E-4134-BE82-9429CE5AB00A}"/>
                </a:ext>
              </a:extLst>
            </p:cNvPr>
            <p:cNvSpPr/>
            <p:nvPr/>
          </p:nvSpPr>
          <p:spPr>
            <a:xfrm>
              <a:off x="491575" y="0"/>
              <a:ext cx="9574094" cy="6858000"/>
            </a:xfrm>
            <a:prstGeom prst="rect">
              <a:avLst/>
            </a:prstGeom>
            <a:solidFill>
              <a:srgbClr val="F0EEF0"/>
            </a:solidFill>
            <a:ln>
              <a:noFill/>
            </a:ln>
            <a:effectLst>
              <a:outerShdw blurRad="215900" dist="38100" sx="101000" sy="101000" algn="l" rotWithShape="0">
                <a:schemeClr val="tx1">
                  <a:lumMod val="65000"/>
                  <a:lumOff val="35000"/>
                  <a:alpha val="35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484E2370-4D03-4FD0-B29C-F763767296D4}"/>
                </a:ext>
              </a:extLst>
            </p:cNvPr>
            <p:cNvSpPr/>
            <p:nvPr/>
          </p:nvSpPr>
          <p:spPr>
            <a:xfrm>
              <a:off x="8897260" y="2337440"/>
              <a:ext cx="1168400" cy="2360918"/>
            </a:xfrm>
            <a:custGeom>
              <a:avLst/>
              <a:gdLst>
                <a:gd name="connsiteX0" fmla="*/ 1168400 w 1168400"/>
                <a:gd name="connsiteY0" fmla="*/ 0 h 2360918"/>
                <a:gd name="connsiteX1" fmla="*/ 1168400 w 1168400"/>
                <a:gd name="connsiteY1" fmla="*/ 2360918 h 2360918"/>
                <a:gd name="connsiteX2" fmla="*/ 1060340 w 1168400"/>
                <a:gd name="connsiteY2" fmla="*/ 2355461 h 2360918"/>
                <a:gd name="connsiteX3" fmla="*/ 0 w 1168400"/>
                <a:gd name="connsiteY3" fmla="*/ 1180459 h 2360918"/>
                <a:gd name="connsiteX4" fmla="*/ 1060340 w 1168400"/>
                <a:gd name="connsiteY4" fmla="*/ 5457 h 2360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68400" h="2360918">
                  <a:moveTo>
                    <a:pt x="1168400" y="0"/>
                  </a:moveTo>
                  <a:lnTo>
                    <a:pt x="1168400" y="2360918"/>
                  </a:lnTo>
                  <a:lnTo>
                    <a:pt x="1060340" y="2355461"/>
                  </a:lnTo>
                  <a:cubicBezTo>
                    <a:pt x="464762" y="2294977"/>
                    <a:pt x="0" y="1791994"/>
                    <a:pt x="0" y="1180459"/>
                  </a:cubicBezTo>
                  <a:cubicBezTo>
                    <a:pt x="0" y="568924"/>
                    <a:pt x="464762" y="65941"/>
                    <a:pt x="1060340" y="5457"/>
                  </a:cubicBezTo>
                  <a:close/>
                </a:path>
              </a:pathLst>
            </a:custGeom>
            <a:solidFill>
              <a:srgbClr val="5D737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CE5F8F51-D3FD-42A1-8372-1B4B1B7C336A}"/>
                </a:ext>
              </a:extLst>
            </p:cNvPr>
            <p:cNvSpPr txBox="1"/>
            <p:nvPr/>
          </p:nvSpPr>
          <p:spPr>
            <a:xfrm rot="16200000">
              <a:off x="8746453" y="3189610"/>
              <a:ext cx="199208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 dirty="0">
                  <a:solidFill>
                    <a:srgbClr val="F0EEF0"/>
                  </a:solidFill>
                  <a:latin typeface="Tw Cen MT" panose="020B0602020104020603" pitchFamily="34" charset="0"/>
                </a:rPr>
                <a:t>teams</a:t>
              </a:r>
            </a:p>
          </p:txBody>
        </p:sp>
        <p:pic>
          <p:nvPicPr>
            <p:cNvPr id="69" name="Picture 68">
              <a:extLst>
                <a:ext uri="{FF2B5EF4-FFF2-40B4-BE49-F238E27FC236}">
                  <a16:creationId xmlns:a16="http://schemas.microsoft.com/office/drawing/2014/main" id="{05E43CA3-886C-4010-B3E2-837CCC6F516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8992269" y="3247473"/>
              <a:ext cx="530600" cy="530600"/>
            </a:xfrm>
            <a:prstGeom prst="rect">
              <a:avLst/>
            </a:prstGeom>
          </p:spPr>
        </p:pic>
      </p:grpSp>
      <p:sp>
        <p:nvSpPr>
          <p:cNvPr id="70" name="Rectangle 69">
            <a:extLst>
              <a:ext uri="{FF2B5EF4-FFF2-40B4-BE49-F238E27FC236}">
                <a16:creationId xmlns:a16="http://schemas.microsoft.com/office/drawing/2014/main" id="{87E322DA-3D39-4A36-A521-33E75DDBFF71}"/>
              </a:ext>
            </a:extLst>
          </p:cNvPr>
          <p:cNvSpPr/>
          <p:nvPr/>
        </p:nvSpPr>
        <p:spPr>
          <a:xfrm>
            <a:off x="-7962177" y="-1"/>
            <a:ext cx="5781368" cy="6858000"/>
          </a:xfrm>
          <a:prstGeom prst="rect">
            <a:avLst/>
          </a:prstGeom>
          <a:solidFill>
            <a:srgbClr val="F0EEF0"/>
          </a:solidFill>
          <a:ln>
            <a:noFill/>
          </a:ln>
          <a:effectLst>
            <a:outerShdw blurRad="215900" dist="38100" sx="101000" sy="101000" algn="l" rotWithShape="0">
              <a:schemeClr val="tx1">
                <a:lumMod val="65000"/>
                <a:lumOff val="35000"/>
                <a:alpha val="3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1" name="Group 70">
            <a:extLst>
              <a:ext uri="{FF2B5EF4-FFF2-40B4-BE49-F238E27FC236}">
                <a16:creationId xmlns:a16="http://schemas.microsoft.com/office/drawing/2014/main" id="{831F8BD9-F71B-4D2D-8A60-61BABDC384BB}"/>
              </a:ext>
            </a:extLst>
          </p:cNvPr>
          <p:cNvGrpSpPr/>
          <p:nvPr/>
        </p:nvGrpSpPr>
        <p:grpSpPr>
          <a:xfrm>
            <a:off x="-7638543" y="-1"/>
            <a:ext cx="8692332" cy="6858000"/>
            <a:chOff x="718505" y="-1"/>
            <a:chExt cx="8692332" cy="6858000"/>
          </a:xfrm>
        </p:grpSpPr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B470067C-2D0B-4A65-B940-C052473E9422}"/>
                </a:ext>
              </a:extLst>
            </p:cNvPr>
            <p:cNvSpPr/>
            <p:nvPr/>
          </p:nvSpPr>
          <p:spPr>
            <a:xfrm>
              <a:off x="718505" y="-1"/>
              <a:ext cx="8692331" cy="6858000"/>
            </a:xfrm>
            <a:prstGeom prst="rect">
              <a:avLst/>
            </a:prstGeom>
            <a:solidFill>
              <a:srgbClr val="F0EEF0"/>
            </a:solidFill>
            <a:ln>
              <a:noFill/>
            </a:ln>
            <a:effectLst>
              <a:outerShdw blurRad="215900" dist="38100" sx="101000" sy="101000" algn="l" rotWithShape="0">
                <a:schemeClr val="tx1">
                  <a:lumMod val="65000"/>
                  <a:lumOff val="35000"/>
                  <a:alpha val="35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66B5D93C-8112-48DA-975B-9DDD27DEADD9}"/>
                </a:ext>
              </a:extLst>
            </p:cNvPr>
            <p:cNvSpPr/>
            <p:nvPr/>
          </p:nvSpPr>
          <p:spPr>
            <a:xfrm>
              <a:off x="8242436" y="2337439"/>
              <a:ext cx="1168400" cy="2360918"/>
            </a:xfrm>
            <a:custGeom>
              <a:avLst/>
              <a:gdLst>
                <a:gd name="connsiteX0" fmla="*/ 1168400 w 1168400"/>
                <a:gd name="connsiteY0" fmla="*/ 0 h 2360918"/>
                <a:gd name="connsiteX1" fmla="*/ 1168400 w 1168400"/>
                <a:gd name="connsiteY1" fmla="*/ 2360918 h 2360918"/>
                <a:gd name="connsiteX2" fmla="*/ 1060340 w 1168400"/>
                <a:gd name="connsiteY2" fmla="*/ 2355461 h 2360918"/>
                <a:gd name="connsiteX3" fmla="*/ 0 w 1168400"/>
                <a:gd name="connsiteY3" fmla="*/ 1180459 h 2360918"/>
                <a:gd name="connsiteX4" fmla="*/ 1060340 w 1168400"/>
                <a:gd name="connsiteY4" fmla="*/ 5457 h 2360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68400" h="2360918">
                  <a:moveTo>
                    <a:pt x="1168400" y="0"/>
                  </a:moveTo>
                  <a:lnTo>
                    <a:pt x="1168400" y="2360918"/>
                  </a:lnTo>
                  <a:lnTo>
                    <a:pt x="1060340" y="2355461"/>
                  </a:lnTo>
                  <a:cubicBezTo>
                    <a:pt x="464762" y="2294977"/>
                    <a:pt x="0" y="1791994"/>
                    <a:pt x="0" y="1180459"/>
                  </a:cubicBezTo>
                  <a:cubicBezTo>
                    <a:pt x="0" y="568924"/>
                    <a:pt x="464762" y="65941"/>
                    <a:pt x="1060340" y="5457"/>
                  </a:cubicBezTo>
                  <a:close/>
                </a:path>
              </a:pathLst>
            </a:cu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6D3577A8-E9FC-43B7-B3E2-76EDDA51C160}"/>
                </a:ext>
              </a:extLst>
            </p:cNvPr>
            <p:cNvSpPr txBox="1"/>
            <p:nvPr/>
          </p:nvSpPr>
          <p:spPr>
            <a:xfrm rot="16200000">
              <a:off x="8091629" y="3189609"/>
              <a:ext cx="199208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 dirty="0">
                  <a:solidFill>
                    <a:srgbClr val="F0EEF0"/>
                  </a:solidFill>
                  <a:latin typeface="Tw Cen MT" panose="020B0602020104020603" pitchFamily="34" charset="0"/>
                </a:rPr>
                <a:t>services</a:t>
              </a:r>
            </a:p>
          </p:txBody>
        </p:sp>
        <p:pic>
          <p:nvPicPr>
            <p:cNvPr id="75" name="Picture 74">
              <a:extLst>
                <a:ext uri="{FF2B5EF4-FFF2-40B4-BE49-F238E27FC236}">
                  <a16:creationId xmlns:a16="http://schemas.microsoft.com/office/drawing/2014/main" id="{36FD3106-E967-44D6-AB4D-A0DA183F7CC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8340472" y="3247473"/>
              <a:ext cx="530600" cy="530600"/>
            </a:xfrm>
            <a:prstGeom prst="rect">
              <a:avLst/>
            </a:prstGeom>
          </p:spPr>
        </p:pic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3E930874-288B-4537-8AA6-A601044D9580}"/>
              </a:ext>
            </a:extLst>
          </p:cNvPr>
          <p:cNvGrpSpPr/>
          <p:nvPr/>
        </p:nvGrpSpPr>
        <p:grpSpPr>
          <a:xfrm>
            <a:off x="-9395082" y="-1"/>
            <a:ext cx="9927504" cy="6858000"/>
            <a:chOff x="-9337032" y="-1"/>
            <a:chExt cx="9927504" cy="6858000"/>
          </a:xfrm>
        </p:grpSpPr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225CDF0F-0FD1-40B0-BD29-F7D200A3A066}"/>
                </a:ext>
              </a:extLst>
            </p:cNvPr>
            <p:cNvSpPr/>
            <p:nvPr/>
          </p:nvSpPr>
          <p:spPr>
            <a:xfrm>
              <a:off x="-9337032" y="-1"/>
              <a:ext cx="9923504" cy="6858000"/>
            </a:xfrm>
            <a:prstGeom prst="rect">
              <a:avLst/>
            </a:prstGeom>
            <a:solidFill>
              <a:srgbClr val="F0EEF0"/>
            </a:solidFill>
            <a:ln>
              <a:noFill/>
            </a:ln>
            <a:effectLst>
              <a:outerShdw blurRad="215900" dist="38100" sx="101000" sy="101000" algn="l" rotWithShape="0">
                <a:schemeClr val="tx1">
                  <a:lumMod val="65000"/>
                  <a:lumOff val="35000"/>
                  <a:alpha val="35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A02216B9-43DC-4135-9F3E-7EFEAD2EB420}"/>
                </a:ext>
              </a:extLst>
            </p:cNvPr>
            <p:cNvSpPr/>
            <p:nvPr/>
          </p:nvSpPr>
          <p:spPr>
            <a:xfrm>
              <a:off x="-577928" y="2337438"/>
              <a:ext cx="1168400" cy="2360918"/>
            </a:xfrm>
            <a:custGeom>
              <a:avLst/>
              <a:gdLst>
                <a:gd name="connsiteX0" fmla="*/ 1168400 w 1168400"/>
                <a:gd name="connsiteY0" fmla="*/ 0 h 2360918"/>
                <a:gd name="connsiteX1" fmla="*/ 1168400 w 1168400"/>
                <a:gd name="connsiteY1" fmla="*/ 2360918 h 2360918"/>
                <a:gd name="connsiteX2" fmla="*/ 1060340 w 1168400"/>
                <a:gd name="connsiteY2" fmla="*/ 2355461 h 2360918"/>
                <a:gd name="connsiteX3" fmla="*/ 0 w 1168400"/>
                <a:gd name="connsiteY3" fmla="*/ 1180459 h 2360918"/>
                <a:gd name="connsiteX4" fmla="*/ 1060340 w 1168400"/>
                <a:gd name="connsiteY4" fmla="*/ 5457 h 2360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68400" h="2360918">
                  <a:moveTo>
                    <a:pt x="1168400" y="0"/>
                  </a:moveTo>
                  <a:lnTo>
                    <a:pt x="1168400" y="2360918"/>
                  </a:lnTo>
                  <a:lnTo>
                    <a:pt x="1060340" y="2355461"/>
                  </a:lnTo>
                  <a:cubicBezTo>
                    <a:pt x="464762" y="2294977"/>
                    <a:pt x="0" y="1791994"/>
                    <a:pt x="0" y="1180459"/>
                  </a:cubicBezTo>
                  <a:cubicBezTo>
                    <a:pt x="0" y="568924"/>
                    <a:pt x="464762" y="65941"/>
                    <a:pt x="1060340" y="5457"/>
                  </a:cubicBezTo>
                  <a:close/>
                </a:path>
              </a:pathLst>
            </a:custGeom>
            <a:solidFill>
              <a:srgbClr val="00A0A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37342E0B-2429-4B98-AF6A-1DB087CBDE83}"/>
                </a:ext>
              </a:extLst>
            </p:cNvPr>
            <p:cNvSpPr txBox="1"/>
            <p:nvPr/>
          </p:nvSpPr>
          <p:spPr>
            <a:xfrm rot="16200000">
              <a:off x="-738260" y="3189608"/>
              <a:ext cx="199208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 dirty="0">
                  <a:solidFill>
                    <a:srgbClr val="F0EEF0"/>
                  </a:solidFill>
                  <a:latin typeface="Tw Cen MT" panose="020B0602020104020603" pitchFamily="34" charset="0"/>
                </a:rPr>
                <a:t>follow</a:t>
              </a:r>
            </a:p>
          </p:txBody>
        </p:sp>
        <p:pic>
          <p:nvPicPr>
            <p:cNvPr id="80" name="Picture 79">
              <a:extLst>
                <a:ext uri="{FF2B5EF4-FFF2-40B4-BE49-F238E27FC236}">
                  <a16:creationId xmlns:a16="http://schemas.microsoft.com/office/drawing/2014/main" id="{29879508-5AD7-4FE2-AD55-8AF69ECDBEC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-491912" y="3247473"/>
              <a:ext cx="530600" cy="530600"/>
            </a:xfrm>
            <a:prstGeom prst="rect">
              <a:avLst/>
            </a:prstGeom>
          </p:spPr>
        </p:pic>
      </p:grp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7277CEC9-24C9-4B1D-964A-A216786A7724}"/>
              </a:ext>
            </a:extLst>
          </p:cNvPr>
          <p:cNvCxnSpPr/>
          <p:nvPr/>
        </p:nvCxnSpPr>
        <p:spPr>
          <a:xfrm>
            <a:off x="3850016" y="3623253"/>
            <a:ext cx="1966913" cy="0"/>
          </a:xfrm>
          <a:prstGeom prst="line">
            <a:avLst/>
          </a:prstGeom>
          <a:ln w="28575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7" name="Group 96">
            <a:extLst>
              <a:ext uri="{FF2B5EF4-FFF2-40B4-BE49-F238E27FC236}">
                <a16:creationId xmlns:a16="http://schemas.microsoft.com/office/drawing/2014/main" id="{F1840EDE-DF70-433F-86FE-A402BC5C2DDE}"/>
              </a:ext>
            </a:extLst>
          </p:cNvPr>
          <p:cNvGrpSpPr/>
          <p:nvPr/>
        </p:nvGrpSpPr>
        <p:grpSpPr>
          <a:xfrm>
            <a:off x="3638922" y="3517706"/>
            <a:ext cx="211094" cy="211094"/>
            <a:chOff x="1677812" y="4248152"/>
            <a:chExt cx="211094" cy="211094"/>
          </a:xfrm>
        </p:grpSpPr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43B84625-CD81-4477-AFEA-2D657FFA16C5}"/>
                </a:ext>
              </a:extLst>
            </p:cNvPr>
            <p:cNvSpPr/>
            <p:nvPr/>
          </p:nvSpPr>
          <p:spPr>
            <a:xfrm>
              <a:off x="1677812" y="4248152"/>
              <a:ext cx="211094" cy="211094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9" name="Oval 98">
              <a:extLst>
                <a:ext uri="{FF2B5EF4-FFF2-40B4-BE49-F238E27FC236}">
                  <a16:creationId xmlns:a16="http://schemas.microsoft.com/office/drawing/2014/main" id="{90BB5737-FB23-4CC2-81BC-52D57E7FB8E9}"/>
                </a:ext>
              </a:extLst>
            </p:cNvPr>
            <p:cNvSpPr/>
            <p:nvPr/>
          </p:nvSpPr>
          <p:spPr>
            <a:xfrm>
              <a:off x="1708100" y="4278440"/>
              <a:ext cx="150518" cy="150518"/>
            </a:xfrm>
            <a:prstGeom prst="ellipse">
              <a:avLst/>
            </a:prstGeom>
            <a:solidFill>
              <a:srgbClr val="FF596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D5DAD85F-381F-4EA0-9781-3C23F8D9AC73}"/>
              </a:ext>
            </a:extLst>
          </p:cNvPr>
          <p:cNvCxnSpPr/>
          <p:nvPr/>
        </p:nvCxnSpPr>
        <p:spPr>
          <a:xfrm>
            <a:off x="5997735" y="3623253"/>
            <a:ext cx="1966913" cy="0"/>
          </a:xfrm>
          <a:prstGeom prst="line">
            <a:avLst/>
          </a:prstGeom>
          <a:ln w="28575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E76B67BC-401F-4EA8-8CBE-EEB8DFAA45A7}"/>
              </a:ext>
            </a:extLst>
          </p:cNvPr>
          <p:cNvGrpSpPr/>
          <p:nvPr/>
        </p:nvGrpSpPr>
        <p:grpSpPr>
          <a:xfrm>
            <a:off x="5816929" y="3517706"/>
            <a:ext cx="211094" cy="211094"/>
            <a:chOff x="3855819" y="4248152"/>
            <a:chExt cx="211094" cy="211094"/>
          </a:xfrm>
        </p:grpSpPr>
        <p:sp>
          <p:nvSpPr>
            <p:cNvPr id="102" name="Oval 101">
              <a:extLst>
                <a:ext uri="{FF2B5EF4-FFF2-40B4-BE49-F238E27FC236}">
                  <a16:creationId xmlns:a16="http://schemas.microsoft.com/office/drawing/2014/main" id="{A399A27A-C7E8-457C-9D90-A66A1BF1F76F}"/>
                </a:ext>
              </a:extLst>
            </p:cNvPr>
            <p:cNvSpPr/>
            <p:nvPr/>
          </p:nvSpPr>
          <p:spPr>
            <a:xfrm>
              <a:off x="3855819" y="4248152"/>
              <a:ext cx="211094" cy="211094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" name="Oval 102">
              <a:extLst>
                <a:ext uri="{FF2B5EF4-FFF2-40B4-BE49-F238E27FC236}">
                  <a16:creationId xmlns:a16="http://schemas.microsoft.com/office/drawing/2014/main" id="{C4008114-54A1-42C2-9000-1CC3AE1D8927}"/>
                </a:ext>
              </a:extLst>
            </p:cNvPr>
            <p:cNvSpPr/>
            <p:nvPr/>
          </p:nvSpPr>
          <p:spPr>
            <a:xfrm>
              <a:off x="3886107" y="4278440"/>
              <a:ext cx="150518" cy="150518"/>
            </a:xfrm>
            <a:prstGeom prst="ellipse">
              <a:avLst/>
            </a:prstGeom>
            <a:solidFill>
              <a:srgbClr val="52CBB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590AD362-84BB-49C7-8C91-CDB895729924}"/>
              </a:ext>
            </a:extLst>
          </p:cNvPr>
          <p:cNvGrpSpPr/>
          <p:nvPr/>
        </p:nvGrpSpPr>
        <p:grpSpPr>
          <a:xfrm>
            <a:off x="7934360" y="3517706"/>
            <a:ext cx="211094" cy="211094"/>
            <a:chOff x="5973250" y="4248152"/>
            <a:chExt cx="211094" cy="211094"/>
          </a:xfrm>
        </p:grpSpPr>
        <p:sp>
          <p:nvSpPr>
            <p:cNvPr id="105" name="Oval 104">
              <a:extLst>
                <a:ext uri="{FF2B5EF4-FFF2-40B4-BE49-F238E27FC236}">
                  <a16:creationId xmlns:a16="http://schemas.microsoft.com/office/drawing/2014/main" id="{A32FB427-F316-4459-B06D-2A2B27FC7053}"/>
                </a:ext>
              </a:extLst>
            </p:cNvPr>
            <p:cNvSpPr/>
            <p:nvPr/>
          </p:nvSpPr>
          <p:spPr>
            <a:xfrm>
              <a:off x="5973250" y="4248152"/>
              <a:ext cx="211094" cy="211094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Oval 105">
              <a:extLst>
                <a:ext uri="{FF2B5EF4-FFF2-40B4-BE49-F238E27FC236}">
                  <a16:creationId xmlns:a16="http://schemas.microsoft.com/office/drawing/2014/main" id="{C35EF795-8B2D-4CD0-87FF-5756B089D921}"/>
                </a:ext>
              </a:extLst>
            </p:cNvPr>
            <p:cNvSpPr/>
            <p:nvPr/>
          </p:nvSpPr>
          <p:spPr>
            <a:xfrm>
              <a:off x="6003538" y="4278440"/>
              <a:ext cx="150518" cy="150518"/>
            </a:xfrm>
            <a:prstGeom prst="ellipse">
              <a:avLst/>
            </a:prstGeom>
            <a:solidFill>
              <a:srgbClr val="FEC63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E9582EE9-5831-4F6F-B29E-0BEB719C4F1E}"/>
              </a:ext>
            </a:extLst>
          </p:cNvPr>
          <p:cNvGrpSpPr/>
          <p:nvPr/>
        </p:nvGrpSpPr>
        <p:grpSpPr>
          <a:xfrm>
            <a:off x="2594536" y="4142156"/>
            <a:ext cx="2289049" cy="733322"/>
            <a:chOff x="1514240" y="4816886"/>
            <a:chExt cx="2289049" cy="733322"/>
          </a:xfrm>
        </p:grpSpPr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895C2AE9-E6EE-4572-8B9B-0A1C8899D6FE}"/>
                </a:ext>
              </a:extLst>
            </p:cNvPr>
            <p:cNvSpPr txBox="1"/>
            <p:nvPr/>
          </p:nvSpPr>
          <p:spPr>
            <a:xfrm>
              <a:off x="1514240" y="4816886"/>
              <a:ext cx="22890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Tw Cen MT" panose="020B0602020104020603" pitchFamily="34" charset="0"/>
                </a:rPr>
                <a:t>HEADING</a:t>
              </a:r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8DC71A93-B148-4A8B-B0CA-4AD086FE8D7B}"/>
                </a:ext>
              </a:extLst>
            </p:cNvPr>
            <p:cNvSpPr txBox="1"/>
            <p:nvPr/>
          </p:nvSpPr>
          <p:spPr>
            <a:xfrm>
              <a:off x="1733898" y="5088543"/>
              <a:ext cx="184973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Tw Cen MT" panose="020B0602020104020603" pitchFamily="34" charset="0"/>
                </a:rPr>
                <a:t>YOU CAN ADD SOME BRIEF TEXT HERE</a:t>
              </a:r>
            </a:p>
          </p:txBody>
        </p:sp>
      </p:grpSp>
      <p:sp>
        <p:nvSpPr>
          <p:cNvPr id="110" name="TextBox 109">
            <a:extLst>
              <a:ext uri="{FF2B5EF4-FFF2-40B4-BE49-F238E27FC236}">
                <a16:creationId xmlns:a16="http://schemas.microsoft.com/office/drawing/2014/main" id="{70B20FE2-BC47-4EB2-B7EA-CBE6F5B390D3}"/>
              </a:ext>
            </a:extLst>
          </p:cNvPr>
          <p:cNvSpPr txBox="1"/>
          <p:nvPr/>
        </p:nvSpPr>
        <p:spPr>
          <a:xfrm>
            <a:off x="2594536" y="3709155"/>
            <a:ext cx="22890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5969"/>
                </a:solidFill>
                <a:latin typeface="Tw Cen MT" panose="020B0602020104020603" pitchFamily="34" charset="0"/>
              </a:rPr>
              <a:t>2014</a:t>
            </a:r>
          </a:p>
        </p:txBody>
      </p: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EEB19012-A13E-4E01-97E1-4BD9BE0B2C4A}"/>
              </a:ext>
            </a:extLst>
          </p:cNvPr>
          <p:cNvGrpSpPr/>
          <p:nvPr/>
        </p:nvGrpSpPr>
        <p:grpSpPr>
          <a:xfrm>
            <a:off x="4783446" y="4142156"/>
            <a:ext cx="2289049" cy="733322"/>
            <a:chOff x="1514240" y="4816886"/>
            <a:chExt cx="2289049" cy="733322"/>
          </a:xfrm>
        </p:grpSpPr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5FF83314-6443-4064-B8AD-715FDF38C0B1}"/>
                </a:ext>
              </a:extLst>
            </p:cNvPr>
            <p:cNvSpPr txBox="1"/>
            <p:nvPr/>
          </p:nvSpPr>
          <p:spPr>
            <a:xfrm>
              <a:off x="1514240" y="4816886"/>
              <a:ext cx="22890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Tw Cen MT" panose="020B0602020104020603" pitchFamily="34" charset="0"/>
                </a:rPr>
                <a:t>HEADING</a:t>
              </a:r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AFB0129A-D09E-4693-96AE-20F4A2C31E42}"/>
                </a:ext>
              </a:extLst>
            </p:cNvPr>
            <p:cNvSpPr txBox="1"/>
            <p:nvPr/>
          </p:nvSpPr>
          <p:spPr>
            <a:xfrm>
              <a:off x="1733898" y="5088543"/>
              <a:ext cx="184973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Tw Cen MT" panose="020B0602020104020603" pitchFamily="34" charset="0"/>
                </a:rPr>
                <a:t>YOU CAN ADD SOME BRIEF TEXT HERE</a:t>
              </a:r>
            </a:p>
          </p:txBody>
        </p:sp>
      </p:grpSp>
      <p:sp>
        <p:nvSpPr>
          <p:cNvPr id="114" name="TextBox 113">
            <a:extLst>
              <a:ext uri="{FF2B5EF4-FFF2-40B4-BE49-F238E27FC236}">
                <a16:creationId xmlns:a16="http://schemas.microsoft.com/office/drawing/2014/main" id="{B58D17C2-3595-44AD-9D77-27C29A8030BC}"/>
              </a:ext>
            </a:extLst>
          </p:cNvPr>
          <p:cNvSpPr txBox="1"/>
          <p:nvPr/>
        </p:nvSpPr>
        <p:spPr>
          <a:xfrm>
            <a:off x="4783446" y="3709155"/>
            <a:ext cx="22890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52CBBE"/>
                </a:solidFill>
                <a:latin typeface="Tw Cen MT" panose="020B0602020104020603" pitchFamily="34" charset="0"/>
              </a:rPr>
              <a:t>2015</a:t>
            </a:r>
          </a:p>
        </p:txBody>
      </p: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115D3786-3CB0-4D98-9C2D-11D4FBA5EAB9}"/>
              </a:ext>
            </a:extLst>
          </p:cNvPr>
          <p:cNvGrpSpPr/>
          <p:nvPr/>
        </p:nvGrpSpPr>
        <p:grpSpPr>
          <a:xfrm>
            <a:off x="6912585" y="4142156"/>
            <a:ext cx="2289049" cy="733322"/>
            <a:chOff x="1514240" y="4816886"/>
            <a:chExt cx="2289049" cy="733322"/>
          </a:xfrm>
        </p:grpSpPr>
        <p:sp>
          <p:nvSpPr>
            <p:cNvPr id="116" name="TextBox 115">
              <a:extLst>
                <a:ext uri="{FF2B5EF4-FFF2-40B4-BE49-F238E27FC236}">
                  <a16:creationId xmlns:a16="http://schemas.microsoft.com/office/drawing/2014/main" id="{572131EC-94E6-4982-85F7-903D6FA72171}"/>
                </a:ext>
              </a:extLst>
            </p:cNvPr>
            <p:cNvSpPr txBox="1"/>
            <p:nvPr/>
          </p:nvSpPr>
          <p:spPr>
            <a:xfrm>
              <a:off x="1514240" y="4816886"/>
              <a:ext cx="22890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Tw Cen MT" panose="020B0602020104020603" pitchFamily="34" charset="0"/>
                </a:rPr>
                <a:t>HEADING</a:t>
              </a:r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B60C2261-B057-44FB-B300-F0F52E3F90C0}"/>
                </a:ext>
              </a:extLst>
            </p:cNvPr>
            <p:cNvSpPr txBox="1"/>
            <p:nvPr/>
          </p:nvSpPr>
          <p:spPr>
            <a:xfrm>
              <a:off x="1733898" y="5088543"/>
              <a:ext cx="184973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Tw Cen MT" panose="020B0602020104020603" pitchFamily="34" charset="0"/>
                </a:rPr>
                <a:t>YOU CAN ADD SOME BRIEF TEXT HERE</a:t>
              </a:r>
            </a:p>
          </p:txBody>
        </p:sp>
      </p:grpSp>
      <p:sp>
        <p:nvSpPr>
          <p:cNvPr id="118" name="TextBox 117">
            <a:extLst>
              <a:ext uri="{FF2B5EF4-FFF2-40B4-BE49-F238E27FC236}">
                <a16:creationId xmlns:a16="http://schemas.microsoft.com/office/drawing/2014/main" id="{D8562F22-E78F-4DD5-9BBD-EEAB69C0B365}"/>
              </a:ext>
            </a:extLst>
          </p:cNvPr>
          <p:cNvSpPr txBox="1"/>
          <p:nvPr/>
        </p:nvSpPr>
        <p:spPr>
          <a:xfrm>
            <a:off x="6912585" y="3709155"/>
            <a:ext cx="22890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EC630"/>
                </a:solidFill>
                <a:latin typeface="Tw Cen MT" panose="020B0602020104020603" pitchFamily="34" charset="0"/>
              </a:rPr>
              <a:t>2016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711450F4-A7BD-494E-BD71-C6C5EB8D03D1}"/>
              </a:ext>
            </a:extLst>
          </p:cNvPr>
          <p:cNvGrpSpPr/>
          <p:nvPr/>
        </p:nvGrpSpPr>
        <p:grpSpPr>
          <a:xfrm>
            <a:off x="3101220" y="1755914"/>
            <a:ext cx="1275682" cy="1275682"/>
            <a:chOff x="3063120" y="1755914"/>
            <a:chExt cx="1275682" cy="1275682"/>
          </a:xfrm>
        </p:grpSpPr>
        <p:sp>
          <p:nvSpPr>
            <p:cNvPr id="120" name="Teardrop 119">
              <a:extLst>
                <a:ext uri="{FF2B5EF4-FFF2-40B4-BE49-F238E27FC236}">
                  <a16:creationId xmlns:a16="http://schemas.microsoft.com/office/drawing/2014/main" id="{5E489B47-B2BB-4EFB-8EC4-21C10615E463}"/>
                </a:ext>
              </a:extLst>
            </p:cNvPr>
            <p:cNvSpPr/>
            <p:nvPr/>
          </p:nvSpPr>
          <p:spPr>
            <a:xfrm rot="8100000">
              <a:off x="3063120" y="1755914"/>
              <a:ext cx="1275682" cy="1275682"/>
            </a:xfrm>
            <a:prstGeom prst="teardrop">
              <a:avLst>
                <a:gd name="adj" fmla="val 109962"/>
              </a:avLst>
            </a:prstGeom>
            <a:solidFill>
              <a:srgbClr val="FF596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1" name="Oval 120">
              <a:extLst>
                <a:ext uri="{FF2B5EF4-FFF2-40B4-BE49-F238E27FC236}">
                  <a16:creationId xmlns:a16="http://schemas.microsoft.com/office/drawing/2014/main" id="{862B435C-D1B2-4C1C-B995-8D888E87C5D7}"/>
                </a:ext>
              </a:extLst>
            </p:cNvPr>
            <p:cNvSpPr/>
            <p:nvPr/>
          </p:nvSpPr>
          <p:spPr>
            <a:xfrm>
              <a:off x="3257469" y="1948912"/>
              <a:ext cx="889686" cy="889686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31" name="Picture 130">
              <a:extLst>
                <a:ext uri="{FF2B5EF4-FFF2-40B4-BE49-F238E27FC236}">
                  <a16:creationId xmlns:a16="http://schemas.microsoft.com/office/drawing/2014/main" id="{262C0D94-FE17-421D-AA32-BD4AFE13E66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86696" y="2066644"/>
              <a:ext cx="627392" cy="627390"/>
            </a:xfrm>
            <a:prstGeom prst="rect">
              <a:avLst/>
            </a:prstGeom>
          </p:spPr>
        </p:pic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191C1607-C8B7-4B99-9DC5-3321A9E92D49}"/>
              </a:ext>
            </a:extLst>
          </p:cNvPr>
          <p:cNvGrpSpPr/>
          <p:nvPr/>
        </p:nvGrpSpPr>
        <p:grpSpPr>
          <a:xfrm>
            <a:off x="5280540" y="1755914"/>
            <a:ext cx="1275682" cy="1275682"/>
            <a:chOff x="5242440" y="1755914"/>
            <a:chExt cx="1275682" cy="1275682"/>
          </a:xfrm>
        </p:grpSpPr>
        <p:sp>
          <p:nvSpPr>
            <p:cNvPr id="124" name="Teardrop 123">
              <a:extLst>
                <a:ext uri="{FF2B5EF4-FFF2-40B4-BE49-F238E27FC236}">
                  <a16:creationId xmlns:a16="http://schemas.microsoft.com/office/drawing/2014/main" id="{A44D7BEA-70F0-4773-A72C-A5B9951D3536}"/>
                </a:ext>
              </a:extLst>
            </p:cNvPr>
            <p:cNvSpPr/>
            <p:nvPr/>
          </p:nvSpPr>
          <p:spPr>
            <a:xfrm rot="8100000">
              <a:off x="5242440" y="1755914"/>
              <a:ext cx="1275682" cy="1275682"/>
            </a:xfrm>
            <a:prstGeom prst="teardrop">
              <a:avLst>
                <a:gd name="adj" fmla="val 109962"/>
              </a:avLst>
            </a:prstGeom>
            <a:solidFill>
              <a:srgbClr val="52CBB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5" name="Oval 124">
              <a:extLst>
                <a:ext uri="{FF2B5EF4-FFF2-40B4-BE49-F238E27FC236}">
                  <a16:creationId xmlns:a16="http://schemas.microsoft.com/office/drawing/2014/main" id="{1431DABB-47B8-4640-BD39-9CC7E2CDA115}"/>
                </a:ext>
              </a:extLst>
            </p:cNvPr>
            <p:cNvSpPr/>
            <p:nvPr/>
          </p:nvSpPr>
          <p:spPr>
            <a:xfrm>
              <a:off x="5436789" y="1948912"/>
              <a:ext cx="889686" cy="889686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32" name="Picture 131">
              <a:extLst>
                <a:ext uri="{FF2B5EF4-FFF2-40B4-BE49-F238E27FC236}">
                  <a16:creationId xmlns:a16="http://schemas.microsoft.com/office/drawing/2014/main" id="{B5EEDA48-5891-495E-A9A5-8AEE839470A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65681" y="2061164"/>
              <a:ext cx="659146" cy="659144"/>
            </a:xfrm>
            <a:prstGeom prst="rect">
              <a:avLst/>
            </a:prstGeom>
          </p:spPr>
        </p:pic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FA807BE1-996E-4364-AC05-CAC8C826377C}"/>
              </a:ext>
            </a:extLst>
          </p:cNvPr>
          <p:cNvGrpSpPr/>
          <p:nvPr/>
        </p:nvGrpSpPr>
        <p:grpSpPr>
          <a:xfrm>
            <a:off x="7391281" y="1755914"/>
            <a:ext cx="1275682" cy="1275682"/>
            <a:chOff x="7353181" y="1755914"/>
            <a:chExt cx="1275682" cy="1275682"/>
          </a:xfrm>
        </p:grpSpPr>
        <p:sp>
          <p:nvSpPr>
            <p:cNvPr id="128" name="Teardrop 127">
              <a:extLst>
                <a:ext uri="{FF2B5EF4-FFF2-40B4-BE49-F238E27FC236}">
                  <a16:creationId xmlns:a16="http://schemas.microsoft.com/office/drawing/2014/main" id="{76257F1B-992C-4717-A6A2-EDE25A4F31C3}"/>
                </a:ext>
              </a:extLst>
            </p:cNvPr>
            <p:cNvSpPr/>
            <p:nvPr/>
          </p:nvSpPr>
          <p:spPr>
            <a:xfrm rot="8100000">
              <a:off x="7353181" y="1755914"/>
              <a:ext cx="1275682" cy="1275682"/>
            </a:xfrm>
            <a:prstGeom prst="teardrop">
              <a:avLst>
                <a:gd name="adj" fmla="val 109962"/>
              </a:avLst>
            </a:prstGeom>
            <a:solidFill>
              <a:srgbClr val="FEC63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9" name="Oval 128">
              <a:extLst>
                <a:ext uri="{FF2B5EF4-FFF2-40B4-BE49-F238E27FC236}">
                  <a16:creationId xmlns:a16="http://schemas.microsoft.com/office/drawing/2014/main" id="{CBB174F9-BA66-486F-BC62-F2720CED100C}"/>
                </a:ext>
              </a:extLst>
            </p:cNvPr>
            <p:cNvSpPr/>
            <p:nvPr/>
          </p:nvSpPr>
          <p:spPr>
            <a:xfrm>
              <a:off x="7547530" y="1948912"/>
              <a:ext cx="889686" cy="889686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33" name="Picture 132">
              <a:extLst>
                <a:ext uri="{FF2B5EF4-FFF2-40B4-BE49-F238E27FC236}">
                  <a16:creationId xmlns:a16="http://schemas.microsoft.com/office/drawing/2014/main" id="{58BE45EE-A44E-41D8-8C13-099C1F70EFC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8666" y="2048456"/>
              <a:ext cx="684562" cy="68456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244992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250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250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25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50"/>
                            </p:stCondLst>
                            <p:childTnLst>
                              <p:par>
                                <p:cTn id="11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250" fill="hold"/>
                                        <p:tgtEl>
                                          <p:spTgt spid="1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250" fill="hold"/>
                                        <p:tgtEl>
                                          <p:spTgt spid="1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25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500"/>
                            </p:stCondLst>
                            <p:childTnLst>
                              <p:par>
                                <p:cTn id="17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2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2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2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750"/>
                            </p:stCondLst>
                            <p:childTnLst>
                              <p:par>
                                <p:cTn id="23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25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250" fill="hold"/>
                                        <p:tgtEl>
                                          <p:spTgt spid="10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250" fill="hold"/>
                                        <p:tgtEl>
                                          <p:spTgt spid="10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22" presetClass="entr" presetSubtype="8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750"/>
                            </p:stCondLst>
                            <p:childTnLst>
                              <p:par>
                                <p:cTn id="33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25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25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25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2000"/>
                            </p:stCondLst>
                            <p:childTnLst>
                              <p:par>
                                <p:cTn id="3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2250"/>
                            </p:stCondLst>
                            <p:childTnLst>
                              <p:par>
                                <p:cTn id="4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7" dur="250" fill="hold"/>
                                        <p:tgtEl>
                                          <p:spTgt spid="1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250" fill="hold"/>
                                        <p:tgtEl>
                                          <p:spTgt spid="1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9" dur="25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2500"/>
                            </p:stCondLst>
                            <p:childTnLst>
                              <p:par>
                                <p:cTn id="51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25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250" fill="hold"/>
                                        <p:tgtEl>
                                          <p:spTgt spid="1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50" fill="hold"/>
                                        <p:tgtEl>
                                          <p:spTgt spid="1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2750"/>
                            </p:stCondLst>
                            <p:childTnLst>
                              <p:par>
                                <p:cTn id="57" presetID="22" presetClass="entr" presetSubtype="8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3500"/>
                            </p:stCondLst>
                            <p:childTnLst>
                              <p:par>
                                <p:cTn id="61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3" dur="250" fill="hold"/>
                                        <p:tgtEl>
                                          <p:spTgt spid="10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250" fill="hold"/>
                                        <p:tgtEl>
                                          <p:spTgt spid="10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5" dur="25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6" fill="hold">
                            <p:stCondLst>
                              <p:cond delay="3750"/>
                            </p:stCondLst>
                            <p:childTnLst>
                              <p:par>
                                <p:cTn id="67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9" dur="250" fill="hold"/>
                                        <p:tgtEl>
                                          <p:spTgt spid="1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250" fill="hold"/>
                                        <p:tgtEl>
                                          <p:spTgt spid="1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1" dur="25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4000"/>
                            </p:stCondLst>
                            <p:childTnLst>
                              <p:par>
                                <p:cTn id="73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25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250" fill="hold"/>
                                        <p:tgtEl>
                                          <p:spTgt spid="1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250" fill="hold"/>
                                        <p:tgtEl>
                                          <p:spTgt spid="1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8" fill="hold">
                            <p:stCondLst>
                              <p:cond delay="4250"/>
                            </p:stCondLst>
                            <p:childTnLst>
                              <p:par>
                                <p:cTn id="7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1" dur="2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2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3" dur="2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0" grpId="0"/>
      <p:bldP spid="114" grpId="0"/>
      <p:bldP spid="118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Group 49">
            <a:extLst>
              <a:ext uri="{FF2B5EF4-FFF2-40B4-BE49-F238E27FC236}">
                <a16:creationId xmlns:a16="http://schemas.microsoft.com/office/drawing/2014/main" id="{10781169-B7A4-446E-BD33-B9650367A7F9}"/>
              </a:ext>
            </a:extLst>
          </p:cNvPr>
          <p:cNvGrpSpPr/>
          <p:nvPr/>
        </p:nvGrpSpPr>
        <p:grpSpPr>
          <a:xfrm>
            <a:off x="-290920" y="0"/>
            <a:ext cx="12482920" cy="6858000"/>
            <a:chOff x="-290920" y="0"/>
            <a:chExt cx="12482920" cy="6858000"/>
          </a:xfrm>
        </p:grpSpPr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CED3AF08-30FC-4AFF-9C5C-99D0A7099514}"/>
                </a:ext>
              </a:extLst>
            </p:cNvPr>
            <p:cNvSpPr/>
            <p:nvPr/>
          </p:nvSpPr>
          <p:spPr>
            <a:xfrm>
              <a:off x="-290920" y="0"/>
              <a:ext cx="12482920" cy="6858000"/>
            </a:xfrm>
            <a:prstGeom prst="rect">
              <a:avLst/>
            </a:prstGeom>
            <a:solidFill>
              <a:srgbClr val="F0EEF0"/>
            </a:solidFill>
            <a:ln>
              <a:noFill/>
            </a:ln>
            <a:effectLst>
              <a:outerShdw blurRad="215900" dist="38100" sx="101000" sy="101000" algn="l" rotWithShape="0">
                <a:schemeClr val="tx1">
                  <a:lumMod val="65000"/>
                  <a:lumOff val="35000"/>
                  <a:alpha val="35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99AF1FBA-9557-484A-B305-EE590A192E96}"/>
                </a:ext>
              </a:extLst>
            </p:cNvPr>
            <p:cNvSpPr/>
            <p:nvPr/>
          </p:nvSpPr>
          <p:spPr>
            <a:xfrm>
              <a:off x="11023600" y="2337441"/>
              <a:ext cx="1168400" cy="2360918"/>
            </a:xfrm>
            <a:custGeom>
              <a:avLst/>
              <a:gdLst>
                <a:gd name="connsiteX0" fmla="*/ 1168400 w 1168400"/>
                <a:gd name="connsiteY0" fmla="*/ 0 h 2360918"/>
                <a:gd name="connsiteX1" fmla="*/ 1168400 w 1168400"/>
                <a:gd name="connsiteY1" fmla="*/ 2360918 h 2360918"/>
                <a:gd name="connsiteX2" fmla="*/ 1060340 w 1168400"/>
                <a:gd name="connsiteY2" fmla="*/ 2355461 h 2360918"/>
                <a:gd name="connsiteX3" fmla="*/ 0 w 1168400"/>
                <a:gd name="connsiteY3" fmla="*/ 1180459 h 2360918"/>
                <a:gd name="connsiteX4" fmla="*/ 1060340 w 1168400"/>
                <a:gd name="connsiteY4" fmla="*/ 5457 h 2360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68400" h="2360918">
                  <a:moveTo>
                    <a:pt x="1168400" y="0"/>
                  </a:moveTo>
                  <a:lnTo>
                    <a:pt x="1168400" y="2360918"/>
                  </a:lnTo>
                  <a:lnTo>
                    <a:pt x="1060340" y="2355461"/>
                  </a:lnTo>
                  <a:cubicBezTo>
                    <a:pt x="464762" y="2294977"/>
                    <a:pt x="0" y="1791994"/>
                    <a:pt x="0" y="1180459"/>
                  </a:cubicBezTo>
                  <a:cubicBezTo>
                    <a:pt x="0" y="568924"/>
                    <a:pt x="464762" y="65941"/>
                    <a:pt x="1060340" y="5457"/>
                  </a:cubicBezTo>
                  <a:close/>
                </a:path>
              </a:pathLst>
            </a:custGeom>
            <a:solidFill>
              <a:srgbClr val="FF596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407E3AA2-679E-4924-AC1B-FE6C3A02C251}"/>
                </a:ext>
              </a:extLst>
            </p:cNvPr>
            <p:cNvSpPr txBox="1"/>
            <p:nvPr/>
          </p:nvSpPr>
          <p:spPr>
            <a:xfrm rot="16200000">
              <a:off x="10872792" y="3194734"/>
              <a:ext cx="199208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 dirty="0">
                  <a:solidFill>
                    <a:srgbClr val="F0EEF0"/>
                  </a:solidFill>
                  <a:latin typeface="Tw Cen MT" panose="020B0602020104020603" pitchFamily="34" charset="0"/>
                </a:rPr>
                <a:t>about</a:t>
              </a:r>
            </a:p>
          </p:txBody>
        </p:sp>
        <p:pic>
          <p:nvPicPr>
            <p:cNvPr id="54" name="Picture 53">
              <a:extLst>
                <a:ext uri="{FF2B5EF4-FFF2-40B4-BE49-F238E27FC236}">
                  <a16:creationId xmlns:a16="http://schemas.microsoft.com/office/drawing/2014/main" id="{CD9846FC-755F-4A0E-BAD3-A5D51C0E1EB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11129999" y="3247473"/>
              <a:ext cx="530600" cy="530600"/>
            </a:xfrm>
            <a:prstGeom prst="rect">
              <a:avLst/>
            </a:prstGeom>
          </p:spPr>
        </p:pic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F00A67C9-4929-4EFF-9CB6-292640CD2738}"/>
              </a:ext>
            </a:extLst>
          </p:cNvPr>
          <p:cNvGrpSpPr/>
          <p:nvPr/>
        </p:nvGrpSpPr>
        <p:grpSpPr>
          <a:xfrm>
            <a:off x="226788" y="-2"/>
            <a:ext cx="11447503" cy="6858000"/>
            <a:chOff x="213096" y="0"/>
            <a:chExt cx="11447503" cy="6858000"/>
          </a:xfrm>
        </p:grpSpPr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3E8CDB02-4760-4298-BC44-93A18EB02F13}"/>
                </a:ext>
              </a:extLst>
            </p:cNvPr>
            <p:cNvSpPr/>
            <p:nvPr/>
          </p:nvSpPr>
          <p:spPr>
            <a:xfrm>
              <a:off x="213096" y="0"/>
              <a:ext cx="11447501" cy="6858000"/>
            </a:xfrm>
            <a:prstGeom prst="rect">
              <a:avLst/>
            </a:prstGeom>
            <a:solidFill>
              <a:srgbClr val="F0EEF0"/>
            </a:solidFill>
            <a:ln>
              <a:noFill/>
            </a:ln>
            <a:effectLst>
              <a:outerShdw blurRad="215900" dist="38100" sx="101000" sy="101000" algn="l" rotWithShape="0">
                <a:schemeClr val="tx1">
                  <a:lumMod val="65000"/>
                  <a:lumOff val="35000"/>
                  <a:alpha val="35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57C0FD50-5E69-463E-A01B-65E9D864A386}"/>
                </a:ext>
              </a:extLst>
            </p:cNvPr>
            <p:cNvSpPr/>
            <p:nvPr/>
          </p:nvSpPr>
          <p:spPr>
            <a:xfrm>
              <a:off x="10492197" y="2337441"/>
              <a:ext cx="1168400" cy="2360918"/>
            </a:xfrm>
            <a:custGeom>
              <a:avLst/>
              <a:gdLst>
                <a:gd name="connsiteX0" fmla="*/ 1168400 w 1168400"/>
                <a:gd name="connsiteY0" fmla="*/ 0 h 2360918"/>
                <a:gd name="connsiteX1" fmla="*/ 1168400 w 1168400"/>
                <a:gd name="connsiteY1" fmla="*/ 2360918 h 2360918"/>
                <a:gd name="connsiteX2" fmla="*/ 1060340 w 1168400"/>
                <a:gd name="connsiteY2" fmla="*/ 2355461 h 2360918"/>
                <a:gd name="connsiteX3" fmla="*/ 0 w 1168400"/>
                <a:gd name="connsiteY3" fmla="*/ 1180459 h 2360918"/>
                <a:gd name="connsiteX4" fmla="*/ 1060340 w 1168400"/>
                <a:gd name="connsiteY4" fmla="*/ 5457 h 2360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68400" h="2360918">
                  <a:moveTo>
                    <a:pt x="1168400" y="0"/>
                  </a:moveTo>
                  <a:lnTo>
                    <a:pt x="1168400" y="2360918"/>
                  </a:lnTo>
                  <a:lnTo>
                    <a:pt x="1060340" y="2355461"/>
                  </a:lnTo>
                  <a:cubicBezTo>
                    <a:pt x="464762" y="2294977"/>
                    <a:pt x="0" y="1791994"/>
                    <a:pt x="0" y="1180459"/>
                  </a:cubicBezTo>
                  <a:cubicBezTo>
                    <a:pt x="0" y="568924"/>
                    <a:pt x="464762" y="65941"/>
                    <a:pt x="1060340" y="5457"/>
                  </a:cubicBezTo>
                  <a:close/>
                </a:path>
              </a:pathLst>
            </a:custGeom>
            <a:solidFill>
              <a:srgbClr val="52CD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04CBFB1D-37FD-419F-B98C-860BF5217905}"/>
                </a:ext>
              </a:extLst>
            </p:cNvPr>
            <p:cNvSpPr txBox="1"/>
            <p:nvPr/>
          </p:nvSpPr>
          <p:spPr>
            <a:xfrm rot="16200000">
              <a:off x="10341391" y="3105834"/>
              <a:ext cx="199208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 dirty="0">
                  <a:solidFill>
                    <a:srgbClr val="F0EEF0"/>
                  </a:solidFill>
                  <a:latin typeface="Tw Cen MT" panose="020B0602020104020603" pitchFamily="34" charset="0"/>
                </a:rPr>
                <a:t>history</a:t>
              </a:r>
            </a:p>
          </p:txBody>
        </p:sp>
        <p:pic>
          <p:nvPicPr>
            <p:cNvPr id="59" name="Picture 58">
              <a:extLst>
                <a:ext uri="{FF2B5EF4-FFF2-40B4-BE49-F238E27FC236}">
                  <a16:creationId xmlns:a16="http://schemas.microsoft.com/office/drawing/2014/main" id="{60B383F7-52C5-4FB7-AEC3-35A48D7354A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10600933" y="3247473"/>
              <a:ext cx="530600" cy="530600"/>
            </a:xfrm>
            <a:prstGeom prst="rect">
              <a:avLst/>
            </a:prstGeom>
          </p:spPr>
        </p:pic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6F7667A6-1C16-4F0A-A162-61BD16E6BE6B}"/>
              </a:ext>
            </a:extLst>
          </p:cNvPr>
          <p:cNvGrpSpPr/>
          <p:nvPr/>
        </p:nvGrpSpPr>
        <p:grpSpPr>
          <a:xfrm>
            <a:off x="1184133" y="0"/>
            <a:ext cx="9961092" cy="6858000"/>
            <a:chOff x="491575" y="0"/>
            <a:chExt cx="9961092" cy="6858000"/>
          </a:xfrm>
        </p:grpSpPr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0E8C29A9-4AAB-442C-A7A4-40DCCE0A9694}"/>
                </a:ext>
              </a:extLst>
            </p:cNvPr>
            <p:cNvSpPr/>
            <p:nvPr/>
          </p:nvSpPr>
          <p:spPr>
            <a:xfrm>
              <a:off x="491575" y="0"/>
              <a:ext cx="9961092" cy="6858000"/>
            </a:xfrm>
            <a:prstGeom prst="rect">
              <a:avLst/>
            </a:prstGeom>
            <a:solidFill>
              <a:srgbClr val="F0EEF0"/>
            </a:solidFill>
            <a:ln>
              <a:noFill/>
            </a:ln>
            <a:effectLst>
              <a:outerShdw blurRad="215900" dist="38100" sx="101000" sy="101000" algn="l" rotWithShape="0">
                <a:schemeClr val="tx1">
                  <a:lumMod val="65000"/>
                  <a:lumOff val="35000"/>
                  <a:alpha val="35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81520FE7-5699-4290-9C3C-51E0C60ECC6B}"/>
                </a:ext>
              </a:extLst>
            </p:cNvPr>
            <p:cNvSpPr/>
            <p:nvPr/>
          </p:nvSpPr>
          <p:spPr>
            <a:xfrm>
              <a:off x="9284267" y="2337440"/>
              <a:ext cx="1168400" cy="2360918"/>
            </a:xfrm>
            <a:custGeom>
              <a:avLst/>
              <a:gdLst>
                <a:gd name="connsiteX0" fmla="*/ 1168400 w 1168400"/>
                <a:gd name="connsiteY0" fmla="*/ 0 h 2360918"/>
                <a:gd name="connsiteX1" fmla="*/ 1168400 w 1168400"/>
                <a:gd name="connsiteY1" fmla="*/ 2360918 h 2360918"/>
                <a:gd name="connsiteX2" fmla="*/ 1060340 w 1168400"/>
                <a:gd name="connsiteY2" fmla="*/ 2355461 h 2360918"/>
                <a:gd name="connsiteX3" fmla="*/ 0 w 1168400"/>
                <a:gd name="connsiteY3" fmla="*/ 1180459 h 2360918"/>
                <a:gd name="connsiteX4" fmla="*/ 1060340 w 1168400"/>
                <a:gd name="connsiteY4" fmla="*/ 5457 h 2360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68400" h="2360918">
                  <a:moveTo>
                    <a:pt x="1168400" y="0"/>
                  </a:moveTo>
                  <a:lnTo>
                    <a:pt x="1168400" y="2360918"/>
                  </a:lnTo>
                  <a:lnTo>
                    <a:pt x="1060340" y="2355461"/>
                  </a:lnTo>
                  <a:cubicBezTo>
                    <a:pt x="464762" y="2294977"/>
                    <a:pt x="0" y="1791994"/>
                    <a:pt x="0" y="1180459"/>
                  </a:cubicBezTo>
                  <a:cubicBezTo>
                    <a:pt x="0" y="568924"/>
                    <a:pt x="464762" y="65941"/>
                    <a:pt x="1060340" y="5457"/>
                  </a:cubicBezTo>
                  <a:close/>
                </a:path>
              </a:pathLst>
            </a:custGeom>
            <a:solidFill>
              <a:srgbClr val="FFC73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AFD50D6F-822B-4109-8B0C-BA004A0B7145}"/>
                </a:ext>
              </a:extLst>
            </p:cNvPr>
            <p:cNvSpPr txBox="1"/>
            <p:nvPr/>
          </p:nvSpPr>
          <p:spPr>
            <a:xfrm rot="16200000">
              <a:off x="9117129" y="3189611"/>
              <a:ext cx="199208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 dirty="0">
                  <a:solidFill>
                    <a:srgbClr val="F0EEF0"/>
                  </a:solidFill>
                  <a:latin typeface="Tw Cen MT" panose="020B0602020104020603" pitchFamily="34" charset="0"/>
                </a:rPr>
                <a:t>timeline</a:t>
              </a:r>
            </a:p>
          </p:txBody>
        </p:sp>
        <p:pic>
          <p:nvPicPr>
            <p:cNvPr id="64" name="Picture 63">
              <a:extLst>
                <a:ext uri="{FF2B5EF4-FFF2-40B4-BE49-F238E27FC236}">
                  <a16:creationId xmlns:a16="http://schemas.microsoft.com/office/drawing/2014/main" id="{0376C61F-147B-441E-B32E-45D5BC1B66B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9385467" y="3247473"/>
              <a:ext cx="530600" cy="530600"/>
            </a:xfrm>
            <a:prstGeom prst="rect">
              <a:avLst/>
            </a:prstGeom>
          </p:spPr>
        </p:pic>
      </p:grpSp>
      <p:sp>
        <p:nvSpPr>
          <p:cNvPr id="70" name="Rectangle 69">
            <a:extLst>
              <a:ext uri="{FF2B5EF4-FFF2-40B4-BE49-F238E27FC236}">
                <a16:creationId xmlns:a16="http://schemas.microsoft.com/office/drawing/2014/main" id="{990CE96C-B0E8-49CB-B717-EBFFECB66027}"/>
              </a:ext>
            </a:extLst>
          </p:cNvPr>
          <p:cNvSpPr/>
          <p:nvPr/>
        </p:nvSpPr>
        <p:spPr>
          <a:xfrm>
            <a:off x="-7962177" y="-1"/>
            <a:ext cx="5781368" cy="6858000"/>
          </a:xfrm>
          <a:prstGeom prst="rect">
            <a:avLst/>
          </a:prstGeom>
          <a:solidFill>
            <a:srgbClr val="F0EEF0"/>
          </a:solidFill>
          <a:ln>
            <a:noFill/>
          </a:ln>
          <a:effectLst>
            <a:outerShdw blurRad="215900" dist="38100" sx="101000" sy="101000" algn="l" rotWithShape="0">
              <a:schemeClr val="tx1">
                <a:lumMod val="65000"/>
                <a:lumOff val="35000"/>
                <a:alpha val="3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5" name="Group 94">
            <a:extLst>
              <a:ext uri="{FF2B5EF4-FFF2-40B4-BE49-F238E27FC236}">
                <a16:creationId xmlns:a16="http://schemas.microsoft.com/office/drawing/2014/main" id="{4E70D3F9-D583-4ACD-8480-0F4A65ED3C83}"/>
              </a:ext>
            </a:extLst>
          </p:cNvPr>
          <p:cNvGrpSpPr/>
          <p:nvPr/>
        </p:nvGrpSpPr>
        <p:grpSpPr>
          <a:xfrm>
            <a:off x="1049062" y="0"/>
            <a:ext cx="9574094" cy="6858000"/>
            <a:chOff x="491575" y="0"/>
            <a:chExt cx="9574094" cy="6858000"/>
          </a:xfrm>
        </p:grpSpPr>
        <p:sp>
          <p:nvSpPr>
            <p:cNvPr id="96" name="Rectangle 95">
              <a:extLst>
                <a:ext uri="{FF2B5EF4-FFF2-40B4-BE49-F238E27FC236}">
                  <a16:creationId xmlns:a16="http://schemas.microsoft.com/office/drawing/2014/main" id="{321108FC-08B5-45CC-AB47-1104119B25FD}"/>
                </a:ext>
              </a:extLst>
            </p:cNvPr>
            <p:cNvSpPr/>
            <p:nvPr/>
          </p:nvSpPr>
          <p:spPr>
            <a:xfrm>
              <a:off x="491575" y="0"/>
              <a:ext cx="9574094" cy="6858000"/>
            </a:xfrm>
            <a:prstGeom prst="rect">
              <a:avLst/>
            </a:prstGeom>
            <a:solidFill>
              <a:srgbClr val="F0EEF0"/>
            </a:solidFill>
            <a:ln>
              <a:noFill/>
            </a:ln>
            <a:effectLst>
              <a:outerShdw blurRad="215900" dist="38100" sx="101000" sy="101000" algn="l" rotWithShape="0">
                <a:schemeClr val="tx1">
                  <a:lumMod val="65000"/>
                  <a:lumOff val="35000"/>
                  <a:alpha val="35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96A47C8C-7F88-484E-817B-572BEDC2BC69}"/>
                </a:ext>
              </a:extLst>
            </p:cNvPr>
            <p:cNvSpPr/>
            <p:nvPr/>
          </p:nvSpPr>
          <p:spPr>
            <a:xfrm>
              <a:off x="8897260" y="2337440"/>
              <a:ext cx="1168400" cy="2360918"/>
            </a:xfrm>
            <a:custGeom>
              <a:avLst/>
              <a:gdLst>
                <a:gd name="connsiteX0" fmla="*/ 1168400 w 1168400"/>
                <a:gd name="connsiteY0" fmla="*/ 0 h 2360918"/>
                <a:gd name="connsiteX1" fmla="*/ 1168400 w 1168400"/>
                <a:gd name="connsiteY1" fmla="*/ 2360918 h 2360918"/>
                <a:gd name="connsiteX2" fmla="*/ 1060340 w 1168400"/>
                <a:gd name="connsiteY2" fmla="*/ 2355461 h 2360918"/>
                <a:gd name="connsiteX3" fmla="*/ 0 w 1168400"/>
                <a:gd name="connsiteY3" fmla="*/ 1180459 h 2360918"/>
                <a:gd name="connsiteX4" fmla="*/ 1060340 w 1168400"/>
                <a:gd name="connsiteY4" fmla="*/ 5457 h 2360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68400" h="2360918">
                  <a:moveTo>
                    <a:pt x="1168400" y="0"/>
                  </a:moveTo>
                  <a:lnTo>
                    <a:pt x="1168400" y="2360918"/>
                  </a:lnTo>
                  <a:lnTo>
                    <a:pt x="1060340" y="2355461"/>
                  </a:lnTo>
                  <a:cubicBezTo>
                    <a:pt x="464762" y="2294977"/>
                    <a:pt x="0" y="1791994"/>
                    <a:pt x="0" y="1180459"/>
                  </a:cubicBezTo>
                  <a:cubicBezTo>
                    <a:pt x="0" y="568924"/>
                    <a:pt x="464762" y="65941"/>
                    <a:pt x="1060340" y="5457"/>
                  </a:cubicBezTo>
                  <a:close/>
                </a:path>
              </a:pathLst>
            </a:custGeom>
            <a:solidFill>
              <a:srgbClr val="5D737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E3DB5570-AC77-4396-9748-4183DF7C8396}"/>
                </a:ext>
              </a:extLst>
            </p:cNvPr>
            <p:cNvSpPr txBox="1"/>
            <p:nvPr/>
          </p:nvSpPr>
          <p:spPr>
            <a:xfrm rot="16200000">
              <a:off x="8746453" y="3189610"/>
              <a:ext cx="199208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 dirty="0">
                  <a:solidFill>
                    <a:srgbClr val="F0EEF0"/>
                  </a:solidFill>
                  <a:latin typeface="Tw Cen MT" panose="020B0602020104020603" pitchFamily="34" charset="0"/>
                </a:rPr>
                <a:t>teams</a:t>
              </a:r>
            </a:p>
          </p:txBody>
        </p:sp>
        <p:pic>
          <p:nvPicPr>
            <p:cNvPr id="99" name="Picture 98">
              <a:extLst>
                <a:ext uri="{FF2B5EF4-FFF2-40B4-BE49-F238E27FC236}">
                  <a16:creationId xmlns:a16="http://schemas.microsoft.com/office/drawing/2014/main" id="{F6ED4041-CDD9-443D-802E-47D4387906F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8992269" y="3247473"/>
              <a:ext cx="530600" cy="530600"/>
            </a:xfrm>
            <a:prstGeom prst="rect">
              <a:avLst/>
            </a:prstGeom>
          </p:spPr>
        </p:pic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E7044FAB-DB4A-4E59-B111-8CA4168E7FA4}"/>
              </a:ext>
            </a:extLst>
          </p:cNvPr>
          <p:cNvGrpSpPr/>
          <p:nvPr/>
        </p:nvGrpSpPr>
        <p:grpSpPr>
          <a:xfrm>
            <a:off x="-7638543" y="-1"/>
            <a:ext cx="8692332" cy="6858000"/>
            <a:chOff x="718505" y="-1"/>
            <a:chExt cx="8692332" cy="6858000"/>
          </a:xfrm>
        </p:grpSpPr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824F072A-08CC-4CC6-B5EF-C1833A244FA3}"/>
                </a:ext>
              </a:extLst>
            </p:cNvPr>
            <p:cNvSpPr/>
            <p:nvPr/>
          </p:nvSpPr>
          <p:spPr>
            <a:xfrm>
              <a:off x="718505" y="-1"/>
              <a:ext cx="8692331" cy="6858000"/>
            </a:xfrm>
            <a:prstGeom prst="rect">
              <a:avLst/>
            </a:prstGeom>
            <a:solidFill>
              <a:srgbClr val="F0EEF0"/>
            </a:solidFill>
            <a:ln>
              <a:noFill/>
            </a:ln>
            <a:effectLst>
              <a:outerShdw blurRad="215900" dist="38100" sx="101000" sy="101000" algn="l" rotWithShape="0">
                <a:schemeClr val="tx1">
                  <a:lumMod val="65000"/>
                  <a:lumOff val="35000"/>
                  <a:alpha val="35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A3C6C4A9-8B6A-429B-980E-26CD0C3A573E}"/>
                </a:ext>
              </a:extLst>
            </p:cNvPr>
            <p:cNvSpPr/>
            <p:nvPr/>
          </p:nvSpPr>
          <p:spPr>
            <a:xfrm>
              <a:off x="8242436" y="2337439"/>
              <a:ext cx="1168400" cy="2360918"/>
            </a:xfrm>
            <a:custGeom>
              <a:avLst/>
              <a:gdLst>
                <a:gd name="connsiteX0" fmla="*/ 1168400 w 1168400"/>
                <a:gd name="connsiteY0" fmla="*/ 0 h 2360918"/>
                <a:gd name="connsiteX1" fmla="*/ 1168400 w 1168400"/>
                <a:gd name="connsiteY1" fmla="*/ 2360918 h 2360918"/>
                <a:gd name="connsiteX2" fmla="*/ 1060340 w 1168400"/>
                <a:gd name="connsiteY2" fmla="*/ 2355461 h 2360918"/>
                <a:gd name="connsiteX3" fmla="*/ 0 w 1168400"/>
                <a:gd name="connsiteY3" fmla="*/ 1180459 h 2360918"/>
                <a:gd name="connsiteX4" fmla="*/ 1060340 w 1168400"/>
                <a:gd name="connsiteY4" fmla="*/ 5457 h 2360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68400" h="2360918">
                  <a:moveTo>
                    <a:pt x="1168400" y="0"/>
                  </a:moveTo>
                  <a:lnTo>
                    <a:pt x="1168400" y="2360918"/>
                  </a:lnTo>
                  <a:lnTo>
                    <a:pt x="1060340" y="2355461"/>
                  </a:lnTo>
                  <a:cubicBezTo>
                    <a:pt x="464762" y="2294977"/>
                    <a:pt x="0" y="1791994"/>
                    <a:pt x="0" y="1180459"/>
                  </a:cubicBezTo>
                  <a:cubicBezTo>
                    <a:pt x="0" y="568924"/>
                    <a:pt x="464762" y="65941"/>
                    <a:pt x="1060340" y="5457"/>
                  </a:cubicBezTo>
                  <a:close/>
                </a:path>
              </a:pathLst>
            </a:cu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858AC381-BFD1-4A89-AE49-8ADC853A6849}"/>
                </a:ext>
              </a:extLst>
            </p:cNvPr>
            <p:cNvSpPr txBox="1"/>
            <p:nvPr/>
          </p:nvSpPr>
          <p:spPr>
            <a:xfrm rot="16200000">
              <a:off x="8091629" y="3189609"/>
              <a:ext cx="199208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 dirty="0">
                  <a:solidFill>
                    <a:srgbClr val="F0EEF0"/>
                  </a:solidFill>
                  <a:latin typeface="Tw Cen MT" panose="020B0602020104020603" pitchFamily="34" charset="0"/>
                </a:rPr>
                <a:t>services</a:t>
              </a:r>
            </a:p>
          </p:txBody>
        </p:sp>
        <p:pic>
          <p:nvPicPr>
            <p:cNvPr id="75" name="Picture 74">
              <a:extLst>
                <a:ext uri="{FF2B5EF4-FFF2-40B4-BE49-F238E27FC236}">
                  <a16:creationId xmlns:a16="http://schemas.microsoft.com/office/drawing/2014/main" id="{9DF2E944-82FA-495B-8A5C-9BDE2635538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8340472" y="3247473"/>
              <a:ext cx="530600" cy="530600"/>
            </a:xfrm>
            <a:prstGeom prst="rect">
              <a:avLst/>
            </a:prstGeom>
          </p:spPr>
        </p:pic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60E31D48-090A-4A9C-AF5C-4B0C49C47C7D}"/>
              </a:ext>
            </a:extLst>
          </p:cNvPr>
          <p:cNvGrpSpPr/>
          <p:nvPr/>
        </p:nvGrpSpPr>
        <p:grpSpPr>
          <a:xfrm>
            <a:off x="-9395082" y="-1"/>
            <a:ext cx="9927504" cy="6858000"/>
            <a:chOff x="-9337032" y="-1"/>
            <a:chExt cx="9927504" cy="6858000"/>
          </a:xfrm>
        </p:grpSpPr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3A79A714-CB74-4EFD-9BC1-A7F2F993842A}"/>
                </a:ext>
              </a:extLst>
            </p:cNvPr>
            <p:cNvSpPr/>
            <p:nvPr/>
          </p:nvSpPr>
          <p:spPr>
            <a:xfrm>
              <a:off x="-9337032" y="-1"/>
              <a:ext cx="9923504" cy="6858000"/>
            </a:xfrm>
            <a:prstGeom prst="rect">
              <a:avLst/>
            </a:prstGeom>
            <a:solidFill>
              <a:srgbClr val="F0EEF0"/>
            </a:solidFill>
            <a:ln>
              <a:noFill/>
            </a:ln>
            <a:effectLst>
              <a:outerShdw blurRad="215900" dist="38100" sx="101000" sy="101000" algn="l" rotWithShape="0">
                <a:schemeClr val="tx1">
                  <a:lumMod val="65000"/>
                  <a:lumOff val="35000"/>
                  <a:alpha val="35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B006C60A-833A-41C2-A553-8132E7B3A7DB}"/>
                </a:ext>
              </a:extLst>
            </p:cNvPr>
            <p:cNvSpPr/>
            <p:nvPr/>
          </p:nvSpPr>
          <p:spPr>
            <a:xfrm>
              <a:off x="-577928" y="2337438"/>
              <a:ext cx="1168400" cy="2360918"/>
            </a:xfrm>
            <a:custGeom>
              <a:avLst/>
              <a:gdLst>
                <a:gd name="connsiteX0" fmla="*/ 1168400 w 1168400"/>
                <a:gd name="connsiteY0" fmla="*/ 0 h 2360918"/>
                <a:gd name="connsiteX1" fmla="*/ 1168400 w 1168400"/>
                <a:gd name="connsiteY1" fmla="*/ 2360918 h 2360918"/>
                <a:gd name="connsiteX2" fmla="*/ 1060340 w 1168400"/>
                <a:gd name="connsiteY2" fmla="*/ 2355461 h 2360918"/>
                <a:gd name="connsiteX3" fmla="*/ 0 w 1168400"/>
                <a:gd name="connsiteY3" fmla="*/ 1180459 h 2360918"/>
                <a:gd name="connsiteX4" fmla="*/ 1060340 w 1168400"/>
                <a:gd name="connsiteY4" fmla="*/ 5457 h 2360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68400" h="2360918">
                  <a:moveTo>
                    <a:pt x="1168400" y="0"/>
                  </a:moveTo>
                  <a:lnTo>
                    <a:pt x="1168400" y="2360918"/>
                  </a:lnTo>
                  <a:lnTo>
                    <a:pt x="1060340" y="2355461"/>
                  </a:lnTo>
                  <a:cubicBezTo>
                    <a:pt x="464762" y="2294977"/>
                    <a:pt x="0" y="1791994"/>
                    <a:pt x="0" y="1180459"/>
                  </a:cubicBezTo>
                  <a:cubicBezTo>
                    <a:pt x="0" y="568924"/>
                    <a:pt x="464762" y="65941"/>
                    <a:pt x="1060340" y="5457"/>
                  </a:cubicBezTo>
                  <a:close/>
                </a:path>
              </a:pathLst>
            </a:custGeom>
            <a:solidFill>
              <a:srgbClr val="00A0A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95AECC6C-A520-4756-9163-08D14835D791}"/>
                </a:ext>
              </a:extLst>
            </p:cNvPr>
            <p:cNvSpPr txBox="1"/>
            <p:nvPr/>
          </p:nvSpPr>
          <p:spPr>
            <a:xfrm rot="16200000">
              <a:off x="-738260" y="3189608"/>
              <a:ext cx="199208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 dirty="0">
                  <a:solidFill>
                    <a:srgbClr val="F0EEF0"/>
                  </a:solidFill>
                  <a:latin typeface="Tw Cen MT" panose="020B0602020104020603" pitchFamily="34" charset="0"/>
                </a:rPr>
                <a:t>follow</a:t>
              </a:r>
            </a:p>
          </p:txBody>
        </p:sp>
        <p:pic>
          <p:nvPicPr>
            <p:cNvPr id="80" name="Picture 79">
              <a:extLst>
                <a:ext uri="{FF2B5EF4-FFF2-40B4-BE49-F238E27FC236}">
                  <a16:creationId xmlns:a16="http://schemas.microsoft.com/office/drawing/2014/main" id="{0F8A56B9-A504-4035-8439-53ED4617B8B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-491912" y="3247473"/>
              <a:ext cx="530600" cy="530600"/>
            </a:xfrm>
            <a:prstGeom prst="rect">
              <a:avLst/>
            </a:prstGeom>
          </p:spPr>
        </p:pic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CC89FF31-8612-4FD2-9987-7B2B659E4399}"/>
              </a:ext>
            </a:extLst>
          </p:cNvPr>
          <p:cNvGrpSpPr/>
          <p:nvPr/>
        </p:nvGrpSpPr>
        <p:grpSpPr>
          <a:xfrm>
            <a:off x="1590156" y="1623565"/>
            <a:ext cx="2017224" cy="2017224"/>
            <a:chOff x="1466851" y="1754971"/>
            <a:chExt cx="2362200" cy="2362200"/>
          </a:xfrm>
        </p:grpSpPr>
        <p:sp>
          <p:nvSpPr>
            <p:cNvPr id="101" name="Oval 100">
              <a:extLst>
                <a:ext uri="{FF2B5EF4-FFF2-40B4-BE49-F238E27FC236}">
                  <a16:creationId xmlns:a16="http://schemas.microsoft.com/office/drawing/2014/main" id="{8A4AD62D-BD7E-415D-B725-6AC37487928F}"/>
                </a:ext>
              </a:extLst>
            </p:cNvPr>
            <p:cNvSpPr/>
            <p:nvPr/>
          </p:nvSpPr>
          <p:spPr>
            <a:xfrm>
              <a:off x="1466851" y="1754971"/>
              <a:ext cx="2362200" cy="2362200"/>
            </a:xfrm>
            <a:prstGeom prst="ellipse">
              <a:avLst/>
            </a:prstGeom>
            <a:solidFill>
              <a:srgbClr val="FF596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AD995FC3-C541-42EF-8CAA-48FBA94B946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698" r="1156"/>
            <a:stretch/>
          </p:blipFill>
          <p:spPr>
            <a:xfrm>
              <a:off x="1619252" y="1907373"/>
              <a:ext cx="2057398" cy="2057396"/>
            </a:xfrm>
            <a:prstGeom prst="ellipse">
              <a:avLst/>
            </a:prstGeom>
          </p:spPr>
        </p:pic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558BBFA0-22AC-4630-95CF-DD11BBF46981}"/>
              </a:ext>
            </a:extLst>
          </p:cNvPr>
          <p:cNvGrpSpPr/>
          <p:nvPr/>
        </p:nvGrpSpPr>
        <p:grpSpPr>
          <a:xfrm>
            <a:off x="4287817" y="1594502"/>
            <a:ext cx="2075350" cy="2075350"/>
            <a:chOff x="4388156" y="1754971"/>
            <a:chExt cx="2362200" cy="2362200"/>
          </a:xfrm>
          <a:solidFill>
            <a:srgbClr val="03A1A4"/>
          </a:solidFill>
        </p:grpSpPr>
        <p:sp>
          <p:nvSpPr>
            <p:cNvPr id="104" name="Oval 103">
              <a:extLst>
                <a:ext uri="{FF2B5EF4-FFF2-40B4-BE49-F238E27FC236}">
                  <a16:creationId xmlns:a16="http://schemas.microsoft.com/office/drawing/2014/main" id="{8106C475-63FF-4B88-9037-7D4296DCF408}"/>
                </a:ext>
              </a:extLst>
            </p:cNvPr>
            <p:cNvSpPr/>
            <p:nvPr/>
          </p:nvSpPr>
          <p:spPr>
            <a:xfrm>
              <a:off x="4388156" y="1754971"/>
              <a:ext cx="2362200" cy="2362200"/>
            </a:xfrm>
            <a:prstGeom prst="ellipse">
              <a:avLst/>
            </a:prstGeom>
            <a:solidFill>
              <a:srgbClr val="00A0A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5A49D4CA-4AB4-4B81-87DF-16F4C749B5D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178" t="16519" r="9615" b="1982"/>
            <a:stretch/>
          </p:blipFill>
          <p:spPr>
            <a:xfrm>
              <a:off x="4540558" y="1907373"/>
              <a:ext cx="2057396" cy="2057396"/>
            </a:xfrm>
            <a:prstGeom prst="ellipse">
              <a:avLst/>
            </a:prstGeom>
            <a:grpFill/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4FA7696F-3A12-4749-96EF-506789697582}"/>
              </a:ext>
            </a:extLst>
          </p:cNvPr>
          <p:cNvGrpSpPr/>
          <p:nvPr/>
        </p:nvGrpSpPr>
        <p:grpSpPr>
          <a:xfrm>
            <a:off x="7057250" y="1589351"/>
            <a:ext cx="2085652" cy="2085652"/>
            <a:chOff x="7245656" y="1754971"/>
            <a:chExt cx="2362200" cy="2362200"/>
          </a:xfrm>
          <a:solidFill>
            <a:srgbClr val="EE9524"/>
          </a:solidFill>
        </p:grpSpPr>
        <p:sp>
          <p:nvSpPr>
            <p:cNvPr id="107" name="Oval 106">
              <a:extLst>
                <a:ext uri="{FF2B5EF4-FFF2-40B4-BE49-F238E27FC236}">
                  <a16:creationId xmlns:a16="http://schemas.microsoft.com/office/drawing/2014/main" id="{BEA41108-70F3-44FD-9476-BB5FCAD01852}"/>
                </a:ext>
              </a:extLst>
            </p:cNvPr>
            <p:cNvSpPr/>
            <p:nvPr/>
          </p:nvSpPr>
          <p:spPr>
            <a:xfrm>
              <a:off x="7245656" y="1754971"/>
              <a:ext cx="2362200" cy="2362200"/>
            </a:xfrm>
            <a:prstGeom prst="ellipse">
              <a:avLst/>
            </a:prstGeom>
            <a:solidFill>
              <a:srgbClr val="5D737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08" name="Picture 107">
              <a:extLst>
                <a:ext uri="{FF2B5EF4-FFF2-40B4-BE49-F238E27FC236}">
                  <a16:creationId xmlns:a16="http://schemas.microsoft.com/office/drawing/2014/main" id="{70692E7A-E8C1-4231-93B0-76CAA4775D0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6615" r="16615"/>
            <a:stretch/>
          </p:blipFill>
          <p:spPr>
            <a:xfrm>
              <a:off x="7395187" y="1904502"/>
              <a:ext cx="2063138" cy="2063138"/>
            </a:xfrm>
            <a:prstGeom prst="ellipse">
              <a:avLst/>
            </a:prstGeom>
            <a:grpFill/>
          </p:spPr>
        </p:pic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FFECBB9F-A6DA-4867-8BFF-1EB9CC0E78D3}"/>
              </a:ext>
            </a:extLst>
          </p:cNvPr>
          <p:cNvGrpSpPr/>
          <p:nvPr/>
        </p:nvGrpSpPr>
        <p:grpSpPr>
          <a:xfrm>
            <a:off x="1671243" y="1589351"/>
            <a:ext cx="662608" cy="523220"/>
            <a:chOff x="668600" y="2123782"/>
            <a:chExt cx="662608" cy="523220"/>
          </a:xfrm>
        </p:grpSpPr>
        <p:sp>
          <p:nvSpPr>
            <p:cNvPr id="110" name="Oval 109">
              <a:extLst>
                <a:ext uri="{FF2B5EF4-FFF2-40B4-BE49-F238E27FC236}">
                  <a16:creationId xmlns:a16="http://schemas.microsoft.com/office/drawing/2014/main" id="{758FFA05-60D3-49D7-AD33-70C14A462582}"/>
                </a:ext>
              </a:extLst>
            </p:cNvPr>
            <p:cNvSpPr/>
            <p:nvPr/>
          </p:nvSpPr>
          <p:spPr>
            <a:xfrm>
              <a:off x="732304" y="2123782"/>
              <a:ext cx="523220" cy="523220"/>
            </a:xfrm>
            <a:prstGeom prst="ellipse">
              <a:avLst/>
            </a:prstGeom>
            <a:solidFill>
              <a:srgbClr val="FF596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6F674720-AA72-463C-A9F5-CC05A31FD455}"/>
                </a:ext>
              </a:extLst>
            </p:cNvPr>
            <p:cNvSpPr txBox="1"/>
            <p:nvPr/>
          </p:nvSpPr>
          <p:spPr>
            <a:xfrm>
              <a:off x="668600" y="2154559"/>
              <a:ext cx="66260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rgbClr val="E6E7E9"/>
                  </a:solidFill>
                  <a:latin typeface="Tw Cen MT" panose="020B0602020104020603" pitchFamily="34" charset="0"/>
                </a:rPr>
                <a:t>01</a:t>
              </a:r>
            </a:p>
          </p:txBody>
        </p:sp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F148DB69-DF3E-4C33-B538-AF9F73BD860D}"/>
              </a:ext>
            </a:extLst>
          </p:cNvPr>
          <p:cNvGrpSpPr/>
          <p:nvPr/>
        </p:nvGrpSpPr>
        <p:grpSpPr>
          <a:xfrm>
            <a:off x="4359048" y="1589351"/>
            <a:ext cx="662608" cy="523220"/>
            <a:chOff x="662610" y="2123782"/>
            <a:chExt cx="662608" cy="523220"/>
          </a:xfrm>
        </p:grpSpPr>
        <p:sp>
          <p:nvSpPr>
            <p:cNvPr id="113" name="Oval 112">
              <a:extLst>
                <a:ext uri="{FF2B5EF4-FFF2-40B4-BE49-F238E27FC236}">
                  <a16:creationId xmlns:a16="http://schemas.microsoft.com/office/drawing/2014/main" id="{AECF5359-B27A-4EA4-9470-E15A636740F1}"/>
                </a:ext>
              </a:extLst>
            </p:cNvPr>
            <p:cNvSpPr/>
            <p:nvPr/>
          </p:nvSpPr>
          <p:spPr>
            <a:xfrm>
              <a:off x="732304" y="2123782"/>
              <a:ext cx="523220" cy="523220"/>
            </a:xfrm>
            <a:prstGeom prst="ellipse">
              <a:avLst/>
            </a:prstGeom>
            <a:solidFill>
              <a:srgbClr val="03A1A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45730238-5131-470C-B8FC-1D599D94B747}"/>
                </a:ext>
              </a:extLst>
            </p:cNvPr>
            <p:cNvSpPr txBox="1"/>
            <p:nvPr/>
          </p:nvSpPr>
          <p:spPr>
            <a:xfrm>
              <a:off x="662610" y="2154559"/>
              <a:ext cx="66260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rgbClr val="E6E7E9"/>
                  </a:solidFill>
                  <a:latin typeface="Tw Cen MT" panose="020B0602020104020603" pitchFamily="34" charset="0"/>
                </a:rPr>
                <a:t>02</a:t>
              </a:r>
            </a:p>
          </p:txBody>
        </p:sp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999227E9-EB21-4059-B513-140E8EB32283}"/>
              </a:ext>
            </a:extLst>
          </p:cNvPr>
          <p:cNvGrpSpPr/>
          <p:nvPr/>
        </p:nvGrpSpPr>
        <p:grpSpPr>
          <a:xfrm>
            <a:off x="7113378" y="1596925"/>
            <a:ext cx="662608" cy="508072"/>
            <a:chOff x="662610" y="2131356"/>
            <a:chExt cx="662608" cy="508072"/>
          </a:xfrm>
        </p:grpSpPr>
        <p:sp>
          <p:nvSpPr>
            <p:cNvPr id="116" name="Oval 115">
              <a:extLst>
                <a:ext uri="{FF2B5EF4-FFF2-40B4-BE49-F238E27FC236}">
                  <a16:creationId xmlns:a16="http://schemas.microsoft.com/office/drawing/2014/main" id="{16BFFE64-6C8E-4F76-92AF-FE854A15A057}"/>
                </a:ext>
              </a:extLst>
            </p:cNvPr>
            <p:cNvSpPr/>
            <p:nvPr/>
          </p:nvSpPr>
          <p:spPr>
            <a:xfrm>
              <a:off x="739878" y="2131356"/>
              <a:ext cx="508072" cy="508072"/>
            </a:xfrm>
            <a:prstGeom prst="ellipse">
              <a:avLst/>
            </a:prstGeom>
            <a:solidFill>
              <a:srgbClr val="5D737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A560E021-6D3E-44E0-9017-02F6FD846B8E}"/>
                </a:ext>
              </a:extLst>
            </p:cNvPr>
            <p:cNvSpPr txBox="1"/>
            <p:nvPr/>
          </p:nvSpPr>
          <p:spPr>
            <a:xfrm>
              <a:off x="662610" y="2154558"/>
              <a:ext cx="66260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rgbClr val="E6E7E9"/>
                  </a:solidFill>
                  <a:latin typeface="Tw Cen MT" panose="020B0602020104020603" pitchFamily="34" charset="0"/>
                </a:rPr>
                <a:t>03</a:t>
              </a:r>
            </a:p>
          </p:txBody>
        </p:sp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642619BF-D98C-42FE-8077-B8745D93F239}"/>
              </a:ext>
            </a:extLst>
          </p:cNvPr>
          <p:cNvGrpSpPr/>
          <p:nvPr/>
        </p:nvGrpSpPr>
        <p:grpSpPr>
          <a:xfrm>
            <a:off x="1089803" y="4112242"/>
            <a:ext cx="3048141" cy="1452554"/>
            <a:chOff x="264581" y="4416136"/>
            <a:chExt cx="3048141" cy="1452554"/>
          </a:xfrm>
        </p:grpSpPr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47D438D1-4A2C-457A-A675-A2FFD11F8FC1}"/>
                </a:ext>
              </a:extLst>
            </p:cNvPr>
            <p:cNvSpPr txBox="1"/>
            <p:nvPr/>
          </p:nvSpPr>
          <p:spPr>
            <a:xfrm>
              <a:off x="466266" y="4416136"/>
              <a:ext cx="264477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5969"/>
                  </a:solidFill>
                  <a:latin typeface="Tw Cen MT" panose="020B0602020104020603" pitchFamily="34" charset="0"/>
                </a:rPr>
                <a:t>ALAN MARTIN</a:t>
              </a:r>
            </a:p>
          </p:txBody>
        </p: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EFA98CF0-C7D5-4BB1-AE6B-892973EDC2B3}"/>
                </a:ext>
              </a:extLst>
            </p:cNvPr>
            <p:cNvSpPr txBox="1"/>
            <p:nvPr/>
          </p:nvSpPr>
          <p:spPr>
            <a:xfrm>
              <a:off x="466266" y="4853747"/>
              <a:ext cx="26447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>
                      <a:lumMod val="65000"/>
                    </a:schemeClr>
                  </a:solidFill>
                  <a:latin typeface="Tw Cen MT" panose="020B0602020104020603" pitchFamily="34" charset="0"/>
                </a:rPr>
                <a:t>CEO, COMPANY NAME</a:t>
              </a:r>
            </a:p>
          </p:txBody>
        </p:sp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ADB9B462-21BE-4A91-8264-768F8688631E}"/>
                </a:ext>
              </a:extLst>
            </p:cNvPr>
            <p:cNvSpPr txBox="1"/>
            <p:nvPr/>
          </p:nvSpPr>
          <p:spPr>
            <a:xfrm>
              <a:off x="264581" y="5222359"/>
              <a:ext cx="304814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>
                      <a:lumMod val="65000"/>
                    </a:schemeClr>
                  </a:solidFill>
                  <a:latin typeface="Tw Cen MT" panose="020B0602020104020603" pitchFamily="34" charset="0"/>
                </a:rPr>
                <a:t>Here Write Brief Message About Yourself</a:t>
              </a:r>
            </a:p>
          </p:txBody>
        </p:sp>
      </p:grpSp>
      <p:grpSp>
        <p:nvGrpSpPr>
          <p:cNvPr id="122" name="Group 121">
            <a:extLst>
              <a:ext uri="{FF2B5EF4-FFF2-40B4-BE49-F238E27FC236}">
                <a16:creationId xmlns:a16="http://schemas.microsoft.com/office/drawing/2014/main" id="{EC238A46-6DC2-415E-858B-EDB9C705F5D2}"/>
              </a:ext>
            </a:extLst>
          </p:cNvPr>
          <p:cNvGrpSpPr/>
          <p:nvPr/>
        </p:nvGrpSpPr>
        <p:grpSpPr>
          <a:xfrm>
            <a:off x="3806113" y="4112242"/>
            <a:ext cx="3048141" cy="1452554"/>
            <a:chOff x="3143051" y="4416136"/>
            <a:chExt cx="3048141" cy="1452554"/>
          </a:xfrm>
        </p:grpSpPr>
        <p:sp>
          <p:nvSpPr>
            <p:cNvPr id="123" name="TextBox 122">
              <a:extLst>
                <a:ext uri="{FF2B5EF4-FFF2-40B4-BE49-F238E27FC236}">
                  <a16:creationId xmlns:a16="http://schemas.microsoft.com/office/drawing/2014/main" id="{CCBD766E-1FDC-47EC-AFE3-250300F9E1D4}"/>
                </a:ext>
              </a:extLst>
            </p:cNvPr>
            <p:cNvSpPr txBox="1"/>
            <p:nvPr/>
          </p:nvSpPr>
          <p:spPr>
            <a:xfrm>
              <a:off x="3344736" y="4416136"/>
              <a:ext cx="264477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03A1A4"/>
                  </a:solidFill>
                  <a:latin typeface="Tw Cen MT" panose="020B0602020104020603" pitchFamily="34" charset="0"/>
                </a:rPr>
                <a:t>JHON DOE</a:t>
              </a:r>
            </a:p>
          </p:txBody>
        </p:sp>
        <p:sp>
          <p:nvSpPr>
            <p:cNvPr id="124" name="TextBox 123">
              <a:extLst>
                <a:ext uri="{FF2B5EF4-FFF2-40B4-BE49-F238E27FC236}">
                  <a16:creationId xmlns:a16="http://schemas.microsoft.com/office/drawing/2014/main" id="{9DD83A3E-FC84-4E9E-A039-E9CA92AC9309}"/>
                </a:ext>
              </a:extLst>
            </p:cNvPr>
            <p:cNvSpPr txBox="1"/>
            <p:nvPr/>
          </p:nvSpPr>
          <p:spPr>
            <a:xfrm>
              <a:off x="3344736" y="4853747"/>
              <a:ext cx="26447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>
                      <a:lumMod val="65000"/>
                    </a:schemeClr>
                  </a:solidFill>
                  <a:latin typeface="Tw Cen MT" panose="020B0602020104020603" pitchFamily="34" charset="0"/>
                </a:rPr>
                <a:t>CEO, COMPANY NAME</a:t>
              </a:r>
            </a:p>
          </p:txBody>
        </p:sp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D4656B8D-277C-459C-8AC5-1E3C9FBF12C4}"/>
                </a:ext>
              </a:extLst>
            </p:cNvPr>
            <p:cNvSpPr txBox="1"/>
            <p:nvPr/>
          </p:nvSpPr>
          <p:spPr>
            <a:xfrm>
              <a:off x="3143051" y="5222359"/>
              <a:ext cx="304814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>
                      <a:lumMod val="65000"/>
                    </a:schemeClr>
                  </a:solidFill>
                  <a:latin typeface="Tw Cen MT" panose="020B0602020104020603" pitchFamily="34" charset="0"/>
                </a:rPr>
                <a:t>Here Write Brief Message About Yourself</a:t>
              </a:r>
            </a:p>
          </p:txBody>
        </p:sp>
      </p:grpSp>
      <p:grpSp>
        <p:nvGrpSpPr>
          <p:cNvPr id="126" name="Group 125">
            <a:extLst>
              <a:ext uri="{FF2B5EF4-FFF2-40B4-BE49-F238E27FC236}">
                <a16:creationId xmlns:a16="http://schemas.microsoft.com/office/drawing/2014/main" id="{A5E2E5DE-DB63-4888-A16C-FBB53DF5105F}"/>
              </a:ext>
            </a:extLst>
          </p:cNvPr>
          <p:cNvGrpSpPr/>
          <p:nvPr/>
        </p:nvGrpSpPr>
        <p:grpSpPr>
          <a:xfrm>
            <a:off x="6578020" y="4112242"/>
            <a:ext cx="3048141" cy="1452554"/>
            <a:chOff x="6191192" y="4416136"/>
            <a:chExt cx="3048141" cy="1452554"/>
          </a:xfrm>
        </p:grpSpPr>
        <p:sp>
          <p:nvSpPr>
            <p:cNvPr id="127" name="TextBox 126">
              <a:extLst>
                <a:ext uri="{FF2B5EF4-FFF2-40B4-BE49-F238E27FC236}">
                  <a16:creationId xmlns:a16="http://schemas.microsoft.com/office/drawing/2014/main" id="{A72104E9-D31B-4FE5-8105-9C439D743046}"/>
                </a:ext>
              </a:extLst>
            </p:cNvPr>
            <p:cNvSpPr txBox="1"/>
            <p:nvPr/>
          </p:nvSpPr>
          <p:spPr>
            <a:xfrm>
              <a:off x="6392877" y="4416136"/>
              <a:ext cx="264477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5D7373"/>
                  </a:solidFill>
                  <a:latin typeface="Tw Cen MT" panose="020B0602020104020603" pitchFamily="34" charset="0"/>
                </a:rPr>
                <a:t>PABLO PICASO</a:t>
              </a:r>
            </a:p>
          </p:txBody>
        </p:sp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2C9848EF-A792-46BC-8A1A-95DC4C6A8499}"/>
                </a:ext>
              </a:extLst>
            </p:cNvPr>
            <p:cNvSpPr txBox="1"/>
            <p:nvPr/>
          </p:nvSpPr>
          <p:spPr>
            <a:xfrm>
              <a:off x="6392877" y="4853747"/>
              <a:ext cx="26447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>
                      <a:lumMod val="65000"/>
                    </a:schemeClr>
                  </a:solidFill>
                  <a:latin typeface="Tw Cen MT" panose="020B0602020104020603" pitchFamily="34" charset="0"/>
                </a:rPr>
                <a:t>CEO, COMPANY NAME</a:t>
              </a:r>
            </a:p>
          </p:txBody>
        </p:sp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EC21C292-71CC-48CF-BD5C-47D7BFAC5B36}"/>
                </a:ext>
              </a:extLst>
            </p:cNvPr>
            <p:cNvSpPr txBox="1"/>
            <p:nvPr/>
          </p:nvSpPr>
          <p:spPr>
            <a:xfrm>
              <a:off x="6191192" y="5222359"/>
              <a:ext cx="304814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>
                      <a:lumMod val="65000"/>
                    </a:schemeClr>
                  </a:solidFill>
                  <a:latin typeface="Tw Cen MT" panose="020B0602020104020603" pitchFamily="34" charset="0"/>
                </a:rPr>
                <a:t>Here Write Brief Message About Yourself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652005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0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0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0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0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00"/>
                            </p:stCondLst>
                            <p:childTnLst>
                              <p:par>
                                <p:cTn id="17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1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0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0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000"/>
                            </p:stCondLst>
                            <p:childTnLst>
                              <p:par>
                                <p:cTn id="2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1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2500"/>
                            </p:stCondLst>
                            <p:childTnLst>
                              <p:par>
                                <p:cTn id="35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3000"/>
                            </p:stCondLst>
                            <p:childTnLst>
                              <p:par>
                                <p:cTn id="41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10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10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3500"/>
                            </p:stCondLst>
                            <p:childTnLst>
                              <p:par>
                                <p:cTn id="47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1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1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4000"/>
                            </p:stCondLst>
                            <p:childTnLst>
                              <p:par>
                                <p:cTn id="53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500" fill="hold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500" fill="hold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Group 49">
            <a:extLst>
              <a:ext uri="{FF2B5EF4-FFF2-40B4-BE49-F238E27FC236}">
                <a16:creationId xmlns:a16="http://schemas.microsoft.com/office/drawing/2014/main" id="{10781169-B7A4-446E-BD33-B9650367A7F9}"/>
              </a:ext>
            </a:extLst>
          </p:cNvPr>
          <p:cNvGrpSpPr/>
          <p:nvPr/>
        </p:nvGrpSpPr>
        <p:grpSpPr>
          <a:xfrm>
            <a:off x="-290920" y="0"/>
            <a:ext cx="12482920" cy="6858000"/>
            <a:chOff x="-290920" y="0"/>
            <a:chExt cx="12482920" cy="6858000"/>
          </a:xfrm>
        </p:grpSpPr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CED3AF08-30FC-4AFF-9C5C-99D0A7099514}"/>
                </a:ext>
              </a:extLst>
            </p:cNvPr>
            <p:cNvSpPr/>
            <p:nvPr/>
          </p:nvSpPr>
          <p:spPr>
            <a:xfrm>
              <a:off x="-290920" y="0"/>
              <a:ext cx="12482920" cy="6858000"/>
            </a:xfrm>
            <a:prstGeom prst="rect">
              <a:avLst/>
            </a:prstGeom>
            <a:solidFill>
              <a:srgbClr val="F0EEF0"/>
            </a:solidFill>
            <a:ln>
              <a:noFill/>
            </a:ln>
            <a:effectLst>
              <a:outerShdw blurRad="215900" dist="38100" sx="101000" sy="101000" algn="l" rotWithShape="0">
                <a:schemeClr val="tx1">
                  <a:lumMod val="65000"/>
                  <a:lumOff val="35000"/>
                  <a:alpha val="35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99AF1FBA-9557-484A-B305-EE590A192E96}"/>
                </a:ext>
              </a:extLst>
            </p:cNvPr>
            <p:cNvSpPr/>
            <p:nvPr/>
          </p:nvSpPr>
          <p:spPr>
            <a:xfrm>
              <a:off x="11023600" y="2337441"/>
              <a:ext cx="1168400" cy="2360918"/>
            </a:xfrm>
            <a:custGeom>
              <a:avLst/>
              <a:gdLst>
                <a:gd name="connsiteX0" fmla="*/ 1168400 w 1168400"/>
                <a:gd name="connsiteY0" fmla="*/ 0 h 2360918"/>
                <a:gd name="connsiteX1" fmla="*/ 1168400 w 1168400"/>
                <a:gd name="connsiteY1" fmla="*/ 2360918 h 2360918"/>
                <a:gd name="connsiteX2" fmla="*/ 1060340 w 1168400"/>
                <a:gd name="connsiteY2" fmla="*/ 2355461 h 2360918"/>
                <a:gd name="connsiteX3" fmla="*/ 0 w 1168400"/>
                <a:gd name="connsiteY3" fmla="*/ 1180459 h 2360918"/>
                <a:gd name="connsiteX4" fmla="*/ 1060340 w 1168400"/>
                <a:gd name="connsiteY4" fmla="*/ 5457 h 2360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68400" h="2360918">
                  <a:moveTo>
                    <a:pt x="1168400" y="0"/>
                  </a:moveTo>
                  <a:lnTo>
                    <a:pt x="1168400" y="2360918"/>
                  </a:lnTo>
                  <a:lnTo>
                    <a:pt x="1060340" y="2355461"/>
                  </a:lnTo>
                  <a:cubicBezTo>
                    <a:pt x="464762" y="2294977"/>
                    <a:pt x="0" y="1791994"/>
                    <a:pt x="0" y="1180459"/>
                  </a:cubicBezTo>
                  <a:cubicBezTo>
                    <a:pt x="0" y="568924"/>
                    <a:pt x="464762" y="65941"/>
                    <a:pt x="1060340" y="5457"/>
                  </a:cubicBezTo>
                  <a:close/>
                </a:path>
              </a:pathLst>
            </a:custGeom>
            <a:solidFill>
              <a:srgbClr val="FF596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407E3AA2-679E-4924-AC1B-FE6C3A02C251}"/>
                </a:ext>
              </a:extLst>
            </p:cNvPr>
            <p:cNvSpPr txBox="1"/>
            <p:nvPr/>
          </p:nvSpPr>
          <p:spPr>
            <a:xfrm rot="16200000">
              <a:off x="10872792" y="3194734"/>
              <a:ext cx="199208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 dirty="0">
                  <a:solidFill>
                    <a:srgbClr val="F0EEF0"/>
                  </a:solidFill>
                  <a:latin typeface="Tw Cen MT" panose="020B0602020104020603" pitchFamily="34" charset="0"/>
                </a:rPr>
                <a:t>about</a:t>
              </a:r>
            </a:p>
          </p:txBody>
        </p:sp>
        <p:pic>
          <p:nvPicPr>
            <p:cNvPr id="54" name="Picture 53">
              <a:extLst>
                <a:ext uri="{FF2B5EF4-FFF2-40B4-BE49-F238E27FC236}">
                  <a16:creationId xmlns:a16="http://schemas.microsoft.com/office/drawing/2014/main" id="{CD9846FC-755F-4A0E-BAD3-A5D51C0E1EB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11129999" y="3247473"/>
              <a:ext cx="530600" cy="530600"/>
            </a:xfrm>
            <a:prstGeom prst="rect">
              <a:avLst/>
            </a:prstGeom>
          </p:spPr>
        </p:pic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F00A67C9-4929-4EFF-9CB6-292640CD2738}"/>
              </a:ext>
            </a:extLst>
          </p:cNvPr>
          <p:cNvGrpSpPr/>
          <p:nvPr/>
        </p:nvGrpSpPr>
        <p:grpSpPr>
          <a:xfrm>
            <a:off x="226788" y="-2"/>
            <a:ext cx="11447503" cy="6858000"/>
            <a:chOff x="213096" y="0"/>
            <a:chExt cx="11447503" cy="6858000"/>
          </a:xfrm>
        </p:grpSpPr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3E8CDB02-4760-4298-BC44-93A18EB02F13}"/>
                </a:ext>
              </a:extLst>
            </p:cNvPr>
            <p:cNvSpPr/>
            <p:nvPr/>
          </p:nvSpPr>
          <p:spPr>
            <a:xfrm>
              <a:off x="213096" y="0"/>
              <a:ext cx="11447501" cy="6858000"/>
            </a:xfrm>
            <a:prstGeom prst="rect">
              <a:avLst/>
            </a:prstGeom>
            <a:solidFill>
              <a:srgbClr val="F0EEF0"/>
            </a:solidFill>
            <a:ln>
              <a:noFill/>
            </a:ln>
            <a:effectLst>
              <a:outerShdw blurRad="215900" dist="38100" sx="101000" sy="101000" algn="l" rotWithShape="0">
                <a:schemeClr val="tx1">
                  <a:lumMod val="65000"/>
                  <a:lumOff val="35000"/>
                  <a:alpha val="35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57C0FD50-5E69-463E-A01B-65E9D864A386}"/>
                </a:ext>
              </a:extLst>
            </p:cNvPr>
            <p:cNvSpPr/>
            <p:nvPr/>
          </p:nvSpPr>
          <p:spPr>
            <a:xfrm>
              <a:off x="10492197" y="2337441"/>
              <a:ext cx="1168400" cy="2360918"/>
            </a:xfrm>
            <a:custGeom>
              <a:avLst/>
              <a:gdLst>
                <a:gd name="connsiteX0" fmla="*/ 1168400 w 1168400"/>
                <a:gd name="connsiteY0" fmla="*/ 0 h 2360918"/>
                <a:gd name="connsiteX1" fmla="*/ 1168400 w 1168400"/>
                <a:gd name="connsiteY1" fmla="*/ 2360918 h 2360918"/>
                <a:gd name="connsiteX2" fmla="*/ 1060340 w 1168400"/>
                <a:gd name="connsiteY2" fmla="*/ 2355461 h 2360918"/>
                <a:gd name="connsiteX3" fmla="*/ 0 w 1168400"/>
                <a:gd name="connsiteY3" fmla="*/ 1180459 h 2360918"/>
                <a:gd name="connsiteX4" fmla="*/ 1060340 w 1168400"/>
                <a:gd name="connsiteY4" fmla="*/ 5457 h 2360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68400" h="2360918">
                  <a:moveTo>
                    <a:pt x="1168400" y="0"/>
                  </a:moveTo>
                  <a:lnTo>
                    <a:pt x="1168400" y="2360918"/>
                  </a:lnTo>
                  <a:lnTo>
                    <a:pt x="1060340" y="2355461"/>
                  </a:lnTo>
                  <a:cubicBezTo>
                    <a:pt x="464762" y="2294977"/>
                    <a:pt x="0" y="1791994"/>
                    <a:pt x="0" y="1180459"/>
                  </a:cubicBezTo>
                  <a:cubicBezTo>
                    <a:pt x="0" y="568924"/>
                    <a:pt x="464762" y="65941"/>
                    <a:pt x="1060340" y="5457"/>
                  </a:cubicBezTo>
                  <a:close/>
                </a:path>
              </a:pathLst>
            </a:custGeom>
            <a:solidFill>
              <a:srgbClr val="52CD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04CBFB1D-37FD-419F-B98C-860BF5217905}"/>
                </a:ext>
              </a:extLst>
            </p:cNvPr>
            <p:cNvSpPr txBox="1"/>
            <p:nvPr/>
          </p:nvSpPr>
          <p:spPr>
            <a:xfrm rot="16200000">
              <a:off x="10341391" y="3105834"/>
              <a:ext cx="199208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 dirty="0">
                  <a:solidFill>
                    <a:srgbClr val="F0EEF0"/>
                  </a:solidFill>
                  <a:latin typeface="Tw Cen MT" panose="020B0602020104020603" pitchFamily="34" charset="0"/>
                </a:rPr>
                <a:t>history</a:t>
              </a:r>
            </a:p>
          </p:txBody>
        </p:sp>
        <p:pic>
          <p:nvPicPr>
            <p:cNvPr id="59" name="Picture 58">
              <a:extLst>
                <a:ext uri="{FF2B5EF4-FFF2-40B4-BE49-F238E27FC236}">
                  <a16:creationId xmlns:a16="http://schemas.microsoft.com/office/drawing/2014/main" id="{60B383F7-52C5-4FB7-AEC3-35A48D7354A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10600933" y="3247473"/>
              <a:ext cx="530600" cy="530600"/>
            </a:xfrm>
            <a:prstGeom prst="rect">
              <a:avLst/>
            </a:prstGeom>
          </p:spPr>
        </p:pic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6F7667A6-1C16-4F0A-A162-61BD16E6BE6B}"/>
              </a:ext>
            </a:extLst>
          </p:cNvPr>
          <p:cNvGrpSpPr/>
          <p:nvPr/>
        </p:nvGrpSpPr>
        <p:grpSpPr>
          <a:xfrm>
            <a:off x="1184133" y="0"/>
            <a:ext cx="9961092" cy="6858000"/>
            <a:chOff x="491575" y="0"/>
            <a:chExt cx="9961092" cy="6858000"/>
          </a:xfrm>
        </p:grpSpPr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0E8C29A9-4AAB-442C-A7A4-40DCCE0A9694}"/>
                </a:ext>
              </a:extLst>
            </p:cNvPr>
            <p:cNvSpPr/>
            <p:nvPr/>
          </p:nvSpPr>
          <p:spPr>
            <a:xfrm>
              <a:off x="491575" y="0"/>
              <a:ext cx="9961092" cy="6858000"/>
            </a:xfrm>
            <a:prstGeom prst="rect">
              <a:avLst/>
            </a:prstGeom>
            <a:solidFill>
              <a:srgbClr val="F0EEF0"/>
            </a:solidFill>
            <a:ln>
              <a:noFill/>
            </a:ln>
            <a:effectLst>
              <a:outerShdw blurRad="215900" dist="38100" sx="101000" sy="101000" algn="l" rotWithShape="0">
                <a:schemeClr val="tx1">
                  <a:lumMod val="65000"/>
                  <a:lumOff val="35000"/>
                  <a:alpha val="35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81520FE7-5699-4290-9C3C-51E0C60ECC6B}"/>
                </a:ext>
              </a:extLst>
            </p:cNvPr>
            <p:cNvSpPr/>
            <p:nvPr/>
          </p:nvSpPr>
          <p:spPr>
            <a:xfrm>
              <a:off x="9284267" y="2337440"/>
              <a:ext cx="1168400" cy="2360918"/>
            </a:xfrm>
            <a:custGeom>
              <a:avLst/>
              <a:gdLst>
                <a:gd name="connsiteX0" fmla="*/ 1168400 w 1168400"/>
                <a:gd name="connsiteY0" fmla="*/ 0 h 2360918"/>
                <a:gd name="connsiteX1" fmla="*/ 1168400 w 1168400"/>
                <a:gd name="connsiteY1" fmla="*/ 2360918 h 2360918"/>
                <a:gd name="connsiteX2" fmla="*/ 1060340 w 1168400"/>
                <a:gd name="connsiteY2" fmla="*/ 2355461 h 2360918"/>
                <a:gd name="connsiteX3" fmla="*/ 0 w 1168400"/>
                <a:gd name="connsiteY3" fmla="*/ 1180459 h 2360918"/>
                <a:gd name="connsiteX4" fmla="*/ 1060340 w 1168400"/>
                <a:gd name="connsiteY4" fmla="*/ 5457 h 2360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68400" h="2360918">
                  <a:moveTo>
                    <a:pt x="1168400" y="0"/>
                  </a:moveTo>
                  <a:lnTo>
                    <a:pt x="1168400" y="2360918"/>
                  </a:lnTo>
                  <a:lnTo>
                    <a:pt x="1060340" y="2355461"/>
                  </a:lnTo>
                  <a:cubicBezTo>
                    <a:pt x="464762" y="2294977"/>
                    <a:pt x="0" y="1791994"/>
                    <a:pt x="0" y="1180459"/>
                  </a:cubicBezTo>
                  <a:cubicBezTo>
                    <a:pt x="0" y="568924"/>
                    <a:pt x="464762" y="65941"/>
                    <a:pt x="1060340" y="5457"/>
                  </a:cubicBezTo>
                  <a:close/>
                </a:path>
              </a:pathLst>
            </a:custGeom>
            <a:solidFill>
              <a:srgbClr val="FFC73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AFD50D6F-822B-4109-8B0C-BA004A0B7145}"/>
                </a:ext>
              </a:extLst>
            </p:cNvPr>
            <p:cNvSpPr txBox="1"/>
            <p:nvPr/>
          </p:nvSpPr>
          <p:spPr>
            <a:xfrm rot="16200000">
              <a:off x="9117129" y="3189611"/>
              <a:ext cx="199208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 dirty="0">
                  <a:solidFill>
                    <a:srgbClr val="F0EEF0"/>
                  </a:solidFill>
                  <a:latin typeface="Tw Cen MT" panose="020B0602020104020603" pitchFamily="34" charset="0"/>
                </a:rPr>
                <a:t>timeline</a:t>
              </a:r>
            </a:p>
          </p:txBody>
        </p:sp>
        <p:pic>
          <p:nvPicPr>
            <p:cNvPr id="64" name="Picture 63">
              <a:extLst>
                <a:ext uri="{FF2B5EF4-FFF2-40B4-BE49-F238E27FC236}">
                  <a16:creationId xmlns:a16="http://schemas.microsoft.com/office/drawing/2014/main" id="{0376C61F-147B-441E-B32E-45D5BC1B66B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9385467" y="3247473"/>
              <a:ext cx="530600" cy="530600"/>
            </a:xfrm>
            <a:prstGeom prst="rect">
              <a:avLst/>
            </a:prstGeom>
          </p:spPr>
        </p:pic>
      </p:grpSp>
      <p:sp>
        <p:nvSpPr>
          <p:cNvPr id="70" name="Rectangle 69">
            <a:extLst>
              <a:ext uri="{FF2B5EF4-FFF2-40B4-BE49-F238E27FC236}">
                <a16:creationId xmlns:a16="http://schemas.microsoft.com/office/drawing/2014/main" id="{990CE96C-B0E8-49CB-B717-EBFFECB66027}"/>
              </a:ext>
            </a:extLst>
          </p:cNvPr>
          <p:cNvSpPr/>
          <p:nvPr/>
        </p:nvSpPr>
        <p:spPr>
          <a:xfrm>
            <a:off x="-7962177" y="-1"/>
            <a:ext cx="5781368" cy="6858000"/>
          </a:xfrm>
          <a:prstGeom prst="rect">
            <a:avLst/>
          </a:prstGeom>
          <a:solidFill>
            <a:srgbClr val="F0EEF0"/>
          </a:solidFill>
          <a:ln>
            <a:noFill/>
          </a:ln>
          <a:effectLst>
            <a:outerShdw blurRad="215900" dist="38100" sx="101000" sy="101000" algn="l" rotWithShape="0">
              <a:schemeClr val="tx1">
                <a:lumMod val="65000"/>
                <a:lumOff val="35000"/>
                <a:alpha val="3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5" name="Group 94">
            <a:extLst>
              <a:ext uri="{FF2B5EF4-FFF2-40B4-BE49-F238E27FC236}">
                <a16:creationId xmlns:a16="http://schemas.microsoft.com/office/drawing/2014/main" id="{4E70D3F9-D583-4ACD-8480-0F4A65ED3C83}"/>
              </a:ext>
            </a:extLst>
          </p:cNvPr>
          <p:cNvGrpSpPr/>
          <p:nvPr/>
        </p:nvGrpSpPr>
        <p:grpSpPr>
          <a:xfrm>
            <a:off x="1049062" y="0"/>
            <a:ext cx="9574094" cy="6858000"/>
            <a:chOff x="491575" y="0"/>
            <a:chExt cx="9574094" cy="6858000"/>
          </a:xfrm>
        </p:grpSpPr>
        <p:sp>
          <p:nvSpPr>
            <p:cNvPr id="96" name="Rectangle 95">
              <a:extLst>
                <a:ext uri="{FF2B5EF4-FFF2-40B4-BE49-F238E27FC236}">
                  <a16:creationId xmlns:a16="http://schemas.microsoft.com/office/drawing/2014/main" id="{321108FC-08B5-45CC-AB47-1104119B25FD}"/>
                </a:ext>
              </a:extLst>
            </p:cNvPr>
            <p:cNvSpPr/>
            <p:nvPr/>
          </p:nvSpPr>
          <p:spPr>
            <a:xfrm>
              <a:off x="491575" y="0"/>
              <a:ext cx="9574094" cy="6858000"/>
            </a:xfrm>
            <a:prstGeom prst="rect">
              <a:avLst/>
            </a:prstGeom>
            <a:solidFill>
              <a:srgbClr val="F0EEF0"/>
            </a:solidFill>
            <a:ln>
              <a:noFill/>
            </a:ln>
            <a:effectLst>
              <a:outerShdw blurRad="215900" dist="38100" sx="101000" sy="101000" algn="l" rotWithShape="0">
                <a:schemeClr val="tx1">
                  <a:lumMod val="65000"/>
                  <a:lumOff val="35000"/>
                  <a:alpha val="35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96A47C8C-7F88-484E-817B-572BEDC2BC69}"/>
                </a:ext>
              </a:extLst>
            </p:cNvPr>
            <p:cNvSpPr/>
            <p:nvPr/>
          </p:nvSpPr>
          <p:spPr>
            <a:xfrm>
              <a:off x="8897260" y="2337440"/>
              <a:ext cx="1168400" cy="2360918"/>
            </a:xfrm>
            <a:custGeom>
              <a:avLst/>
              <a:gdLst>
                <a:gd name="connsiteX0" fmla="*/ 1168400 w 1168400"/>
                <a:gd name="connsiteY0" fmla="*/ 0 h 2360918"/>
                <a:gd name="connsiteX1" fmla="*/ 1168400 w 1168400"/>
                <a:gd name="connsiteY1" fmla="*/ 2360918 h 2360918"/>
                <a:gd name="connsiteX2" fmla="*/ 1060340 w 1168400"/>
                <a:gd name="connsiteY2" fmla="*/ 2355461 h 2360918"/>
                <a:gd name="connsiteX3" fmla="*/ 0 w 1168400"/>
                <a:gd name="connsiteY3" fmla="*/ 1180459 h 2360918"/>
                <a:gd name="connsiteX4" fmla="*/ 1060340 w 1168400"/>
                <a:gd name="connsiteY4" fmla="*/ 5457 h 2360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68400" h="2360918">
                  <a:moveTo>
                    <a:pt x="1168400" y="0"/>
                  </a:moveTo>
                  <a:lnTo>
                    <a:pt x="1168400" y="2360918"/>
                  </a:lnTo>
                  <a:lnTo>
                    <a:pt x="1060340" y="2355461"/>
                  </a:lnTo>
                  <a:cubicBezTo>
                    <a:pt x="464762" y="2294977"/>
                    <a:pt x="0" y="1791994"/>
                    <a:pt x="0" y="1180459"/>
                  </a:cubicBezTo>
                  <a:cubicBezTo>
                    <a:pt x="0" y="568924"/>
                    <a:pt x="464762" y="65941"/>
                    <a:pt x="1060340" y="5457"/>
                  </a:cubicBezTo>
                  <a:close/>
                </a:path>
              </a:pathLst>
            </a:custGeom>
            <a:solidFill>
              <a:srgbClr val="5D737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E3DB5570-AC77-4396-9748-4183DF7C8396}"/>
                </a:ext>
              </a:extLst>
            </p:cNvPr>
            <p:cNvSpPr txBox="1"/>
            <p:nvPr/>
          </p:nvSpPr>
          <p:spPr>
            <a:xfrm rot="16200000">
              <a:off x="8746453" y="3189610"/>
              <a:ext cx="199208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 dirty="0">
                  <a:solidFill>
                    <a:srgbClr val="F0EEF0"/>
                  </a:solidFill>
                  <a:latin typeface="Tw Cen MT" panose="020B0602020104020603" pitchFamily="34" charset="0"/>
                </a:rPr>
                <a:t>teams</a:t>
              </a:r>
            </a:p>
          </p:txBody>
        </p:sp>
        <p:pic>
          <p:nvPicPr>
            <p:cNvPr id="99" name="Picture 98">
              <a:extLst>
                <a:ext uri="{FF2B5EF4-FFF2-40B4-BE49-F238E27FC236}">
                  <a16:creationId xmlns:a16="http://schemas.microsoft.com/office/drawing/2014/main" id="{F6ED4041-CDD9-443D-802E-47D4387906F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8992269" y="3247473"/>
              <a:ext cx="530600" cy="530600"/>
            </a:xfrm>
            <a:prstGeom prst="rect">
              <a:avLst/>
            </a:prstGeom>
          </p:spPr>
        </p:pic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E7044FAB-DB4A-4E59-B111-8CA4168E7FA4}"/>
              </a:ext>
            </a:extLst>
          </p:cNvPr>
          <p:cNvGrpSpPr/>
          <p:nvPr/>
        </p:nvGrpSpPr>
        <p:grpSpPr>
          <a:xfrm>
            <a:off x="-1780364" y="-1"/>
            <a:ext cx="11860720" cy="6858000"/>
            <a:chOff x="-2449883" y="-1"/>
            <a:chExt cx="11860720" cy="6858000"/>
          </a:xfrm>
        </p:grpSpPr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824F072A-08CC-4CC6-B5EF-C1833A244FA3}"/>
                </a:ext>
              </a:extLst>
            </p:cNvPr>
            <p:cNvSpPr/>
            <p:nvPr/>
          </p:nvSpPr>
          <p:spPr>
            <a:xfrm>
              <a:off x="-2449883" y="-1"/>
              <a:ext cx="11860720" cy="6858000"/>
            </a:xfrm>
            <a:prstGeom prst="rect">
              <a:avLst/>
            </a:prstGeom>
            <a:solidFill>
              <a:srgbClr val="F0EEF0"/>
            </a:solidFill>
            <a:ln>
              <a:noFill/>
            </a:ln>
            <a:effectLst>
              <a:outerShdw blurRad="215900" dist="38100" sx="101000" sy="101000" algn="l" rotWithShape="0">
                <a:schemeClr val="tx1">
                  <a:lumMod val="65000"/>
                  <a:lumOff val="35000"/>
                  <a:alpha val="35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A3C6C4A9-8B6A-429B-980E-26CD0C3A573E}"/>
                </a:ext>
              </a:extLst>
            </p:cNvPr>
            <p:cNvSpPr/>
            <p:nvPr/>
          </p:nvSpPr>
          <p:spPr>
            <a:xfrm>
              <a:off x="8242436" y="2337439"/>
              <a:ext cx="1168400" cy="2360918"/>
            </a:xfrm>
            <a:custGeom>
              <a:avLst/>
              <a:gdLst>
                <a:gd name="connsiteX0" fmla="*/ 1168400 w 1168400"/>
                <a:gd name="connsiteY0" fmla="*/ 0 h 2360918"/>
                <a:gd name="connsiteX1" fmla="*/ 1168400 w 1168400"/>
                <a:gd name="connsiteY1" fmla="*/ 2360918 h 2360918"/>
                <a:gd name="connsiteX2" fmla="*/ 1060340 w 1168400"/>
                <a:gd name="connsiteY2" fmla="*/ 2355461 h 2360918"/>
                <a:gd name="connsiteX3" fmla="*/ 0 w 1168400"/>
                <a:gd name="connsiteY3" fmla="*/ 1180459 h 2360918"/>
                <a:gd name="connsiteX4" fmla="*/ 1060340 w 1168400"/>
                <a:gd name="connsiteY4" fmla="*/ 5457 h 2360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68400" h="2360918">
                  <a:moveTo>
                    <a:pt x="1168400" y="0"/>
                  </a:moveTo>
                  <a:lnTo>
                    <a:pt x="1168400" y="2360918"/>
                  </a:lnTo>
                  <a:lnTo>
                    <a:pt x="1060340" y="2355461"/>
                  </a:lnTo>
                  <a:cubicBezTo>
                    <a:pt x="464762" y="2294977"/>
                    <a:pt x="0" y="1791994"/>
                    <a:pt x="0" y="1180459"/>
                  </a:cubicBezTo>
                  <a:cubicBezTo>
                    <a:pt x="0" y="568924"/>
                    <a:pt x="464762" y="65941"/>
                    <a:pt x="1060340" y="5457"/>
                  </a:cubicBezTo>
                  <a:close/>
                </a:path>
              </a:pathLst>
            </a:cu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858AC381-BFD1-4A89-AE49-8ADC853A6849}"/>
                </a:ext>
              </a:extLst>
            </p:cNvPr>
            <p:cNvSpPr txBox="1"/>
            <p:nvPr/>
          </p:nvSpPr>
          <p:spPr>
            <a:xfrm rot="16200000">
              <a:off x="8091629" y="3189609"/>
              <a:ext cx="199208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 dirty="0">
                  <a:solidFill>
                    <a:srgbClr val="F0EEF0"/>
                  </a:solidFill>
                  <a:latin typeface="Tw Cen MT" panose="020B0602020104020603" pitchFamily="34" charset="0"/>
                </a:rPr>
                <a:t>services</a:t>
              </a:r>
            </a:p>
          </p:txBody>
        </p:sp>
        <p:pic>
          <p:nvPicPr>
            <p:cNvPr id="75" name="Picture 74">
              <a:extLst>
                <a:ext uri="{FF2B5EF4-FFF2-40B4-BE49-F238E27FC236}">
                  <a16:creationId xmlns:a16="http://schemas.microsoft.com/office/drawing/2014/main" id="{9DF2E944-82FA-495B-8A5C-9BDE2635538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8340472" y="3247473"/>
              <a:ext cx="530600" cy="530600"/>
            </a:xfrm>
            <a:prstGeom prst="rect">
              <a:avLst/>
            </a:prstGeom>
          </p:spPr>
        </p:pic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60E31D48-090A-4A9C-AF5C-4B0C49C47C7D}"/>
              </a:ext>
            </a:extLst>
          </p:cNvPr>
          <p:cNvGrpSpPr/>
          <p:nvPr/>
        </p:nvGrpSpPr>
        <p:grpSpPr>
          <a:xfrm>
            <a:off x="-9395082" y="-1"/>
            <a:ext cx="9927504" cy="6858000"/>
            <a:chOff x="-9337032" y="-1"/>
            <a:chExt cx="9927504" cy="6858000"/>
          </a:xfrm>
        </p:grpSpPr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3A79A714-CB74-4EFD-9BC1-A7F2F993842A}"/>
                </a:ext>
              </a:extLst>
            </p:cNvPr>
            <p:cNvSpPr/>
            <p:nvPr/>
          </p:nvSpPr>
          <p:spPr>
            <a:xfrm>
              <a:off x="-9337032" y="-1"/>
              <a:ext cx="9923504" cy="6858000"/>
            </a:xfrm>
            <a:prstGeom prst="rect">
              <a:avLst/>
            </a:prstGeom>
            <a:solidFill>
              <a:srgbClr val="F0EEF0"/>
            </a:solidFill>
            <a:ln>
              <a:noFill/>
            </a:ln>
            <a:effectLst>
              <a:outerShdw blurRad="215900" dist="38100" sx="101000" sy="101000" algn="l" rotWithShape="0">
                <a:schemeClr val="tx1">
                  <a:lumMod val="65000"/>
                  <a:lumOff val="35000"/>
                  <a:alpha val="35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B006C60A-833A-41C2-A553-8132E7B3A7DB}"/>
                </a:ext>
              </a:extLst>
            </p:cNvPr>
            <p:cNvSpPr/>
            <p:nvPr/>
          </p:nvSpPr>
          <p:spPr>
            <a:xfrm>
              <a:off x="-577928" y="2337438"/>
              <a:ext cx="1168400" cy="2360918"/>
            </a:xfrm>
            <a:custGeom>
              <a:avLst/>
              <a:gdLst>
                <a:gd name="connsiteX0" fmla="*/ 1168400 w 1168400"/>
                <a:gd name="connsiteY0" fmla="*/ 0 h 2360918"/>
                <a:gd name="connsiteX1" fmla="*/ 1168400 w 1168400"/>
                <a:gd name="connsiteY1" fmla="*/ 2360918 h 2360918"/>
                <a:gd name="connsiteX2" fmla="*/ 1060340 w 1168400"/>
                <a:gd name="connsiteY2" fmla="*/ 2355461 h 2360918"/>
                <a:gd name="connsiteX3" fmla="*/ 0 w 1168400"/>
                <a:gd name="connsiteY3" fmla="*/ 1180459 h 2360918"/>
                <a:gd name="connsiteX4" fmla="*/ 1060340 w 1168400"/>
                <a:gd name="connsiteY4" fmla="*/ 5457 h 2360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68400" h="2360918">
                  <a:moveTo>
                    <a:pt x="1168400" y="0"/>
                  </a:moveTo>
                  <a:lnTo>
                    <a:pt x="1168400" y="2360918"/>
                  </a:lnTo>
                  <a:lnTo>
                    <a:pt x="1060340" y="2355461"/>
                  </a:lnTo>
                  <a:cubicBezTo>
                    <a:pt x="464762" y="2294977"/>
                    <a:pt x="0" y="1791994"/>
                    <a:pt x="0" y="1180459"/>
                  </a:cubicBezTo>
                  <a:cubicBezTo>
                    <a:pt x="0" y="568924"/>
                    <a:pt x="464762" y="65941"/>
                    <a:pt x="1060340" y="5457"/>
                  </a:cubicBezTo>
                  <a:close/>
                </a:path>
              </a:pathLst>
            </a:custGeom>
            <a:solidFill>
              <a:srgbClr val="00A0A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95AECC6C-A520-4756-9163-08D14835D791}"/>
                </a:ext>
              </a:extLst>
            </p:cNvPr>
            <p:cNvSpPr txBox="1"/>
            <p:nvPr/>
          </p:nvSpPr>
          <p:spPr>
            <a:xfrm rot="16200000">
              <a:off x="-738260" y="3189608"/>
              <a:ext cx="199208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 dirty="0">
                  <a:solidFill>
                    <a:srgbClr val="F0EEF0"/>
                  </a:solidFill>
                  <a:latin typeface="Tw Cen MT" panose="020B0602020104020603" pitchFamily="34" charset="0"/>
                </a:rPr>
                <a:t>follow</a:t>
              </a:r>
            </a:p>
          </p:txBody>
        </p:sp>
        <p:pic>
          <p:nvPicPr>
            <p:cNvPr id="80" name="Picture 79">
              <a:extLst>
                <a:ext uri="{FF2B5EF4-FFF2-40B4-BE49-F238E27FC236}">
                  <a16:creationId xmlns:a16="http://schemas.microsoft.com/office/drawing/2014/main" id="{0F8A56B9-A504-4035-8439-53ED4617B8B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-491912" y="3247473"/>
              <a:ext cx="530600" cy="530600"/>
            </a:xfrm>
            <a:prstGeom prst="rect">
              <a:avLst/>
            </a:prstGeom>
          </p:spPr>
        </p:pic>
      </p:grpSp>
      <p:grpSp>
        <p:nvGrpSpPr>
          <p:cNvPr id="113" name="Group 112">
            <a:extLst>
              <a:ext uri="{FF2B5EF4-FFF2-40B4-BE49-F238E27FC236}">
                <a16:creationId xmlns:a16="http://schemas.microsoft.com/office/drawing/2014/main" id="{11FBA8A3-D6EF-42EC-AEC1-86283EED452E}"/>
              </a:ext>
            </a:extLst>
          </p:cNvPr>
          <p:cNvGrpSpPr/>
          <p:nvPr/>
        </p:nvGrpSpPr>
        <p:grpSpPr>
          <a:xfrm>
            <a:off x="1390386" y="1717392"/>
            <a:ext cx="3197225" cy="929085"/>
            <a:chOff x="764723" y="2142394"/>
            <a:chExt cx="3197225" cy="929085"/>
          </a:xfrm>
        </p:grpSpPr>
        <p:sp>
          <p:nvSpPr>
            <p:cNvPr id="114" name="Oval 113">
              <a:extLst>
                <a:ext uri="{FF2B5EF4-FFF2-40B4-BE49-F238E27FC236}">
                  <a16:creationId xmlns:a16="http://schemas.microsoft.com/office/drawing/2014/main" id="{40F3CBE7-0B7F-4BBC-932B-F8A1336F5066}"/>
                </a:ext>
              </a:extLst>
            </p:cNvPr>
            <p:cNvSpPr/>
            <p:nvPr/>
          </p:nvSpPr>
          <p:spPr>
            <a:xfrm>
              <a:off x="764723" y="2277144"/>
              <a:ext cx="662056" cy="662056"/>
            </a:xfrm>
            <a:prstGeom prst="ellipse">
              <a:avLst/>
            </a:prstGeom>
            <a:solidFill>
              <a:srgbClr val="FF596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15" name="Picture 114">
              <a:extLst>
                <a:ext uri="{FF2B5EF4-FFF2-40B4-BE49-F238E27FC236}">
                  <a16:creationId xmlns:a16="http://schemas.microsoft.com/office/drawing/2014/main" id="{1F468DAE-4AE6-45BB-86E9-605BB3D413B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6554" y="2408975"/>
              <a:ext cx="398394" cy="398394"/>
            </a:xfrm>
            <a:prstGeom prst="rect">
              <a:avLst/>
            </a:prstGeom>
          </p:spPr>
        </p:pic>
        <p:sp>
          <p:nvSpPr>
            <p:cNvPr id="116" name="TextBox 115">
              <a:extLst>
                <a:ext uri="{FF2B5EF4-FFF2-40B4-BE49-F238E27FC236}">
                  <a16:creationId xmlns:a16="http://schemas.microsoft.com/office/drawing/2014/main" id="{A5766AE2-8191-4DD7-9F8B-FB3901844BFC}"/>
                </a:ext>
              </a:extLst>
            </p:cNvPr>
            <p:cNvSpPr txBox="1"/>
            <p:nvPr/>
          </p:nvSpPr>
          <p:spPr>
            <a:xfrm>
              <a:off x="1435200" y="2142394"/>
              <a:ext cx="15557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Tw Cen MT" panose="020B0602020104020603" pitchFamily="34" charset="0"/>
                </a:rPr>
                <a:t>Web Design</a:t>
              </a:r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ED76257E-DD5D-4C31-B2AC-F76DC9199544}"/>
                </a:ext>
              </a:extLst>
            </p:cNvPr>
            <p:cNvSpPr txBox="1"/>
            <p:nvPr/>
          </p:nvSpPr>
          <p:spPr>
            <a:xfrm>
              <a:off x="1435200" y="2425148"/>
              <a:ext cx="252674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Tw Cen MT" panose="020B0602020104020603" pitchFamily="34" charset="0"/>
                </a:rPr>
                <a:t>Here you need to add some brief about the service that your company is providing currently</a:t>
              </a:r>
            </a:p>
          </p:txBody>
        </p:sp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9C5CB2E8-B3A7-4DE0-B2CC-736365263446}"/>
              </a:ext>
            </a:extLst>
          </p:cNvPr>
          <p:cNvGrpSpPr/>
          <p:nvPr/>
        </p:nvGrpSpPr>
        <p:grpSpPr>
          <a:xfrm>
            <a:off x="1390386" y="2995413"/>
            <a:ext cx="3197225" cy="929085"/>
            <a:chOff x="764723" y="3420415"/>
            <a:chExt cx="3197225" cy="929085"/>
          </a:xfrm>
        </p:grpSpPr>
        <p:sp>
          <p:nvSpPr>
            <p:cNvPr id="119" name="Oval 118">
              <a:extLst>
                <a:ext uri="{FF2B5EF4-FFF2-40B4-BE49-F238E27FC236}">
                  <a16:creationId xmlns:a16="http://schemas.microsoft.com/office/drawing/2014/main" id="{4CD8841C-D453-44E7-9CE2-70317BC917D2}"/>
                </a:ext>
              </a:extLst>
            </p:cNvPr>
            <p:cNvSpPr/>
            <p:nvPr/>
          </p:nvSpPr>
          <p:spPr>
            <a:xfrm>
              <a:off x="764723" y="3555165"/>
              <a:ext cx="662056" cy="662056"/>
            </a:xfrm>
            <a:prstGeom prst="ellipse">
              <a:avLst/>
            </a:prstGeom>
            <a:solidFill>
              <a:srgbClr val="03A1A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FF4D948F-8670-4F67-B5BD-4AC06968C522}"/>
                </a:ext>
              </a:extLst>
            </p:cNvPr>
            <p:cNvSpPr txBox="1"/>
            <p:nvPr/>
          </p:nvSpPr>
          <p:spPr>
            <a:xfrm>
              <a:off x="1435200" y="3420415"/>
              <a:ext cx="15557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Tw Cen MT" panose="020B0602020104020603" pitchFamily="34" charset="0"/>
                </a:rPr>
                <a:t>Web Design</a:t>
              </a:r>
            </a:p>
          </p:txBody>
        </p:sp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A120E0D6-EFA2-4A08-BFE2-DD70F47E6C48}"/>
                </a:ext>
              </a:extLst>
            </p:cNvPr>
            <p:cNvSpPr txBox="1"/>
            <p:nvPr/>
          </p:nvSpPr>
          <p:spPr>
            <a:xfrm>
              <a:off x="1435200" y="3703169"/>
              <a:ext cx="252674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Tw Cen MT" panose="020B0602020104020603" pitchFamily="34" charset="0"/>
                </a:rPr>
                <a:t>Here you need to add some brief about the service that your company is providing currently</a:t>
              </a:r>
            </a:p>
          </p:txBody>
        </p:sp>
        <p:pic>
          <p:nvPicPr>
            <p:cNvPr id="122" name="Picture 121">
              <a:extLst>
                <a:ext uri="{FF2B5EF4-FFF2-40B4-BE49-F238E27FC236}">
                  <a16:creationId xmlns:a16="http://schemas.microsoft.com/office/drawing/2014/main" id="{CC4EB96D-DFD9-40AE-890E-7DA16AF1670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2748" y="3713190"/>
              <a:ext cx="346006" cy="346006"/>
            </a:xfrm>
            <a:prstGeom prst="rect">
              <a:avLst/>
            </a:prstGeom>
          </p:spPr>
        </p:pic>
      </p:grpSp>
      <p:grpSp>
        <p:nvGrpSpPr>
          <p:cNvPr id="123" name="Group 122">
            <a:extLst>
              <a:ext uri="{FF2B5EF4-FFF2-40B4-BE49-F238E27FC236}">
                <a16:creationId xmlns:a16="http://schemas.microsoft.com/office/drawing/2014/main" id="{FAF9A856-B862-439D-AB2D-28527B3BC76B}"/>
              </a:ext>
            </a:extLst>
          </p:cNvPr>
          <p:cNvGrpSpPr/>
          <p:nvPr/>
        </p:nvGrpSpPr>
        <p:grpSpPr>
          <a:xfrm>
            <a:off x="1390386" y="4273434"/>
            <a:ext cx="3197225" cy="929085"/>
            <a:chOff x="764723" y="4698436"/>
            <a:chExt cx="3197225" cy="929085"/>
          </a:xfrm>
        </p:grpSpPr>
        <p:sp>
          <p:nvSpPr>
            <p:cNvPr id="124" name="Oval 123">
              <a:extLst>
                <a:ext uri="{FF2B5EF4-FFF2-40B4-BE49-F238E27FC236}">
                  <a16:creationId xmlns:a16="http://schemas.microsoft.com/office/drawing/2014/main" id="{6B8AFB94-C2E3-487E-AE72-2D519C605F72}"/>
                </a:ext>
              </a:extLst>
            </p:cNvPr>
            <p:cNvSpPr/>
            <p:nvPr/>
          </p:nvSpPr>
          <p:spPr>
            <a:xfrm>
              <a:off x="764723" y="4833186"/>
              <a:ext cx="662056" cy="662056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04E1E449-1505-4788-9575-E71478300712}"/>
                </a:ext>
              </a:extLst>
            </p:cNvPr>
            <p:cNvSpPr txBox="1"/>
            <p:nvPr/>
          </p:nvSpPr>
          <p:spPr>
            <a:xfrm>
              <a:off x="1435200" y="4698436"/>
              <a:ext cx="15557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Tw Cen MT" panose="020B0602020104020603" pitchFamily="34" charset="0"/>
                </a:rPr>
                <a:t>Web Design</a:t>
              </a:r>
            </a:p>
          </p:txBody>
        </p:sp>
        <p:sp>
          <p:nvSpPr>
            <p:cNvPr id="126" name="TextBox 125">
              <a:extLst>
                <a:ext uri="{FF2B5EF4-FFF2-40B4-BE49-F238E27FC236}">
                  <a16:creationId xmlns:a16="http://schemas.microsoft.com/office/drawing/2014/main" id="{7EAC8E37-8B3C-4F8F-AC92-FAC65925ACC6}"/>
                </a:ext>
              </a:extLst>
            </p:cNvPr>
            <p:cNvSpPr txBox="1"/>
            <p:nvPr/>
          </p:nvSpPr>
          <p:spPr>
            <a:xfrm>
              <a:off x="1435200" y="4981190"/>
              <a:ext cx="252674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Tw Cen MT" panose="020B0602020104020603" pitchFamily="34" charset="0"/>
                </a:rPr>
                <a:t>Here you need to add some brief about the service that your company is providing currently</a:t>
              </a:r>
            </a:p>
          </p:txBody>
        </p:sp>
        <p:pic>
          <p:nvPicPr>
            <p:cNvPr id="127" name="Picture 126">
              <a:extLst>
                <a:ext uri="{FF2B5EF4-FFF2-40B4-BE49-F238E27FC236}">
                  <a16:creationId xmlns:a16="http://schemas.microsoft.com/office/drawing/2014/main" id="{8A5A61FB-CA64-4580-801C-AD3884078BF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6553" y="4977083"/>
              <a:ext cx="398396" cy="398396"/>
            </a:xfrm>
            <a:prstGeom prst="rect">
              <a:avLst/>
            </a:prstGeom>
          </p:spPr>
        </p:pic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743BC266-D040-419D-B713-FBC99952FADF}"/>
              </a:ext>
            </a:extLst>
          </p:cNvPr>
          <p:cNvGrpSpPr/>
          <p:nvPr/>
        </p:nvGrpSpPr>
        <p:grpSpPr>
          <a:xfrm>
            <a:off x="5130290" y="2995413"/>
            <a:ext cx="3197225" cy="929085"/>
            <a:chOff x="4504627" y="3420415"/>
            <a:chExt cx="3197225" cy="929085"/>
          </a:xfrm>
        </p:grpSpPr>
        <p:sp>
          <p:nvSpPr>
            <p:cNvPr id="129" name="Oval 128">
              <a:extLst>
                <a:ext uri="{FF2B5EF4-FFF2-40B4-BE49-F238E27FC236}">
                  <a16:creationId xmlns:a16="http://schemas.microsoft.com/office/drawing/2014/main" id="{1F70E9A6-B0EA-49B3-9490-7C7B09ACEE67}"/>
                </a:ext>
              </a:extLst>
            </p:cNvPr>
            <p:cNvSpPr/>
            <p:nvPr/>
          </p:nvSpPr>
          <p:spPr>
            <a:xfrm>
              <a:off x="4504627" y="3555165"/>
              <a:ext cx="662056" cy="662056"/>
            </a:xfrm>
            <a:prstGeom prst="ellipse">
              <a:avLst/>
            </a:prstGeom>
            <a:solidFill>
              <a:srgbClr val="03A1A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C1C9AE74-6ECE-4642-85A1-879B902A0C00}"/>
                </a:ext>
              </a:extLst>
            </p:cNvPr>
            <p:cNvSpPr txBox="1"/>
            <p:nvPr/>
          </p:nvSpPr>
          <p:spPr>
            <a:xfrm>
              <a:off x="5175104" y="3420415"/>
              <a:ext cx="15557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Tw Cen MT" panose="020B0602020104020603" pitchFamily="34" charset="0"/>
                </a:rPr>
                <a:t>Web Design</a:t>
              </a:r>
            </a:p>
          </p:txBody>
        </p:sp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F00EE840-57C5-45A8-AB89-BA57CE453AA8}"/>
                </a:ext>
              </a:extLst>
            </p:cNvPr>
            <p:cNvSpPr txBox="1"/>
            <p:nvPr/>
          </p:nvSpPr>
          <p:spPr>
            <a:xfrm>
              <a:off x="5175104" y="3703169"/>
              <a:ext cx="252674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Tw Cen MT" panose="020B0602020104020603" pitchFamily="34" charset="0"/>
                </a:rPr>
                <a:t>Here you need to add some brief about the service that your company is providing currently</a:t>
              </a:r>
            </a:p>
          </p:txBody>
        </p:sp>
        <p:pic>
          <p:nvPicPr>
            <p:cNvPr id="132" name="Picture 131">
              <a:extLst>
                <a:ext uri="{FF2B5EF4-FFF2-40B4-BE49-F238E27FC236}">
                  <a16:creationId xmlns:a16="http://schemas.microsoft.com/office/drawing/2014/main" id="{28C55931-7730-4132-AB43-DEC40108466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28037" y="3678575"/>
              <a:ext cx="415236" cy="415236"/>
            </a:xfrm>
            <a:prstGeom prst="rect">
              <a:avLst/>
            </a:prstGeom>
          </p:spPr>
        </p:pic>
      </p:grpSp>
      <p:grpSp>
        <p:nvGrpSpPr>
          <p:cNvPr id="133" name="Group 132">
            <a:extLst>
              <a:ext uri="{FF2B5EF4-FFF2-40B4-BE49-F238E27FC236}">
                <a16:creationId xmlns:a16="http://schemas.microsoft.com/office/drawing/2014/main" id="{F0E3BF0A-B04D-4316-B447-549B31994A65}"/>
              </a:ext>
            </a:extLst>
          </p:cNvPr>
          <p:cNvGrpSpPr/>
          <p:nvPr/>
        </p:nvGrpSpPr>
        <p:grpSpPr>
          <a:xfrm>
            <a:off x="5130290" y="4273434"/>
            <a:ext cx="3197225" cy="929085"/>
            <a:chOff x="4504627" y="4698436"/>
            <a:chExt cx="3197225" cy="929085"/>
          </a:xfrm>
        </p:grpSpPr>
        <p:sp>
          <p:nvSpPr>
            <p:cNvPr id="134" name="Oval 133">
              <a:extLst>
                <a:ext uri="{FF2B5EF4-FFF2-40B4-BE49-F238E27FC236}">
                  <a16:creationId xmlns:a16="http://schemas.microsoft.com/office/drawing/2014/main" id="{21B892CB-2087-4B4E-9D9A-135A090D8BBA}"/>
                </a:ext>
              </a:extLst>
            </p:cNvPr>
            <p:cNvSpPr/>
            <p:nvPr/>
          </p:nvSpPr>
          <p:spPr>
            <a:xfrm>
              <a:off x="4504627" y="4833186"/>
              <a:ext cx="662056" cy="662056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5" name="TextBox 134">
              <a:extLst>
                <a:ext uri="{FF2B5EF4-FFF2-40B4-BE49-F238E27FC236}">
                  <a16:creationId xmlns:a16="http://schemas.microsoft.com/office/drawing/2014/main" id="{2F1E812C-21E1-4AE8-8492-7C26987E24F5}"/>
                </a:ext>
              </a:extLst>
            </p:cNvPr>
            <p:cNvSpPr txBox="1"/>
            <p:nvPr/>
          </p:nvSpPr>
          <p:spPr>
            <a:xfrm>
              <a:off x="5175104" y="4698436"/>
              <a:ext cx="15557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Tw Cen MT" panose="020B0602020104020603" pitchFamily="34" charset="0"/>
                </a:rPr>
                <a:t>Web Design</a:t>
              </a:r>
            </a:p>
          </p:txBody>
        </p:sp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39E48791-F83A-43C2-91A4-5459684E27A3}"/>
                </a:ext>
              </a:extLst>
            </p:cNvPr>
            <p:cNvSpPr txBox="1"/>
            <p:nvPr/>
          </p:nvSpPr>
          <p:spPr>
            <a:xfrm>
              <a:off x="5175104" y="4981190"/>
              <a:ext cx="252674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Tw Cen MT" panose="020B0602020104020603" pitchFamily="34" charset="0"/>
                </a:rPr>
                <a:t>Here you need to add some brief about the service that your company is providing currently</a:t>
              </a:r>
            </a:p>
          </p:txBody>
        </p:sp>
        <p:pic>
          <p:nvPicPr>
            <p:cNvPr id="137" name="Picture 136">
              <a:extLst>
                <a:ext uri="{FF2B5EF4-FFF2-40B4-BE49-F238E27FC236}">
                  <a16:creationId xmlns:a16="http://schemas.microsoft.com/office/drawing/2014/main" id="{3998D37B-EE23-4400-B3FB-AE622C2B469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67162" y="4967369"/>
              <a:ext cx="336986" cy="336986"/>
            </a:xfrm>
            <a:prstGeom prst="rect">
              <a:avLst/>
            </a:prstGeom>
          </p:spPr>
        </p:pic>
      </p:grp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6A922994-56F7-4E3F-BBC4-41F24AED21E0}"/>
              </a:ext>
            </a:extLst>
          </p:cNvPr>
          <p:cNvGrpSpPr/>
          <p:nvPr/>
        </p:nvGrpSpPr>
        <p:grpSpPr>
          <a:xfrm>
            <a:off x="5130290" y="1717392"/>
            <a:ext cx="3197225" cy="929085"/>
            <a:chOff x="4504627" y="2142394"/>
            <a:chExt cx="3197225" cy="929085"/>
          </a:xfrm>
        </p:grpSpPr>
        <p:sp>
          <p:nvSpPr>
            <p:cNvPr id="139" name="Oval 138">
              <a:extLst>
                <a:ext uri="{FF2B5EF4-FFF2-40B4-BE49-F238E27FC236}">
                  <a16:creationId xmlns:a16="http://schemas.microsoft.com/office/drawing/2014/main" id="{4B44027A-8946-45E7-8F11-28B2EA7E8E3E}"/>
                </a:ext>
              </a:extLst>
            </p:cNvPr>
            <p:cNvSpPr/>
            <p:nvPr/>
          </p:nvSpPr>
          <p:spPr>
            <a:xfrm>
              <a:off x="4504627" y="2277144"/>
              <a:ext cx="662056" cy="662056"/>
            </a:xfrm>
            <a:prstGeom prst="ellipse">
              <a:avLst/>
            </a:prstGeom>
            <a:solidFill>
              <a:srgbClr val="FF596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0" name="TextBox 139">
              <a:extLst>
                <a:ext uri="{FF2B5EF4-FFF2-40B4-BE49-F238E27FC236}">
                  <a16:creationId xmlns:a16="http://schemas.microsoft.com/office/drawing/2014/main" id="{64EED872-529B-476D-A042-AF8799EED2BA}"/>
                </a:ext>
              </a:extLst>
            </p:cNvPr>
            <p:cNvSpPr txBox="1"/>
            <p:nvPr/>
          </p:nvSpPr>
          <p:spPr>
            <a:xfrm>
              <a:off x="5175104" y="2142394"/>
              <a:ext cx="15557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Tw Cen MT" panose="020B0602020104020603" pitchFamily="34" charset="0"/>
                </a:rPr>
                <a:t>Web Design</a:t>
              </a:r>
            </a:p>
          </p:txBody>
        </p:sp>
        <p:sp>
          <p:nvSpPr>
            <p:cNvPr id="141" name="TextBox 140">
              <a:extLst>
                <a:ext uri="{FF2B5EF4-FFF2-40B4-BE49-F238E27FC236}">
                  <a16:creationId xmlns:a16="http://schemas.microsoft.com/office/drawing/2014/main" id="{46E35B1E-3A73-441C-8AB0-F2D52796F64F}"/>
                </a:ext>
              </a:extLst>
            </p:cNvPr>
            <p:cNvSpPr txBox="1"/>
            <p:nvPr/>
          </p:nvSpPr>
          <p:spPr>
            <a:xfrm>
              <a:off x="5175104" y="2425148"/>
              <a:ext cx="252674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Tw Cen MT" panose="020B0602020104020603" pitchFamily="34" charset="0"/>
                </a:rPr>
                <a:t>Here you need to add some brief about the service that your company is providing currently</a:t>
              </a:r>
            </a:p>
          </p:txBody>
        </p:sp>
        <p:pic>
          <p:nvPicPr>
            <p:cNvPr id="142" name="Picture 141">
              <a:extLst>
                <a:ext uri="{FF2B5EF4-FFF2-40B4-BE49-F238E27FC236}">
                  <a16:creationId xmlns:a16="http://schemas.microsoft.com/office/drawing/2014/main" id="{F7189829-FB67-42A0-ADC4-78F2C37FDF2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67162" y="2447925"/>
              <a:ext cx="320494" cy="32049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5579595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3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1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3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1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1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3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3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1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1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2500"/>
                            </p:stCondLst>
                            <p:childTnLst>
                              <p:par>
                                <p:cTn id="40" presetID="3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1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1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Group 49">
            <a:extLst>
              <a:ext uri="{FF2B5EF4-FFF2-40B4-BE49-F238E27FC236}">
                <a16:creationId xmlns:a16="http://schemas.microsoft.com/office/drawing/2014/main" id="{10781169-B7A4-446E-BD33-B9650367A7F9}"/>
              </a:ext>
            </a:extLst>
          </p:cNvPr>
          <p:cNvGrpSpPr/>
          <p:nvPr/>
        </p:nvGrpSpPr>
        <p:grpSpPr>
          <a:xfrm>
            <a:off x="-290920" y="0"/>
            <a:ext cx="12482920" cy="6858000"/>
            <a:chOff x="-290920" y="0"/>
            <a:chExt cx="12482920" cy="6858000"/>
          </a:xfrm>
        </p:grpSpPr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CED3AF08-30FC-4AFF-9C5C-99D0A7099514}"/>
                </a:ext>
              </a:extLst>
            </p:cNvPr>
            <p:cNvSpPr/>
            <p:nvPr/>
          </p:nvSpPr>
          <p:spPr>
            <a:xfrm>
              <a:off x="-290920" y="0"/>
              <a:ext cx="12482920" cy="6858000"/>
            </a:xfrm>
            <a:prstGeom prst="rect">
              <a:avLst/>
            </a:prstGeom>
            <a:solidFill>
              <a:srgbClr val="F0EEF0"/>
            </a:solidFill>
            <a:ln>
              <a:noFill/>
            </a:ln>
            <a:effectLst>
              <a:outerShdw blurRad="215900" dist="38100" sx="101000" sy="101000" algn="l" rotWithShape="0">
                <a:schemeClr val="tx1">
                  <a:lumMod val="65000"/>
                  <a:lumOff val="35000"/>
                  <a:alpha val="35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99AF1FBA-9557-484A-B305-EE590A192E96}"/>
                </a:ext>
              </a:extLst>
            </p:cNvPr>
            <p:cNvSpPr/>
            <p:nvPr/>
          </p:nvSpPr>
          <p:spPr>
            <a:xfrm>
              <a:off x="11023600" y="2337441"/>
              <a:ext cx="1168400" cy="2360918"/>
            </a:xfrm>
            <a:custGeom>
              <a:avLst/>
              <a:gdLst>
                <a:gd name="connsiteX0" fmla="*/ 1168400 w 1168400"/>
                <a:gd name="connsiteY0" fmla="*/ 0 h 2360918"/>
                <a:gd name="connsiteX1" fmla="*/ 1168400 w 1168400"/>
                <a:gd name="connsiteY1" fmla="*/ 2360918 h 2360918"/>
                <a:gd name="connsiteX2" fmla="*/ 1060340 w 1168400"/>
                <a:gd name="connsiteY2" fmla="*/ 2355461 h 2360918"/>
                <a:gd name="connsiteX3" fmla="*/ 0 w 1168400"/>
                <a:gd name="connsiteY3" fmla="*/ 1180459 h 2360918"/>
                <a:gd name="connsiteX4" fmla="*/ 1060340 w 1168400"/>
                <a:gd name="connsiteY4" fmla="*/ 5457 h 2360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68400" h="2360918">
                  <a:moveTo>
                    <a:pt x="1168400" y="0"/>
                  </a:moveTo>
                  <a:lnTo>
                    <a:pt x="1168400" y="2360918"/>
                  </a:lnTo>
                  <a:lnTo>
                    <a:pt x="1060340" y="2355461"/>
                  </a:lnTo>
                  <a:cubicBezTo>
                    <a:pt x="464762" y="2294977"/>
                    <a:pt x="0" y="1791994"/>
                    <a:pt x="0" y="1180459"/>
                  </a:cubicBezTo>
                  <a:cubicBezTo>
                    <a:pt x="0" y="568924"/>
                    <a:pt x="464762" y="65941"/>
                    <a:pt x="1060340" y="5457"/>
                  </a:cubicBezTo>
                  <a:close/>
                </a:path>
              </a:pathLst>
            </a:custGeom>
            <a:solidFill>
              <a:srgbClr val="FF596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407E3AA2-679E-4924-AC1B-FE6C3A02C251}"/>
                </a:ext>
              </a:extLst>
            </p:cNvPr>
            <p:cNvSpPr txBox="1"/>
            <p:nvPr/>
          </p:nvSpPr>
          <p:spPr>
            <a:xfrm rot="16200000">
              <a:off x="10872792" y="3194734"/>
              <a:ext cx="199208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 dirty="0">
                  <a:solidFill>
                    <a:srgbClr val="F0EEF0"/>
                  </a:solidFill>
                  <a:latin typeface="Tw Cen MT" panose="020B0602020104020603" pitchFamily="34" charset="0"/>
                </a:rPr>
                <a:t>about</a:t>
              </a:r>
            </a:p>
          </p:txBody>
        </p:sp>
        <p:pic>
          <p:nvPicPr>
            <p:cNvPr id="54" name="Picture 53">
              <a:extLst>
                <a:ext uri="{FF2B5EF4-FFF2-40B4-BE49-F238E27FC236}">
                  <a16:creationId xmlns:a16="http://schemas.microsoft.com/office/drawing/2014/main" id="{CD9846FC-755F-4A0E-BAD3-A5D51C0E1EB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11129999" y="3247473"/>
              <a:ext cx="530600" cy="530600"/>
            </a:xfrm>
            <a:prstGeom prst="rect">
              <a:avLst/>
            </a:prstGeom>
          </p:spPr>
        </p:pic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F00A67C9-4929-4EFF-9CB6-292640CD2738}"/>
              </a:ext>
            </a:extLst>
          </p:cNvPr>
          <p:cNvGrpSpPr/>
          <p:nvPr/>
        </p:nvGrpSpPr>
        <p:grpSpPr>
          <a:xfrm>
            <a:off x="226788" y="-2"/>
            <a:ext cx="11447503" cy="6858000"/>
            <a:chOff x="213096" y="0"/>
            <a:chExt cx="11447503" cy="6858000"/>
          </a:xfrm>
        </p:grpSpPr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3E8CDB02-4760-4298-BC44-93A18EB02F13}"/>
                </a:ext>
              </a:extLst>
            </p:cNvPr>
            <p:cNvSpPr/>
            <p:nvPr/>
          </p:nvSpPr>
          <p:spPr>
            <a:xfrm>
              <a:off x="213096" y="0"/>
              <a:ext cx="11447501" cy="6858000"/>
            </a:xfrm>
            <a:prstGeom prst="rect">
              <a:avLst/>
            </a:prstGeom>
            <a:solidFill>
              <a:srgbClr val="F0EEF0"/>
            </a:solidFill>
            <a:ln>
              <a:noFill/>
            </a:ln>
            <a:effectLst>
              <a:outerShdw blurRad="215900" dist="38100" sx="101000" sy="101000" algn="l" rotWithShape="0">
                <a:schemeClr val="tx1">
                  <a:lumMod val="65000"/>
                  <a:lumOff val="35000"/>
                  <a:alpha val="35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57C0FD50-5E69-463E-A01B-65E9D864A386}"/>
                </a:ext>
              </a:extLst>
            </p:cNvPr>
            <p:cNvSpPr/>
            <p:nvPr/>
          </p:nvSpPr>
          <p:spPr>
            <a:xfrm>
              <a:off x="10492197" y="2337441"/>
              <a:ext cx="1168400" cy="2360918"/>
            </a:xfrm>
            <a:custGeom>
              <a:avLst/>
              <a:gdLst>
                <a:gd name="connsiteX0" fmla="*/ 1168400 w 1168400"/>
                <a:gd name="connsiteY0" fmla="*/ 0 h 2360918"/>
                <a:gd name="connsiteX1" fmla="*/ 1168400 w 1168400"/>
                <a:gd name="connsiteY1" fmla="*/ 2360918 h 2360918"/>
                <a:gd name="connsiteX2" fmla="*/ 1060340 w 1168400"/>
                <a:gd name="connsiteY2" fmla="*/ 2355461 h 2360918"/>
                <a:gd name="connsiteX3" fmla="*/ 0 w 1168400"/>
                <a:gd name="connsiteY3" fmla="*/ 1180459 h 2360918"/>
                <a:gd name="connsiteX4" fmla="*/ 1060340 w 1168400"/>
                <a:gd name="connsiteY4" fmla="*/ 5457 h 2360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68400" h="2360918">
                  <a:moveTo>
                    <a:pt x="1168400" y="0"/>
                  </a:moveTo>
                  <a:lnTo>
                    <a:pt x="1168400" y="2360918"/>
                  </a:lnTo>
                  <a:lnTo>
                    <a:pt x="1060340" y="2355461"/>
                  </a:lnTo>
                  <a:cubicBezTo>
                    <a:pt x="464762" y="2294977"/>
                    <a:pt x="0" y="1791994"/>
                    <a:pt x="0" y="1180459"/>
                  </a:cubicBezTo>
                  <a:cubicBezTo>
                    <a:pt x="0" y="568924"/>
                    <a:pt x="464762" y="65941"/>
                    <a:pt x="1060340" y="5457"/>
                  </a:cubicBezTo>
                  <a:close/>
                </a:path>
              </a:pathLst>
            </a:custGeom>
            <a:solidFill>
              <a:srgbClr val="52CD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04CBFB1D-37FD-419F-B98C-860BF5217905}"/>
                </a:ext>
              </a:extLst>
            </p:cNvPr>
            <p:cNvSpPr txBox="1"/>
            <p:nvPr/>
          </p:nvSpPr>
          <p:spPr>
            <a:xfrm rot="16200000">
              <a:off x="10341391" y="3105834"/>
              <a:ext cx="199208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 dirty="0">
                  <a:solidFill>
                    <a:srgbClr val="F0EEF0"/>
                  </a:solidFill>
                  <a:latin typeface="Tw Cen MT" panose="020B0602020104020603" pitchFamily="34" charset="0"/>
                </a:rPr>
                <a:t>history</a:t>
              </a:r>
            </a:p>
          </p:txBody>
        </p:sp>
        <p:pic>
          <p:nvPicPr>
            <p:cNvPr id="59" name="Picture 58">
              <a:extLst>
                <a:ext uri="{FF2B5EF4-FFF2-40B4-BE49-F238E27FC236}">
                  <a16:creationId xmlns:a16="http://schemas.microsoft.com/office/drawing/2014/main" id="{60B383F7-52C5-4FB7-AEC3-35A48D7354A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10600933" y="3247473"/>
              <a:ext cx="530600" cy="530600"/>
            </a:xfrm>
            <a:prstGeom prst="rect">
              <a:avLst/>
            </a:prstGeom>
          </p:spPr>
        </p:pic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6F7667A6-1C16-4F0A-A162-61BD16E6BE6B}"/>
              </a:ext>
            </a:extLst>
          </p:cNvPr>
          <p:cNvGrpSpPr/>
          <p:nvPr/>
        </p:nvGrpSpPr>
        <p:grpSpPr>
          <a:xfrm>
            <a:off x="1184133" y="0"/>
            <a:ext cx="9961092" cy="6858000"/>
            <a:chOff x="491575" y="0"/>
            <a:chExt cx="9961092" cy="6858000"/>
          </a:xfrm>
        </p:grpSpPr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0E8C29A9-4AAB-442C-A7A4-40DCCE0A9694}"/>
                </a:ext>
              </a:extLst>
            </p:cNvPr>
            <p:cNvSpPr/>
            <p:nvPr/>
          </p:nvSpPr>
          <p:spPr>
            <a:xfrm>
              <a:off x="491575" y="0"/>
              <a:ext cx="9961092" cy="6858000"/>
            </a:xfrm>
            <a:prstGeom prst="rect">
              <a:avLst/>
            </a:prstGeom>
            <a:solidFill>
              <a:srgbClr val="F0EEF0"/>
            </a:solidFill>
            <a:ln>
              <a:noFill/>
            </a:ln>
            <a:effectLst>
              <a:outerShdw blurRad="215900" dist="38100" sx="101000" sy="101000" algn="l" rotWithShape="0">
                <a:schemeClr val="tx1">
                  <a:lumMod val="65000"/>
                  <a:lumOff val="35000"/>
                  <a:alpha val="35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81520FE7-5699-4290-9C3C-51E0C60ECC6B}"/>
                </a:ext>
              </a:extLst>
            </p:cNvPr>
            <p:cNvSpPr/>
            <p:nvPr/>
          </p:nvSpPr>
          <p:spPr>
            <a:xfrm>
              <a:off x="9284267" y="2337440"/>
              <a:ext cx="1168400" cy="2360918"/>
            </a:xfrm>
            <a:custGeom>
              <a:avLst/>
              <a:gdLst>
                <a:gd name="connsiteX0" fmla="*/ 1168400 w 1168400"/>
                <a:gd name="connsiteY0" fmla="*/ 0 h 2360918"/>
                <a:gd name="connsiteX1" fmla="*/ 1168400 w 1168400"/>
                <a:gd name="connsiteY1" fmla="*/ 2360918 h 2360918"/>
                <a:gd name="connsiteX2" fmla="*/ 1060340 w 1168400"/>
                <a:gd name="connsiteY2" fmla="*/ 2355461 h 2360918"/>
                <a:gd name="connsiteX3" fmla="*/ 0 w 1168400"/>
                <a:gd name="connsiteY3" fmla="*/ 1180459 h 2360918"/>
                <a:gd name="connsiteX4" fmla="*/ 1060340 w 1168400"/>
                <a:gd name="connsiteY4" fmla="*/ 5457 h 2360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68400" h="2360918">
                  <a:moveTo>
                    <a:pt x="1168400" y="0"/>
                  </a:moveTo>
                  <a:lnTo>
                    <a:pt x="1168400" y="2360918"/>
                  </a:lnTo>
                  <a:lnTo>
                    <a:pt x="1060340" y="2355461"/>
                  </a:lnTo>
                  <a:cubicBezTo>
                    <a:pt x="464762" y="2294977"/>
                    <a:pt x="0" y="1791994"/>
                    <a:pt x="0" y="1180459"/>
                  </a:cubicBezTo>
                  <a:cubicBezTo>
                    <a:pt x="0" y="568924"/>
                    <a:pt x="464762" y="65941"/>
                    <a:pt x="1060340" y="5457"/>
                  </a:cubicBezTo>
                  <a:close/>
                </a:path>
              </a:pathLst>
            </a:custGeom>
            <a:solidFill>
              <a:srgbClr val="FFC73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AFD50D6F-822B-4109-8B0C-BA004A0B7145}"/>
                </a:ext>
              </a:extLst>
            </p:cNvPr>
            <p:cNvSpPr txBox="1"/>
            <p:nvPr/>
          </p:nvSpPr>
          <p:spPr>
            <a:xfrm rot="16200000">
              <a:off x="9117129" y="3189611"/>
              <a:ext cx="199208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 dirty="0">
                  <a:solidFill>
                    <a:srgbClr val="F0EEF0"/>
                  </a:solidFill>
                  <a:latin typeface="Tw Cen MT" panose="020B0602020104020603" pitchFamily="34" charset="0"/>
                </a:rPr>
                <a:t>timeline</a:t>
              </a:r>
            </a:p>
          </p:txBody>
        </p:sp>
        <p:pic>
          <p:nvPicPr>
            <p:cNvPr id="64" name="Picture 63">
              <a:extLst>
                <a:ext uri="{FF2B5EF4-FFF2-40B4-BE49-F238E27FC236}">
                  <a16:creationId xmlns:a16="http://schemas.microsoft.com/office/drawing/2014/main" id="{0376C61F-147B-441E-B32E-45D5BC1B66B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9385467" y="3247473"/>
              <a:ext cx="530600" cy="530600"/>
            </a:xfrm>
            <a:prstGeom prst="rect">
              <a:avLst/>
            </a:prstGeom>
          </p:spPr>
        </p:pic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4E70D3F9-D583-4ACD-8480-0F4A65ED3C83}"/>
              </a:ext>
            </a:extLst>
          </p:cNvPr>
          <p:cNvGrpSpPr/>
          <p:nvPr/>
        </p:nvGrpSpPr>
        <p:grpSpPr>
          <a:xfrm>
            <a:off x="1049062" y="0"/>
            <a:ext cx="9574094" cy="6858000"/>
            <a:chOff x="491575" y="0"/>
            <a:chExt cx="9574094" cy="6858000"/>
          </a:xfrm>
        </p:grpSpPr>
        <p:sp>
          <p:nvSpPr>
            <p:cNvPr id="96" name="Rectangle 95">
              <a:extLst>
                <a:ext uri="{FF2B5EF4-FFF2-40B4-BE49-F238E27FC236}">
                  <a16:creationId xmlns:a16="http://schemas.microsoft.com/office/drawing/2014/main" id="{321108FC-08B5-45CC-AB47-1104119B25FD}"/>
                </a:ext>
              </a:extLst>
            </p:cNvPr>
            <p:cNvSpPr/>
            <p:nvPr/>
          </p:nvSpPr>
          <p:spPr>
            <a:xfrm>
              <a:off x="491575" y="0"/>
              <a:ext cx="9574094" cy="6858000"/>
            </a:xfrm>
            <a:prstGeom prst="rect">
              <a:avLst/>
            </a:prstGeom>
            <a:solidFill>
              <a:srgbClr val="F0EEF0"/>
            </a:solidFill>
            <a:ln>
              <a:noFill/>
            </a:ln>
            <a:effectLst>
              <a:outerShdw blurRad="215900" dist="38100" sx="101000" sy="101000" algn="l" rotWithShape="0">
                <a:schemeClr val="tx1">
                  <a:lumMod val="65000"/>
                  <a:lumOff val="35000"/>
                  <a:alpha val="35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96A47C8C-7F88-484E-817B-572BEDC2BC69}"/>
                </a:ext>
              </a:extLst>
            </p:cNvPr>
            <p:cNvSpPr/>
            <p:nvPr/>
          </p:nvSpPr>
          <p:spPr>
            <a:xfrm>
              <a:off x="8897260" y="2337440"/>
              <a:ext cx="1168400" cy="2360918"/>
            </a:xfrm>
            <a:custGeom>
              <a:avLst/>
              <a:gdLst>
                <a:gd name="connsiteX0" fmla="*/ 1168400 w 1168400"/>
                <a:gd name="connsiteY0" fmla="*/ 0 h 2360918"/>
                <a:gd name="connsiteX1" fmla="*/ 1168400 w 1168400"/>
                <a:gd name="connsiteY1" fmla="*/ 2360918 h 2360918"/>
                <a:gd name="connsiteX2" fmla="*/ 1060340 w 1168400"/>
                <a:gd name="connsiteY2" fmla="*/ 2355461 h 2360918"/>
                <a:gd name="connsiteX3" fmla="*/ 0 w 1168400"/>
                <a:gd name="connsiteY3" fmla="*/ 1180459 h 2360918"/>
                <a:gd name="connsiteX4" fmla="*/ 1060340 w 1168400"/>
                <a:gd name="connsiteY4" fmla="*/ 5457 h 2360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68400" h="2360918">
                  <a:moveTo>
                    <a:pt x="1168400" y="0"/>
                  </a:moveTo>
                  <a:lnTo>
                    <a:pt x="1168400" y="2360918"/>
                  </a:lnTo>
                  <a:lnTo>
                    <a:pt x="1060340" y="2355461"/>
                  </a:lnTo>
                  <a:cubicBezTo>
                    <a:pt x="464762" y="2294977"/>
                    <a:pt x="0" y="1791994"/>
                    <a:pt x="0" y="1180459"/>
                  </a:cubicBezTo>
                  <a:cubicBezTo>
                    <a:pt x="0" y="568924"/>
                    <a:pt x="464762" y="65941"/>
                    <a:pt x="1060340" y="5457"/>
                  </a:cubicBezTo>
                  <a:close/>
                </a:path>
              </a:pathLst>
            </a:custGeom>
            <a:solidFill>
              <a:srgbClr val="5D737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E3DB5570-AC77-4396-9748-4183DF7C8396}"/>
                </a:ext>
              </a:extLst>
            </p:cNvPr>
            <p:cNvSpPr txBox="1"/>
            <p:nvPr/>
          </p:nvSpPr>
          <p:spPr>
            <a:xfrm rot="16200000">
              <a:off x="8746453" y="3189610"/>
              <a:ext cx="199208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 dirty="0">
                  <a:solidFill>
                    <a:srgbClr val="F0EEF0"/>
                  </a:solidFill>
                  <a:latin typeface="Tw Cen MT" panose="020B0602020104020603" pitchFamily="34" charset="0"/>
                </a:rPr>
                <a:t>teams</a:t>
              </a:r>
            </a:p>
          </p:txBody>
        </p:sp>
        <p:pic>
          <p:nvPicPr>
            <p:cNvPr id="99" name="Picture 98">
              <a:extLst>
                <a:ext uri="{FF2B5EF4-FFF2-40B4-BE49-F238E27FC236}">
                  <a16:creationId xmlns:a16="http://schemas.microsoft.com/office/drawing/2014/main" id="{F6ED4041-CDD9-443D-802E-47D4387906F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8992269" y="3247473"/>
              <a:ext cx="530600" cy="530600"/>
            </a:xfrm>
            <a:prstGeom prst="rect">
              <a:avLst/>
            </a:prstGeom>
          </p:spPr>
        </p:pic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E7044FAB-DB4A-4E59-B111-8CA4168E7FA4}"/>
              </a:ext>
            </a:extLst>
          </p:cNvPr>
          <p:cNvGrpSpPr/>
          <p:nvPr/>
        </p:nvGrpSpPr>
        <p:grpSpPr>
          <a:xfrm>
            <a:off x="-1780364" y="-1"/>
            <a:ext cx="11860720" cy="6858000"/>
            <a:chOff x="-2449883" y="-1"/>
            <a:chExt cx="11860720" cy="6858000"/>
          </a:xfrm>
        </p:grpSpPr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824F072A-08CC-4CC6-B5EF-C1833A244FA3}"/>
                </a:ext>
              </a:extLst>
            </p:cNvPr>
            <p:cNvSpPr/>
            <p:nvPr/>
          </p:nvSpPr>
          <p:spPr>
            <a:xfrm>
              <a:off x="-2449883" y="-1"/>
              <a:ext cx="11860720" cy="6858000"/>
            </a:xfrm>
            <a:prstGeom prst="rect">
              <a:avLst/>
            </a:prstGeom>
            <a:solidFill>
              <a:srgbClr val="F0EEF0"/>
            </a:solidFill>
            <a:ln>
              <a:noFill/>
            </a:ln>
            <a:effectLst>
              <a:outerShdw blurRad="215900" dist="38100" sx="101000" sy="101000" algn="l" rotWithShape="0">
                <a:schemeClr val="tx1">
                  <a:lumMod val="65000"/>
                  <a:lumOff val="35000"/>
                  <a:alpha val="35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A3C6C4A9-8B6A-429B-980E-26CD0C3A573E}"/>
                </a:ext>
              </a:extLst>
            </p:cNvPr>
            <p:cNvSpPr/>
            <p:nvPr/>
          </p:nvSpPr>
          <p:spPr>
            <a:xfrm>
              <a:off x="8242436" y="2337439"/>
              <a:ext cx="1168400" cy="2360918"/>
            </a:xfrm>
            <a:custGeom>
              <a:avLst/>
              <a:gdLst>
                <a:gd name="connsiteX0" fmla="*/ 1168400 w 1168400"/>
                <a:gd name="connsiteY0" fmla="*/ 0 h 2360918"/>
                <a:gd name="connsiteX1" fmla="*/ 1168400 w 1168400"/>
                <a:gd name="connsiteY1" fmla="*/ 2360918 h 2360918"/>
                <a:gd name="connsiteX2" fmla="*/ 1060340 w 1168400"/>
                <a:gd name="connsiteY2" fmla="*/ 2355461 h 2360918"/>
                <a:gd name="connsiteX3" fmla="*/ 0 w 1168400"/>
                <a:gd name="connsiteY3" fmla="*/ 1180459 h 2360918"/>
                <a:gd name="connsiteX4" fmla="*/ 1060340 w 1168400"/>
                <a:gd name="connsiteY4" fmla="*/ 5457 h 2360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68400" h="2360918">
                  <a:moveTo>
                    <a:pt x="1168400" y="0"/>
                  </a:moveTo>
                  <a:lnTo>
                    <a:pt x="1168400" y="2360918"/>
                  </a:lnTo>
                  <a:lnTo>
                    <a:pt x="1060340" y="2355461"/>
                  </a:lnTo>
                  <a:cubicBezTo>
                    <a:pt x="464762" y="2294977"/>
                    <a:pt x="0" y="1791994"/>
                    <a:pt x="0" y="1180459"/>
                  </a:cubicBezTo>
                  <a:cubicBezTo>
                    <a:pt x="0" y="568924"/>
                    <a:pt x="464762" y="65941"/>
                    <a:pt x="1060340" y="5457"/>
                  </a:cubicBezTo>
                  <a:close/>
                </a:path>
              </a:pathLst>
            </a:cu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858AC381-BFD1-4A89-AE49-8ADC853A6849}"/>
                </a:ext>
              </a:extLst>
            </p:cNvPr>
            <p:cNvSpPr txBox="1"/>
            <p:nvPr/>
          </p:nvSpPr>
          <p:spPr>
            <a:xfrm rot="16200000">
              <a:off x="8091629" y="3189609"/>
              <a:ext cx="199208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 dirty="0">
                  <a:solidFill>
                    <a:srgbClr val="F0EEF0"/>
                  </a:solidFill>
                  <a:latin typeface="Tw Cen MT" panose="020B0602020104020603" pitchFamily="34" charset="0"/>
                </a:rPr>
                <a:t>services</a:t>
              </a:r>
            </a:p>
          </p:txBody>
        </p:sp>
        <p:pic>
          <p:nvPicPr>
            <p:cNvPr id="75" name="Picture 74">
              <a:extLst>
                <a:ext uri="{FF2B5EF4-FFF2-40B4-BE49-F238E27FC236}">
                  <a16:creationId xmlns:a16="http://schemas.microsoft.com/office/drawing/2014/main" id="{9DF2E944-82FA-495B-8A5C-9BDE2635538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8340472" y="3247473"/>
              <a:ext cx="530600" cy="530600"/>
            </a:xfrm>
            <a:prstGeom prst="rect">
              <a:avLst/>
            </a:prstGeom>
          </p:spPr>
        </p:pic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60E31D48-090A-4A9C-AF5C-4B0C49C47C7D}"/>
              </a:ext>
            </a:extLst>
          </p:cNvPr>
          <p:cNvGrpSpPr/>
          <p:nvPr/>
        </p:nvGrpSpPr>
        <p:grpSpPr>
          <a:xfrm>
            <a:off x="-1800219" y="0"/>
            <a:ext cx="11335017" cy="6858000"/>
            <a:chOff x="-10744545" y="-1"/>
            <a:chExt cx="11335017" cy="6858000"/>
          </a:xfrm>
        </p:grpSpPr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3A79A714-CB74-4EFD-9BC1-A7F2F993842A}"/>
                </a:ext>
              </a:extLst>
            </p:cNvPr>
            <p:cNvSpPr/>
            <p:nvPr/>
          </p:nvSpPr>
          <p:spPr>
            <a:xfrm>
              <a:off x="-10744545" y="-1"/>
              <a:ext cx="11331017" cy="6858000"/>
            </a:xfrm>
            <a:prstGeom prst="rect">
              <a:avLst/>
            </a:prstGeom>
            <a:solidFill>
              <a:srgbClr val="F0EEF0"/>
            </a:solidFill>
            <a:ln>
              <a:noFill/>
            </a:ln>
            <a:effectLst>
              <a:outerShdw blurRad="215900" dist="38100" sx="101000" sy="101000" algn="l" rotWithShape="0">
                <a:schemeClr val="tx1">
                  <a:lumMod val="65000"/>
                  <a:lumOff val="35000"/>
                  <a:alpha val="35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B006C60A-833A-41C2-A553-8132E7B3A7DB}"/>
                </a:ext>
              </a:extLst>
            </p:cNvPr>
            <p:cNvSpPr/>
            <p:nvPr/>
          </p:nvSpPr>
          <p:spPr>
            <a:xfrm>
              <a:off x="-577928" y="2337438"/>
              <a:ext cx="1168400" cy="2360918"/>
            </a:xfrm>
            <a:custGeom>
              <a:avLst/>
              <a:gdLst>
                <a:gd name="connsiteX0" fmla="*/ 1168400 w 1168400"/>
                <a:gd name="connsiteY0" fmla="*/ 0 h 2360918"/>
                <a:gd name="connsiteX1" fmla="*/ 1168400 w 1168400"/>
                <a:gd name="connsiteY1" fmla="*/ 2360918 h 2360918"/>
                <a:gd name="connsiteX2" fmla="*/ 1060340 w 1168400"/>
                <a:gd name="connsiteY2" fmla="*/ 2355461 h 2360918"/>
                <a:gd name="connsiteX3" fmla="*/ 0 w 1168400"/>
                <a:gd name="connsiteY3" fmla="*/ 1180459 h 2360918"/>
                <a:gd name="connsiteX4" fmla="*/ 1060340 w 1168400"/>
                <a:gd name="connsiteY4" fmla="*/ 5457 h 2360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68400" h="2360918">
                  <a:moveTo>
                    <a:pt x="1168400" y="0"/>
                  </a:moveTo>
                  <a:lnTo>
                    <a:pt x="1168400" y="2360918"/>
                  </a:lnTo>
                  <a:lnTo>
                    <a:pt x="1060340" y="2355461"/>
                  </a:lnTo>
                  <a:cubicBezTo>
                    <a:pt x="464762" y="2294977"/>
                    <a:pt x="0" y="1791994"/>
                    <a:pt x="0" y="1180459"/>
                  </a:cubicBezTo>
                  <a:cubicBezTo>
                    <a:pt x="0" y="568924"/>
                    <a:pt x="464762" y="65941"/>
                    <a:pt x="1060340" y="5457"/>
                  </a:cubicBezTo>
                  <a:close/>
                </a:path>
              </a:pathLst>
            </a:custGeom>
            <a:solidFill>
              <a:srgbClr val="00A0A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95AECC6C-A520-4756-9163-08D14835D791}"/>
                </a:ext>
              </a:extLst>
            </p:cNvPr>
            <p:cNvSpPr txBox="1"/>
            <p:nvPr/>
          </p:nvSpPr>
          <p:spPr>
            <a:xfrm rot="16200000">
              <a:off x="-738260" y="3189608"/>
              <a:ext cx="199208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 dirty="0">
                  <a:solidFill>
                    <a:srgbClr val="F0EEF0"/>
                  </a:solidFill>
                  <a:latin typeface="Tw Cen MT" panose="020B0602020104020603" pitchFamily="34" charset="0"/>
                </a:rPr>
                <a:t>follow</a:t>
              </a:r>
            </a:p>
          </p:txBody>
        </p:sp>
        <p:pic>
          <p:nvPicPr>
            <p:cNvPr id="80" name="Picture 79">
              <a:extLst>
                <a:ext uri="{FF2B5EF4-FFF2-40B4-BE49-F238E27FC236}">
                  <a16:creationId xmlns:a16="http://schemas.microsoft.com/office/drawing/2014/main" id="{0F8A56B9-A504-4035-8439-53ED4617B8B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-491912" y="3247473"/>
              <a:ext cx="530600" cy="530600"/>
            </a:xfrm>
            <a:prstGeom prst="rect">
              <a:avLst/>
            </a:prstGeom>
          </p:spPr>
        </p:pic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BE8FADE7-5D32-410A-A514-EBA4D18E520D}"/>
              </a:ext>
            </a:extLst>
          </p:cNvPr>
          <p:cNvGrpSpPr/>
          <p:nvPr/>
        </p:nvGrpSpPr>
        <p:grpSpPr>
          <a:xfrm>
            <a:off x="522514" y="3966907"/>
            <a:ext cx="2336800" cy="1390243"/>
            <a:chOff x="979714" y="4445001"/>
            <a:chExt cx="2336800" cy="1390243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78855102-5892-4791-81C6-1D3099286A62}"/>
                </a:ext>
              </a:extLst>
            </p:cNvPr>
            <p:cNvSpPr txBox="1"/>
            <p:nvPr/>
          </p:nvSpPr>
          <p:spPr>
            <a:xfrm>
              <a:off x="979714" y="4445001"/>
              <a:ext cx="2336800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400" b="1" dirty="0">
                  <a:solidFill>
                    <a:srgbClr val="03A1A4"/>
                  </a:solidFill>
                  <a:latin typeface="Tw Cen MT" panose="020B0602020104020603" pitchFamily="34" charset="0"/>
                </a:rPr>
                <a:t>8M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2001AFB-5833-4302-85EB-700F4F764C00}"/>
                </a:ext>
              </a:extLst>
            </p:cNvPr>
            <p:cNvSpPr txBox="1"/>
            <p:nvPr/>
          </p:nvSpPr>
          <p:spPr>
            <a:xfrm>
              <a:off x="979714" y="5127358"/>
              <a:ext cx="2336800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solidFill>
                    <a:srgbClr val="A6A6A6"/>
                  </a:solidFill>
                  <a:latin typeface="Tw Cen MT" panose="020B0602020104020603" pitchFamily="34" charset="0"/>
                </a:rPr>
                <a:t>Add Some Brief Text Here to Explain</a:t>
              </a: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FD82C6EF-E9DE-4923-8019-398DA581487A}"/>
              </a:ext>
            </a:extLst>
          </p:cNvPr>
          <p:cNvGrpSpPr/>
          <p:nvPr/>
        </p:nvGrpSpPr>
        <p:grpSpPr>
          <a:xfrm>
            <a:off x="3172584" y="3966907"/>
            <a:ext cx="2336800" cy="1390243"/>
            <a:chOff x="3629784" y="4445001"/>
            <a:chExt cx="2336800" cy="1390243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DAC3DF4E-CC11-4211-B94C-CFD06DD21505}"/>
                </a:ext>
              </a:extLst>
            </p:cNvPr>
            <p:cNvSpPr txBox="1"/>
            <p:nvPr/>
          </p:nvSpPr>
          <p:spPr>
            <a:xfrm>
              <a:off x="3629784" y="4445001"/>
              <a:ext cx="2336800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400" b="1" dirty="0">
                  <a:solidFill>
                    <a:srgbClr val="EF3078"/>
                  </a:solidFill>
                  <a:latin typeface="Tw Cen MT" panose="020B0602020104020603" pitchFamily="34" charset="0"/>
                </a:rPr>
                <a:t>6M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547D5A51-0B28-44B2-9458-2EC47846B480}"/>
                </a:ext>
              </a:extLst>
            </p:cNvPr>
            <p:cNvSpPr txBox="1"/>
            <p:nvPr/>
          </p:nvSpPr>
          <p:spPr>
            <a:xfrm>
              <a:off x="3629784" y="5127358"/>
              <a:ext cx="2336800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solidFill>
                    <a:srgbClr val="A6A6A6"/>
                  </a:solidFill>
                  <a:latin typeface="Tw Cen MT" panose="020B0602020104020603" pitchFamily="34" charset="0"/>
                </a:rPr>
                <a:t>Add Some Brief Text Here to Explain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5EEA83BA-280C-4216-B80C-C3082D2456C8}"/>
              </a:ext>
            </a:extLst>
          </p:cNvPr>
          <p:cNvGrpSpPr/>
          <p:nvPr/>
        </p:nvGrpSpPr>
        <p:grpSpPr>
          <a:xfrm>
            <a:off x="5822654" y="3966907"/>
            <a:ext cx="2336800" cy="1390243"/>
            <a:chOff x="6279854" y="4445001"/>
            <a:chExt cx="2336800" cy="1390243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76D3A4AD-1059-4193-95F4-99D7FB3C3390}"/>
                </a:ext>
              </a:extLst>
            </p:cNvPr>
            <p:cNvSpPr txBox="1"/>
            <p:nvPr/>
          </p:nvSpPr>
          <p:spPr>
            <a:xfrm>
              <a:off x="6279854" y="4445001"/>
              <a:ext cx="2336800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400" b="1" dirty="0">
                  <a:solidFill>
                    <a:srgbClr val="92D050"/>
                  </a:solidFill>
                  <a:latin typeface="Tw Cen MT" panose="020B0602020104020603" pitchFamily="34" charset="0"/>
                </a:rPr>
                <a:t>7M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1D2CAFD3-83DC-4745-BD2C-AA8DD0D735B7}"/>
                </a:ext>
              </a:extLst>
            </p:cNvPr>
            <p:cNvSpPr txBox="1"/>
            <p:nvPr/>
          </p:nvSpPr>
          <p:spPr>
            <a:xfrm>
              <a:off x="6279854" y="5127358"/>
              <a:ext cx="2336800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solidFill>
                    <a:srgbClr val="A6A6A6"/>
                  </a:solidFill>
                  <a:latin typeface="Tw Cen MT" panose="020B0602020104020603" pitchFamily="34" charset="0"/>
                </a:rPr>
                <a:t>Add Some Brief Text Here to Explain</a:t>
              </a: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6C36A51F-32BC-47D1-9A81-487036B42B97}"/>
              </a:ext>
            </a:extLst>
          </p:cNvPr>
          <p:cNvGrpSpPr/>
          <p:nvPr/>
        </p:nvGrpSpPr>
        <p:grpSpPr>
          <a:xfrm>
            <a:off x="3439718" y="1875469"/>
            <a:ext cx="1802532" cy="1802532"/>
            <a:chOff x="3753155" y="2209800"/>
            <a:chExt cx="2090058" cy="2090058"/>
          </a:xfrm>
        </p:grpSpPr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4759DD56-9161-4A22-8660-0AAFD5155B24}"/>
                </a:ext>
              </a:extLst>
            </p:cNvPr>
            <p:cNvSpPr/>
            <p:nvPr/>
          </p:nvSpPr>
          <p:spPr>
            <a:xfrm>
              <a:off x="3753155" y="2209800"/>
              <a:ext cx="2090058" cy="2090058"/>
            </a:xfrm>
            <a:prstGeom prst="ellipse">
              <a:avLst/>
            </a:prstGeom>
            <a:solidFill>
              <a:srgbClr val="EF307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44" name="Picture 43">
              <a:extLst>
                <a:ext uri="{FF2B5EF4-FFF2-40B4-BE49-F238E27FC236}">
                  <a16:creationId xmlns:a16="http://schemas.microsoft.com/office/drawing/2014/main" id="{9B542F8B-7358-4AD5-9F27-D4CDC72363C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154418" y="2611063"/>
              <a:ext cx="1287532" cy="1287532"/>
            </a:xfrm>
            <a:prstGeom prst="rect">
              <a:avLst/>
            </a:prstGeom>
          </p:spPr>
        </p:pic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37A792EE-2433-4D86-A7D5-1FB0D3F9E4D8}"/>
              </a:ext>
            </a:extLst>
          </p:cNvPr>
          <p:cNvGrpSpPr/>
          <p:nvPr/>
        </p:nvGrpSpPr>
        <p:grpSpPr>
          <a:xfrm>
            <a:off x="6038027" y="1869840"/>
            <a:ext cx="1813790" cy="1813790"/>
            <a:chOff x="6403225" y="2209800"/>
            <a:chExt cx="2090058" cy="2090058"/>
          </a:xfrm>
        </p:grpSpPr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5A516301-84E4-4DC6-A056-8024955CA570}"/>
                </a:ext>
              </a:extLst>
            </p:cNvPr>
            <p:cNvSpPr/>
            <p:nvPr/>
          </p:nvSpPr>
          <p:spPr>
            <a:xfrm>
              <a:off x="6403225" y="2209800"/>
              <a:ext cx="2090058" cy="2090058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C90A6E8F-8715-4A45-8091-41BC89D6203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13245" y="2611063"/>
              <a:ext cx="1287532" cy="1287532"/>
            </a:xfrm>
            <a:prstGeom prst="rect">
              <a:avLst/>
            </a:prstGeom>
          </p:spPr>
        </p:pic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081CAD7B-D8C7-4ACB-BAAD-C11ECF75DF45}"/>
              </a:ext>
            </a:extLst>
          </p:cNvPr>
          <p:cNvGrpSpPr/>
          <p:nvPr/>
        </p:nvGrpSpPr>
        <p:grpSpPr>
          <a:xfrm>
            <a:off x="840815" y="1875469"/>
            <a:ext cx="1802532" cy="1802532"/>
            <a:chOff x="1103085" y="2209800"/>
            <a:chExt cx="2090058" cy="2090058"/>
          </a:xfrm>
        </p:grpSpPr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F64BCF60-284B-4512-A374-E284A563EFB1}"/>
                </a:ext>
              </a:extLst>
            </p:cNvPr>
            <p:cNvSpPr/>
            <p:nvPr/>
          </p:nvSpPr>
          <p:spPr>
            <a:xfrm>
              <a:off x="1103085" y="2209800"/>
              <a:ext cx="2090058" cy="2090058"/>
            </a:xfrm>
            <a:prstGeom prst="ellipse">
              <a:avLst/>
            </a:prstGeom>
            <a:solidFill>
              <a:srgbClr val="03A1A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65" name="Picture 64">
              <a:extLst>
                <a:ext uri="{FF2B5EF4-FFF2-40B4-BE49-F238E27FC236}">
                  <a16:creationId xmlns:a16="http://schemas.microsoft.com/office/drawing/2014/main" id="{D88307B7-2C0C-4003-9659-402583C1B43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04348" y="2611063"/>
              <a:ext cx="1287532" cy="128753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3272394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00"/>
                            </p:stCondLst>
                            <p:childTnLst>
                              <p:par>
                                <p:cTn id="17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000"/>
                            </p:stCondLst>
                            <p:childTnLst>
                              <p:par>
                                <p:cTn id="2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2500"/>
                            </p:stCondLst>
                            <p:childTnLst>
                              <p:par>
                                <p:cTn id="35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Box 49">
            <a:extLst>
              <a:ext uri="{FF2B5EF4-FFF2-40B4-BE49-F238E27FC236}">
                <a16:creationId xmlns:a16="http://schemas.microsoft.com/office/drawing/2014/main" id="{9EB0FD16-689C-476C-8309-C7173C257513}"/>
              </a:ext>
            </a:extLst>
          </p:cNvPr>
          <p:cNvSpPr txBox="1"/>
          <p:nvPr/>
        </p:nvSpPr>
        <p:spPr>
          <a:xfrm>
            <a:off x="3959189" y="-71206"/>
            <a:ext cx="727891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0" dirty="0" err="1">
                <a:solidFill>
                  <a:srgbClr val="FF5969"/>
                </a:solidFill>
                <a:latin typeface="Tw Cen MT" panose="020B0602020104020603" pitchFamily="34" charset="0"/>
              </a:rPr>
              <a:t>Pendahuluan</a:t>
            </a:r>
            <a:endParaRPr lang="en-US" sz="8000" dirty="0">
              <a:solidFill>
                <a:srgbClr val="FF5969"/>
              </a:solidFill>
              <a:latin typeface="Tw Cen MT" panose="020B0602020104020603" pitchFamily="34" charset="0"/>
            </a:endParaRP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8A16B82-6A3C-46F5-8D32-072FDF89864A}"/>
              </a:ext>
            </a:extLst>
          </p:cNvPr>
          <p:cNvGrpSpPr/>
          <p:nvPr/>
        </p:nvGrpSpPr>
        <p:grpSpPr>
          <a:xfrm>
            <a:off x="-9302800" y="0"/>
            <a:ext cx="12482920" cy="6858000"/>
            <a:chOff x="-290920" y="0"/>
            <a:chExt cx="12482920" cy="6858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2F391CEE-E392-4A9D-BD11-6954B994FB42}"/>
                </a:ext>
              </a:extLst>
            </p:cNvPr>
            <p:cNvSpPr/>
            <p:nvPr/>
          </p:nvSpPr>
          <p:spPr>
            <a:xfrm>
              <a:off x="-290920" y="0"/>
              <a:ext cx="12482920" cy="6858000"/>
            </a:xfrm>
            <a:prstGeom prst="rect">
              <a:avLst/>
            </a:prstGeom>
            <a:solidFill>
              <a:srgbClr val="F0EEF0"/>
            </a:solidFill>
            <a:ln>
              <a:noFill/>
            </a:ln>
            <a:effectLst>
              <a:outerShdw blurRad="215900" dist="38100" sx="101000" sy="101000" algn="l" rotWithShape="0">
                <a:schemeClr val="tx1">
                  <a:lumMod val="65000"/>
                  <a:lumOff val="35000"/>
                  <a:alpha val="35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7AC43ACA-5000-40E2-80D3-19833F9F1A3F}"/>
                </a:ext>
              </a:extLst>
            </p:cNvPr>
            <p:cNvSpPr/>
            <p:nvPr/>
          </p:nvSpPr>
          <p:spPr>
            <a:xfrm>
              <a:off x="11023600" y="2337441"/>
              <a:ext cx="1168400" cy="2360918"/>
            </a:xfrm>
            <a:custGeom>
              <a:avLst/>
              <a:gdLst>
                <a:gd name="connsiteX0" fmla="*/ 1168400 w 1168400"/>
                <a:gd name="connsiteY0" fmla="*/ 0 h 2360918"/>
                <a:gd name="connsiteX1" fmla="*/ 1168400 w 1168400"/>
                <a:gd name="connsiteY1" fmla="*/ 2360918 h 2360918"/>
                <a:gd name="connsiteX2" fmla="*/ 1060340 w 1168400"/>
                <a:gd name="connsiteY2" fmla="*/ 2355461 h 2360918"/>
                <a:gd name="connsiteX3" fmla="*/ 0 w 1168400"/>
                <a:gd name="connsiteY3" fmla="*/ 1180459 h 2360918"/>
                <a:gd name="connsiteX4" fmla="*/ 1060340 w 1168400"/>
                <a:gd name="connsiteY4" fmla="*/ 5457 h 2360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68400" h="2360918">
                  <a:moveTo>
                    <a:pt x="1168400" y="0"/>
                  </a:moveTo>
                  <a:lnTo>
                    <a:pt x="1168400" y="2360918"/>
                  </a:lnTo>
                  <a:lnTo>
                    <a:pt x="1060340" y="2355461"/>
                  </a:lnTo>
                  <a:cubicBezTo>
                    <a:pt x="464762" y="2294977"/>
                    <a:pt x="0" y="1791994"/>
                    <a:pt x="0" y="1180459"/>
                  </a:cubicBezTo>
                  <a:cubicBezTo>
                    <a:pt x="0" y="568924"/>
                    <a:pt x="464762" y="65941"/>
                    <a:pt x="1060340" y="5457"/>
                  </a:cubicBezTo>
                  <a:close/>
                </a:path>
              </a:pathLst>
            </a:custGeom>
            <a:solidFill>
              <a:srgbClr val="FF596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E022673-C77C-4E8F-AF41-8B283703E87E}"/>
                </a:ext>
              </a:extLst>
            </p:cNvPr>
            <p:cNvSpPr txBox="1"/>
            <p:nvPr/>
          </p:nvSpPr>
          <p:spPr>
            <a:xfrm rot="16200000">
              <a:off x="10872792" y="3194734"/>
              <a:ext cx="199208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 dirty="0">
                  <a:solidFill>
                    <a:srgbClr val="F0EEF0"/>
                  </a:solidFill>
                  <a:latin typeface="Tw Cen MT" panose="020B0602020104020603" pitchFamily="34" charset="0"/>
                </a:rPr>
                <a:t>about</a:t>
              </a:r>
            </a:p>
          </p:txBody>
        </p:sp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E8AD023B-AE8D-405F-90E6-27B0D470799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11129999" y="3247473"/>
              <a:ext cx="530600" cy="530600"/>
            </a:xfrm>
            <a:prstGeom prst="rect">
              <a:avLst/>
            </a:prstGeom>
          </p:spPr>
        </p:pic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9A27401-3327-4871-86AC-B461CA62C3AC}"/>
              </a:ext>
            </a:extLst>
          </p:cNvPr>
          <p:cNvGrpSpPr/>
          <p:nvPr/>
        </p:nvGrpSpPr>
        <p:grpSpPr>
          <a:xfrm>
            <a:off x="-8798784" y="0"/>
            <a:ext cx="11447503" cy="6858000"/>
            <a:chOff x="213096" y="0"/>
            <a:chExt cx="11447503" cy="6858000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706C029B-A799-4206-A656-A006D8F83990}"/>
                </a:ext>
              </a:extLst>
            </p:cNvPr>
            <p:cNvSpPr/>
            <p:nvPr/>
          </p:nvSpPr>
          <p:spPr>
            <a:xfrm>
              <a:off x="213096" y="0"/>
              <a:ext cx="11447501" cy="6858000"/>
            </a:xfrm>
            <a:prstGeom prst="rect">
              <a:avLst/>
            </a:prstGeom>
            <a:solidFill>
              <a:srgbClr val="F0EEF0"/>
            </a:solidFill>
            <a:ln>
              <a:noFill/>
            </a:ln>
            <a:effectLst>
              <a:outerShdw blurRad="215900" dist="38100" sx="101000" sy="101000" algn="l" rotWithShape="0">
                <a:schemeClr val="tx1">
                  <a:lumMod val="65000"/>
                  <a:lumOff val="35000"/>
                  <a:alpha val="35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63328131-EC42-4D6D-A247-91FD3D23E58C}"/>
                </a:ext>
              </a:extLst>
            </p:cNvPr>
            <p:cNvSpPr/>
            <p:nvPr/>
          </p:nvSpPr>
          <p:spPr>
            <a:xfrm>
              <a:off x="10492197" y="2337441"/>
              <a:ext cx="1168400" cy="2360918"/>
            </a:xfrm>
            <a:custGeom>
              <a:avLst/>
              <a:gdLst>
                <a:gd name="connsiteX0" fmla="*/ 1168400 w 1168400"/>
                <a:gd name="connsiteY0" fmla="*/ 0 h 2360918"/>
                <a:gd name="connsiteX1" fmla="*/ 1168400 w 1168400"/>
                <a:gd name="connsiteY1" fmla="*/ 2360918 h 2360918"/>
                <a:gd name="connsiteX2" fmla="*/ 1060340 w 1168400"/>
                <a:gd name="connsiteY2" fmla="*/ 2355461 h 2360918"/>
                <a:gd name="connsiteX3" fmla="*/ 0 w 1168400"/>
                <a:gd name="connsiteY3" fmla="*/ 1180459 h 2360918"/>
                <a:gd name="connsiteX4" fmla="*/ 1060340 w 1168400"/>
                <a:gd name="connsiteY4" fmla="*/ 5457 h 2360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68400" h="2360918">
                  <a:moveTo>
                    <a:pt x="1168400" y="0"/>
                  </a:moveTo>
                  <a:lnTo>
                    <a:pt x="1168400" y="2360918"/>
                  </a:lnTo>
                  <a:lnTo>
                    <a:pt x="1060340" y="2355461"/>
                  </a:lnTo>
                  <a:cubicBezTo>
                    <a:pt x="464762" y="2294977"/>
                    <a:pt x="0" y="1791994"/>
                    <a:pt x="0" y="1180459"/>
                  </a:cubicBezTo>
                  <a:cubicBezTo>
                    <a:pt x="0" y="568924"/>
                    <a:pt x="464762" y="65941"/>
                    <a:pt x="1060340" y="5457"/>
                  </a:cubicBezTo>
                  <a:close/>
                </a:path>
              </a:pathLst>
            </a:custGeom>
            <a:solidFill>
              <a:srgbClr val="52CD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A728384-87ED-4E87-8F78-97EB653FDC67}"/>
                </a:ext>
              </a:extLst>
            </p:cNvPr>
            <p:cNvSpPr txBox="1"/>
            <p:nvPr/>
          </p:nvSpPr>
          <p:spPr>
            <a:xfrm rot="16200000">
              <a:off x="10341391" y="3105834"/>
              <a:ext cx="199208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 dirty="0">
                  <a:solidFill>
                    <a:srgbClr val="F0EEF0"/>
                  </a:solidFill>
                  <a:latin typeface="Tw Cen MT" panose="020B0602020104020603" pitchFamily="34" charset="0"/>
                </a:rPr>
                <a:t>history</a:t>
              </a:r>
            </a:p>
          </p:txBody>
        </p:sp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2B44F548-697F-412D-9B99-861C2724638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10600933" y="3247473"/>
              <a:ext cx="530600" cy="530600"/>
            </a:xfrm>
            <a:prstGeom prst="rect">
              <a:avLst/>
            </a:prstGeom>
          </p:spPr>
        </p:pic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C0099890-786A-4F87-960D-5DADE5168909}"/>
              </a:ext>
            </a:extLst>
          </p:cNvPr>
          <p:cNvGrpSpPr/>
          <p:nvPr/>
        </p:nvGrpSpPr>
        <p:grpSpPr>
          <a:xfrm>
            <a:off x="-7847639" y="0"/>
            <a:ext cx="9961092" cy="6858000"/>
            <a:chOff x="491575" y="0"/>
            <a:chExt cx="9961092" cy="6858000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CE9AAB1E-3A13-4745-A574-9EE6806378C9}"/>
                </a:ext>
              </a:extLst>
            </p:cNvPr>
            <p:cNvSpPr/>
            <p:nvPr/>
          </p:nvSpPr>
          <p:spPr>
            <a:xfrm>
              <a:off x="491575" y="0"/>
              <a:ext cx="9961092" cy="6858000"/>
            </a:xfrm>
            <a:prstGeom prst="rect">
              <a:avLst/>
            </a:prstGeom>
            <a:solidFill>
              <a:srgbClr val="F0EEF0"/>
            </a:solidFill>
            <a:ln>
              <a:noFill/>
            </a:ln>
            <a:effectLst>
              <a:outerShdw blurRad="215900" dist="38100" sx="101000" sy="101000" algn="l" rotWithShape="0">
                <a:schemeClr val="tx1">
                  <a:lumMod val="65000"/>
                  <a:lumOff val="35000"/>
                  <a:alpha val="35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1BC0F905-3F71-4932-B130-39D508C4D117}"/>
                </a:ext>
              </a:extLst>
            </p:cNvPr>
            <p:cNvSpPr/>
            <p:nvPr/>
          </p:nvSpPr>
          <p:spPr>
            <a:xfrm>
              <a:off x="9284267" y="2337440"/>
              <a:ext cx="1168400" cy="2360918"/>
            </a:xfrm>
            <a:custGeom>
              <a:avLst/>
              <a:gdLst>
                <a:gd name="connsiteX0" fmla="*/ 1168400 w 1168400"/>
                <a:gd name="connsiteY0" fmla="*/ 0 h 2360918"/>
                <a:gd name="connsiteX1" fmla="*/ 1168400 w 1168400"/>
                <a:gd name="connsiteY1" fmla="*/ 2360918 h 2360918"/>
                <a:gd name="connsiteX2" fmla="*/ 1060340 w 1168400"/>
                <a:gd name="connsiteY2" fmla="*/ 2355461 h 2360918"/>
                <a:gd name="connsiteX3" fmla="*/ 0 w 1168400"/>
                <a:gd name="connsiteY3" fmla="*/ 1180459 h 2360918"/>
                <a:gd name="connsiteX4" fmla="*/ 1060340 w 1168400"/>
                <a:gd name="connsiteY4" fmla="*/ 5457 h 2360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68400" h="2360918">
                  <a:moveTo>
                    <a:pt x="1168400" y="0"/>
                  </a:moveTo>
                  <a:lnTo>
                    <a:pt x="1168400" y="2360918"/>
                  </a:lnTo>
                  <a:lnTo>
                    <a:pt x="1060340" y="2355461"/>
                  </a:lnTo>
                  <a:cubicBezTo>
                    <a:pt x="464762" y="2294977"/>
                    <a:pt x="0" y="1791994"/>
                    <a:pt x="0" y="1180459"/>
                  </a:cubicBezTo>
                  <a:cubicBezTo>
                    <a:pt x="0" y="568924"/>
                    <a:pt x="464762" y="65941"/>
                    <a:pt x="1060340" y="5457"/>
                  </a:cubicBezTo>
                  <a:close/>
                </a:path>
              </a:pathLst>
            </a:custGeom>
            <a:solidFill>
              <a:srgbClr val="FFC73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3EC5869-A976-4328-A864-2BB04E7E7BFC}"/>
                </a:ext>
              </a:extLst>
            </p:cNvPr>
            <p:cNvSpPr txBox="1"/>
            <p:nvPr/>
          </p:nvSpPr>
          <p:spPr>
            <a:xfrm rot="16200000">
              <a:off x="9117129" y="3189611"/>
              <a:ext cx="199208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 dirty="0">
                  <a:solidFill>
                    <a:srgbClr val="F0EEF0"/>
                  </a:solidFill>
                  <a:latin typeface="Tw Cen MT" panose="020B0602020104020603" pitchFamily="34" charset="0"/>
                </a:rPr>
                <a:t>timeline</a:t>
              </a:r>
            </a:p>
          </p:txBody>
        </p:sp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7C8E4AB7-ADC0-4FEE-AE7A-994F5DAD3FE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9385467" y="3247473"/>
              <a:ext cx="530600" cy="530600"/>
            </a:xfrm>
            <a:prstGeom prst="rect">
              <a:avLst/>
            </a:prstGeom>
          </p:spPr>
        </p:pic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0E4F6447-6163-4D6A-A8D2-BD63B6CB3A42}"/>
              </a:ext>
            </a:extLst>
          </p:cNvPr>
          <p:cNvGrpSpPr/>
          <p:nvPr/>
        </p:nvGrpSpPr>
        <p:grpSpPr>
          <a:xfrm>
            <a:off x="-7985197" y="0"/>
            <a:ext cx="9574094" cy="6858000"/>
            <a:chOff x="491575" y="0"/>
            <a:chExt cx="9574094" cy="6858000"/>
          </a:xfrm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5CB8CB55-9DEC-4367-900E-7257FE1B874F}"/>
                </a:ext>
              </a:extLst>
            </p:cNvPr>
            <p:cNvSpPr/>
            <p:nvPr/>
          </p:nvSpPr>
          <p:spPr>
            <a:xfrm>
              <a:off x="491575" y="0"/>
              <a:ext cx="9574094" cy="6858000"/>
            </a:xfrm>
            <a:prstGeom prst="rect">
              <a:avLst/>
            </a:prstGeom>
            <a:solidFill>
              <a:srgbClr val="F0EEF0"/>
            </a:solidFill>
            <a:ln>
              <a:noFill/>
            </a:ln>
            <a:effectLst>
              <a:outerShdw blurRad="215900" dist="38100" sx="101000" sy="101000" algn="l" rotWithShape="0">
                <a:schemeClr val="tx1">
                  <a:lumMod val="65000"/>
                  <a:lumOff val="35000"/>
                  <a:alpha val="35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9DBAEDD6-7153-4AFF-BDC7-5A225B4B5642}"/>
                </a:ext>
              </a:extLst>
            </p:cNvPr>
            <p:cNvSpPr/>
            <p:nvPr/>
          </p:nvSpPr>
          <p:spPr>
            <a:xfrm>
              <a:off x="8897260" y="2337440"/>
              <a:ext cx="1168400" cy="2360918"/>
            </a:xfrm>
            <a:custGeom>
              <a:avLst/>
              <a:gdLst>
                <a:gd name="connsiteX0" fmla="*/ 1168400 w 1168400"/>
                <a:gd name="connsiteY0" fmla="*/ 0 h 2360918"/>
                <a:gd name="connsiteX1" fmla="*/ 1168400 w 1168400"/>
                <a:gd name="connsiteY1" fmla="*/ 2360918 h 2360918"/>
                <a:gd name="connsiteX2" fmla="*/ 1060340 w 1168400"/>
                <a:gd name="connsiteY2" fmla="*/ 2355461 h 2360918"/>
                <a:gd name="connsiteX3" fmla="*/ 0 w 1168400"/>
                <a:gd name="connsiteY3" fmla="*/ 1180459 h 2360918"/>
                <a:gd name="connsiteX4" fmla="*/ 1060340 w 1168400"/>
                <a:gd name="connsiteY4" fmla="*/ 5457 h 2360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68400" h="2360918">
                  <a:moveTo>
                    <a:pt x="1168400" y="0"/>
                  </a:moveTo>
                  <a:lnTo>
                    <a:pt x="1168400" y="2360918"/>
                  </a:lnTo>
                  <a:lnTo>
                    <a:pt x="1060340" y="2355461"/>
                  </a:lnTo>
                  <a:cubicBezTo>
                    <a:pt x="464762" y="2294977"/>
                    <a:pt x="0" y="1791994"/>
                    <a:pt x="0" y="1180459"/>
                  </a:cubicBezTo>
                  <a:cubicBezTo>
                    <a:pt x="0" y="568924"/>
                    <a:pt x="464762" y="65941"/>
                    <a:pt x="1060340" y="5457"/>
                  </a:cubicBezTo>
                  <a:close/>
                </a:path>
              </a:pathLst>
            </a:custGeom>
            <a:solidFill>
              <a:srgbClr val="5D737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12F9D37B-DE70-4087-8A7F-BBA0BAF5B6CF}"/>
                </a:ext>
              </a:extLst>
            </p:cNvPr>
            <p:cNvSpPr txBox="1"/>
            <p:nvPr/>
          </p:nvSpPr>
          <p:spPr>
            <a:xfrm rot="16200000">
              <a:off x="8746453" y="3189610"/>
              <a:ext cx="199208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 dirty="0">
                  <a:solidFill>
                    <a:srgbClr val="F0EEF0"/>
                  </a:solidFill>
                  <a:latin typeface="Tw Cen MT" panose="020B0602020104020603" pitchFamily="34" charset="0"/>
                </a:rPr>
                <a:t>teams</a:t>
              </a:r>
            </a:p>
          </p:txBody>
        </p:sp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6FA13E8D-3FCC-4EC2-BD8C-6CE7CA0ECDF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8992269" y="3247473"/>
              <a:ext cx="530600" cy="530600"/>
            </a:xfrm>
            <a:prstGeom prst="rect">
              <a:avLst/>
            </a:prstGeom>
          </p:spPr>
        </p:pic>
      </p:grpSp>
      <p:sp>
        <p:nvSpPr>
          <p:cNvPr id="39" name="Rectangle 38">
            <a:extLst>
              <a:ext uri="{FF2B5EF4-FFF2-40B4-BE49-F238E27FC236}">
                <a16:creationId xmlns:a16="http://schemas.microsoft.com/office/drawing/2014/main" id="{71382190-201C-4BAE-91F3-296A26671C96}"/>
              </a:ext>
            </a:extLst>
          </p:cNvPr>
          <p:cNvSpPr/>
          <p:nvPr/>
        </p:nvSpPr>
        <p:spPr>
          <a:xfrm>
            <a:off x="-7962177" y="-1"/>
            <a:ext cx="5781368" cy="6858000"/>
          </a:xfrm>
          <a:prstGeom prst="rect">
            <a:avLst/>
          </a:prstGeom>
          <a:solidFill>
            <a:srgbClr val="F0EEF0"/>
          </a:solidFill>
          <a:ln>
            <a:noFill/>
          </a:ln>
          <a:effectLst>
            <a:outerShdw blurRad="215900" dist="38100" sx="101000" sy="101000" algn="l" rotWithShape="0">
              <a:schemeClr val="tx1">
                <a:lumMod val="65000"/>
                <a:lumOff val="35000"/>
                <a:alpha val="3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3FD3EE0D-FD02-4885-9AC0-03F414A9888F}"/>
              </a:ext>
            </a:extLst>
          </p:cNvPr>
          <p:cNvGrpSpPr/>
          <p:nvPr/>
        </p:nvGrpSpPr>
        <p:grpSpPr>
          <a:xfrm>
            <a:off x="-7638543" y="-1"/>
            <a:ext cx="8692332" cy="6858000"/>
            <a:chOff x="718505" y="-1"/>
            <a:chExt cx="8692332" cy="6858000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60A9D552-2EF0-4DB4-9DC6-F52F2FD55E3C}"/>
                </a:ext>
              </a:extLst>
            </p:cNvPr>
            <p:cNvSpPr/>
            <p:nvPr/>
          </p:nvSpPr>
          <p:spPr>
            <a:xfrm>
              <a:off x="718505" y="-1"/>
              <a:ext cx="8692331" cy="6858000"/>
            </a:xfrm>
            <a:prstGeom prst="rect">
              <a:avLst/>
            </a:prstGeom>
            <a:solidFill>
              <a:srgbClr val="F0EEF0"/>
            </a:solidFill>
            <a:ln>
              <a:noFill/>
            </a:ln>
            <a:effectLst>
              <a:outerShdw blurRad="215900" dist="38100" sx="101000" sy="101000" algn="l" rotWithShape="0">
                <a:schemeClr val="tx1">
                  <a:lumMod val="65000"/>
                  <a:lumOff val="35000"/>
                  <a:alpha val="35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DA27D1F1-923F-4591-A07A-39E775B734F9}"/>
                </a:ext>
              </a:extLst>
            </p:cNvPr>
            <p:cNvSpPr/>
            <p:nvPr/>
          </p:nvSpPr>
          <p:spPr>
            <a:xfrm>
              <a:off x="8242436" y="2337439"/>
              <a:ext cx="1168400" cy="2360918"/>
            </a:xfrm>
            <a:custGeom>
              <a:avLst/>
              <a:gdLst>
                <a:gd name="connsiteX0" fmla="*/ 1168400 w 1168400"/>
                <a:gd name="connsiteY0" fmla="*/ 0 h 2360918"/>
                <a:gd name="connsiteX1" fmla="*/ 1168400 w 1168400"/>
                <a:gd name="connsiteY1" fmla="*/ 2360918 h 2360918"/>
                <a:gd name="connsiteX2" fmla="*/ 1060340 w 1168400"/>
                <a:gd name="connsiteY2" fmla="*/ 2355461 h 2360918"/>
                <a:gd name="connsiteX3" fmla="*/ 0 w 1168400"/>
                <a:gd name="connsiteY3" fmla="*/ 1180459 h 2360918"/>
                <a:gd name="connsiteX4" fmla="*/ 1060340 w 1168400"/>
                <a:gd name="connsiteY4" fmla="*/ 5457 h 2360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68400" h="2360918">
                  <a:moveTo>
                    <a:pt x="1168400" y="0"/>
                  </a:moveTo>
                  <a:lnTo>
                    <a:pt x="1168400" y="2360918"/>
                  </a:lnTo>
                  <a:lnTo>
                    <a:pt x="1060340" y="2355461"/>
                  </a:lnTo>
                  <a:cubicBezTo>
                    <a:pt x="464762" y="2294977"/>
                    <a:pt x="0" y="1791994"/>
                    <a:pt x="0" y="1180459"/>
                  </a:cubicBezTo>
                  <a:cubicBezTo>
                    <a:pt x="0" y="568924"/>
                    <a:pt x="464762" y="65941"/>
                    <a:pt x="1060340" y="5457"/>
                  </a:cubicBezTo>
                  <a:close/>
                </a:path>
              </a:pathLst>
            </a:cu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0E895421-2372-4C7F-93D2-3B0353A6E7BD}"/>
                </a:ext>
              </a:extLst>
            </p:cNvPr>
            <p:cNvSpPr txBox="1"/>
            <p:nvPr/>
          </p:nvSpPr>
          <p:spPr>
            <a:xfrm rot="16200000">
              <a:off x="8091629" y="3189609"/>
              <a:ext cx="199208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 dirty="0">
                  <a:solidFill>
                    <a:srgbClr val="F0EEF0"/>
                  </a:solidFill>
                  <a:latin typeface="Tw Cen MT" panose="020B0602020104020603" pitchFamily="34" charset="0"/>
                </a:rPr>
                <a:t>services</a:t>
              </a:r>
            </a:p>
          </p:txBody>
        </p:sp>
        <p:pic>
          <p:nvPicPr>
            <p:cNvPr id="44" name="Picture 43">
              <a:extLst>
                <a:ext uri="{FF2B5EF4-FFF2-40B4-BE49-F238E27FC236}">
                  <a16:creationId xmlns:a16="http://schemas.microsoft.com/office/drawing/2014/main" id="{1A9D6167-F7B8-4BFF-8BC5-2D13EF0CFF8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8340472" y="3247473"/>
              <a:ext cx="530600" cy="530600"/>
            </a:xfrm>
            <a:prstGeom prst="rect">
              <a:avLst/>
            </a:prstGeom>
          </p:spPr>
        </p:pic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76789F00-2688-429D-926C-15F83152FDBE}"/>
              </a:ext>
            </a:extLst>
          </p:cNvPr>
          <p:cNvGrpSpPr/>
          <p:nvPr/>
        </p:nvGrpSpPr>
        <p:grpSpPr>
          <a:xfrm>
            <a:off x="-9395082" y="-1"/>
            <a:ext cx="9927504" cy="6858000"/>
            <a:chOff x="-9337032" y="-1"/>
            <a:chExt cx="9927504" cy="6858000"/>
          </a:xfrm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FF862AB6-114D-4C6A-B849-5A11B3650265}"/>
                </a:ext>
              </a:extLst>
            </p:cNvPr>
            <p:cNvSpPr/>
            <p:nvPr/>
          </p:nvSpPr>
          <p:spPr>
            <a:xfrm>
              <a:off x="-9337032" y="-1"/>
              <a:ext cx="9923504" cy="6858000"/>
            </a:xfrm>
            <a:prstGeom prst="rect">
              <a:avLst/>
            </a:prstGeom>
            <a:solidFill>
              <a:srgbClr val="F0EEF0"/>
            </a:solidFill>
            <a:ln>
              <a:noFill/>
            </a:ln>
            <a:effectLst>
              <a:outerShdw blurRad="215900" dist="38100" sx="101000" sy="101000" algn="l" rotWithShape="0">
                <a:schemeClr val="tx1">
                  <a:lumMod val="65000"/>
                  <a:lumOff val="35000"/>
                  <a:alpha val="35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30105858-8A3E-4676-96A7-18C1A74E36F4}"/>
                </a:ext>
              </a:extLst>
            </p:cNvPr>
            <p:cNvSpPr/>
            <p:nvPr/>
          </p:nvSpPr>
          <p:spPr>
            <a:xfrm>
              <a:off x="-577928" y="2337438"/>
              <a:ext cx="1168400" cy="2360918"/>
            </a:xfrm>
            <a:custGeom>
              <a:avLst/>
              <a:gdLst>
                <a:gd name="connsiteX0" fmla="*/ 1168400 w 1168400"/>
                <a:gd name="connsiteY0" fmla="*/ 0 h 2360918"/>
                <a:gd name="connsiteX1" fmla="*/ 1168400 w 1168400"/>
                <a:gd name="connsiteY1" fmla="*/ 2360918 h 2360918"/>
                <a:gd name="connsiteX2" fmla="*/ 1060340 w 1168400"/>
                <a:gd name="connsiteY2" fmla="*/ 2355461 h 2360918"/>
                <a:gd name="connsiteX3" fmla="*/ 0 w 1168400"/>
                <a:gd name="connsiteY3" fmla="*/ 1180459 h 2360918"/>
                <a:gd name="connsiteX4" fmla="*/ 1060340 w 1168400"/>
                <a:gd name="connsiteY4" fmla="*/ 5457 h 2360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68400" h="2360918">
                  <a:moveTo>
                    <a:pt x="1168400" y="0"/>
                  </a:moveTo>
                  <a:lnTo>
                    <a:pt x="1168400" y="2360918"/>
                  </a:lnTo>
                  <a:lnTo>
                    <a:pt x="1060340" y="2355461"/>
                  </a:lnTo>
                  <a:cubicBezTo>
                    <a:pt x="464762" y="2294977"/>
                    <a:pt x="0" y="1791994"/>
                    <a:pt x="0" y="1180459"/>
                  </a:cubicBezTo>
                  <a:cubicBezTo>
                    <a:pt x="0" y="568924"/>
                    <a:pt x="464762" y="65941"/>
                    <a:pt x="1060340" y="5457"/>
                  </a:cubicBezTo>
                  <a:close/>
                </a:path>
              </a:pathLst>
            </a:custGeom>
            <a:solidFill>
              <a:srgbClr val="00A0A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8A634BD7-1512-45B6-AFE4-1EEA636625CB}"/>
                </a:ext>
              </a:extLst>
            </p:cNvPr>
            <p:cNvSpPr txBox="1"/>
            <p:nvPr/>
          </p:nvSpPr>
          <p:spPr>
            <a:xfrm rot="16200000">
              <a:off x="-738260" y="3189608"/>
              <a:ext cx="199208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 dirty="0">
                  <a:solidFill>
                    <a:srgbClr val="F0EEF0"/>
                  </a:solidFill>
                  <a:latin typeface="Tw Cen MT" panose="020B0602020104020603" pitchFamily="34" charset="0"/>
                </a:rPr>
                <a:t>follow</a:t>
              </a:r>
            </a:p>
          </p:txBody>
        </p:sp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F08704A4-CABE-4989-8BF7-C10A6BB40ED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-491912" y="3247473"/>
              <a:ext cx="530600" cy="5306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9134804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Group 49">
            <a:extLst>
              <a:ext uri="{FF2B5EF4-FFF2-40B4-BE49-F238E27FC236}">
                <a16:creationId xmlns:a16="http://schemas.microsoft.com/office/drawing/2014/main" id="{066ACF4C-6F8C-46FC-8362-2E05C90EEAFA}"/>
              </a:ext>
            </a:extLst>
          </p:cNvPr>
          <p:cNvGrpSpPr/>
          <p:nvPr/>
        </p:nvGrpSpPr>
        <p:grpSpPr>
          <a:xfrm>
            <a:off x="-290920" y="0"/>
            <a:ext cx="12482920" cy="6858000"/>
            <a:chOff x="-290920" y="0"/>
            <a:chExt cx="12482920" cy="6858000"/>
          </a:xfrm>
        </p:grpSpPr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4F373113-18F1-4443-9A8E-5EF06C1D2FEA}"/>
                </a:ext>
              </a:extLst>
            </p:cNvPr>
            <p:cNvSpPr/>
            <p:nvPr/>
          </p:nvSpPr>
          <p:spPr>
            <a:xfrm>
              <a:off x="-290920" y="0"/>
              <a:ext cx="12482920" cy="6858000"/>
            </a:xfrm>
            <a:prstGeom prst="rect">
              <a:avLst/>
            </a:prstGeom>
            <a:solidFill>
              <a:srgbClr val="F0EEF0"/>
            </a:solidFill>
            <a:ln>
              <a:noFill/>
            </a:ln>
            <a:effectLst>
              <a:outerShdw blurRad="215900" dist="38100" sx="101000" sy="101000" algn="l" rotWithShape="0">
                <a:schemeClr val="tx1">
                  <a:lumMod val="65000"/>
                  <a:lumOff val="35000"/>
                  <a:alpha val="35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8F99D053-FB83-41F1-B2CB-C10918BC99BC}"/>
                </a:ext>
              </a:extLst>
            </p:cNvPr>
            <p:cNvSpPr/>
            <p:nvPr/>
          </p:nvSpPr>
          <p:spPr>
            <a:xfrm>
              <a:off x="11023600" y="2337441"/>
              <a:ext cx="1168400" cy="2360918"/>
            </a:xfrm>
            <a:custGeom>
              <a:avLst/>
              <a:gdLst>
                <a:gd name="connsiteX0" fmla="*/ 1168400 w 1168400"/>
                <a:gd name="connsiteY0" fmla="*/ 0 h 2360918"/>
                <a:gd name="connsiteX1" fmla="*/ 1168400 w 1168400"/>
                <a:gd name="connsiteY1" fmla="*/ 2360918 h 2360918"/>
                <a:gd name="connsiteX2" fmla="*/ 1060340 w 1168400"/>
                <a:gd name="connsiteY2" fmla="*/ 2355461 h 2360918"/>
                <a:gd name="connsiteX3" fmla="*/ 0 w 1168400"/>
                <a:gd name="connsiteY3" fmla="*/ 1180459 h 2360918"/>
                <a:gd name="connsiteX4" fmla="*/ 1060340 w 1168400"/>
                <a:gd name="connsiteY4" fmla="*/ 5457 h 2360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68400" h="2360918">
                  <a:moveTo>
                    <a:pt x="1168400" y="0"/>
                  </a:moveTo>
                  <a:lnTo>
                    <a:pt x="1168400" y="2360918"/>
                  </a:lnTo>
                  <a:lnTo>
                    <a:pt x="1060340" y="2355461"/>
                  </a:lnTo>
                  <a:cubicBezTo>
                    <a:pt x="464762" y="2294977"/>
                    <a:pt x="0" y="1791994"/>
                    <a:pt x="0" y="1180459"/>
                  </a:cubicBezTo>
                  <a:cubicBezTo>
                    <a:pt x="0" y="568924"/>
                    <a:pt x="464762" y="65941"/>
                    <a:pt x="1060340" y="5457"/>
                  </a:cubicBezTo>
                  <a:close/>
                </a:path>
              </a:pathLst>
            </a:custGeom>
            <a:solidFill>
              <a:srgbClr val="FF596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7F4373C1-3934-47C3-8F36-E2FB2615CA87}"/>
                </a:ext>
              </a:extLst>
            </p:cNvPr>
            <p:cNvSpPr txBox="1"/>
            <p:nvPr/>
          </p:nvSpPr>
          <p:spPr>
            <a:xfrm rot="16200000">
              <a:off x="10872792" y="3194734"/>
              <a:ext cx="199208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 dirty="0" err="1">
                  <a:solidFill>
                    <a:srgbClr val="F0EEF0"/>
                  </a:solidFill>
                  <a:latin typeface="Tw Cen MT" panose="020B0602020104020603" pitchFamily="34" charset="0"/>
                </a:rPr>
                <a:t>Judul</a:t>
              </a:r>
              <a:endParaRPr lang="en-US" sz="3600" b="1" dirty="0">
                <a:solidFill>
                  <a:srgbClr val="F0EEF0"/>
                </a:solidFill>
                <a:latin typeface="Tw Cen MT" panose="020B0602020104020603" pitchFamily="34" charset="0"/>
              </a:endParaRPr>
            </a:p>
          </p:txBody>
        </p:sp>
        <p:pic>
          <p:nvPicPr>
            <p:cNvPr id="54" name="Picture 53">
              <a:extLst>
                <a:ext uri="{FF2B5EF4-FFF2-40B4-BE49-F238E27FC236}">
                  <a16:creationId xmlns:a16="http://schemas.microsoft.com/office/drawing/2014/main" id="{5A5E18E8-5A3E-4F1D-8254-6193AA55C07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11129999" y="3247473"/>
              <a:ext cx="530600" cy="530600"/>
            </a:xfrm>
            <a:prstGeom prst="rect">
              <a:avLst/>
            </a:prstGeom>
          </p:spPr>
        </p:pic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150C247F-7990-4945-869D-5E2A900F477F}"/>
              </a:ext>
            </a:extLst>
          </p:cNvPr>
          <p:cNvGrpSpPr/>
          <p:nvPr/>
        </p:nvGrpSpPr>
        <p:grpSpPr>
          <a:xfrm>
            <a:off x="-8798784" y="0"/>
            <a:ext cx="11447503" cy="6858000"/>
            <a:chOff x="213096" y="0"/>
            <a:chExt cx="11447503" cy="6858000"/>
          </a:xfrm>
        </p:grpSpPr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6D2C93AC-EBE3-4E67-A867-76D5D6BEDB10}"/>
                </a:ext>
              </a:extLst>
            </p:cNvPr>
            <p:cNvSpPr/>
            <p:nvPr/>
          </p:nvSpPr>
          <p:spPr>
            <a:xfrm>
              <a:off x="213096" y="0"/>
              <a:ext cx="11447501" cy="6858000"/>
            </a:xfrm>
            <a:prstGeom prst="rect">
              <a:avLst/>
            </a:prstGeom>
            <a:solidFill>
              <a:srgbClr val="F0EEF0"/>
            </a:solidFill>
            <a:ln>
              <a:noFill/>
            </a:ln>
            <a:effectLst>
              <a:outerShdw blurRad="215900" dist="38100" sx="101000" sy="101000" algn="l" rotWithShape="0">
                <a:schemeClr val="tx1">
                  <a:lumMod val="65000"/>
                  <a:lumOff val="35000"/>
                  <a:alpha val="35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35DBD2B9-E73C-4AE9-91C9-698379867E98}"/>
                </a:ext>
              </a:extLst>
            </p:cNvPr>
            <p:cNvSpPr/>
            <p:nvPr/>
          </p:nvSpPr>
          <p:spPr>
            <a:xfrm>
              <a:off x="10492197" y="2337441"/>
              <a:ext cx="1168400" cy="2360918"/>
            </a:xfrm>
            <a:custGeom>
              <a:avLst/>
              <a:gdLst>
                <a:gd name="connsiteX0" fmla="*/ 1168400 w 1168400"/>
                <a:gd name="connsiteY0" fmla="*/ 0 h 2360918"/>
                <a:gd name="connsiteX1" fmla="*/ 1168400 w 1168400"/>
                <a:gd name="connsiteY1" fmla="*/ 2360918 h 2360918"/>
                <a:gd name="connsiteX2" fmla="*/ 1060340 w 1168400"/>
                <a:gd name="connsiteY2" fmla="*/ 2355461 h 2360918"/>
                <a:gd name="connsiteX3" fmla="*/ 0 w 1168400"/>
                <a:gd name="connsiteY3" fmla="*/ 1180459 h 2360918"/>
                <a:gd name="connsiteX4" fmla="*/ 1060340 w 1168400"/>
                <a:gd name="connsiteY4" fmla="*/ 5457 h 2360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68400" h="2360918">
                  <a:moveTo>
                    <a:pt x="1168400" y="0"/>
                  </a:moveTo>
                  <a:lnTo>
                    <a:pt x="1168400" y="2360918"/>
                  </a:lnTo>
                  <a:lnTo>
                    <a:pt x="1060340" y="2355461"/>
                  </a:lnTo>
                  <a:cubicBezTo>
                    <a:pt x="464762" y="2294977"/>
                    <a:pt x="0" y="1791994"/>
                    <a:pt x="0" y="1180459"/>
                  </a:cubicBezTo>
                  <a:cubicBezTo>
                    <a:pt x="0" y="568924"/>
                    <a:pt x="464762" y="65941"/>
                    <a:pt x="1060340" y="5457"/>
                  </a:cubicBezTo>
                  <a:close/>
                </a:path>
              </a:pathLst>
            </a:custGeom>
            <a:solidFill>
              <a:srgbClr val="52CD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CD6BDC4B-8313-4203-9F42-C28AC214EB64}"/>
                </a:ext>
              </a:extLst>
            </p:cNvPr>
            <p:cNvSpPr txBox="1"/>
            <p:nvPr/>
          </p:nvSpPr>
          <p:spPr>
            <a:xfrm rot="16200000">
              <a:off x="10341391" y="3105834"/>
              <a:ext cx="199208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 dirty="0">
                  <a:solidFill>
                    <a:srgbClr val="F0EEF0"/>
                  </a:solidFill>
                  <a:latin typeface="Tw Cen MT" panose="020B0602020104020603" pitchFamily="34" charset="0"/>
                </a:rPr>
                <a:t>history</a:t>
              </a:r>
            </a:p>
          </p:txBody>
        </p:sp>
        <p:pic>
          <p:nvPicPr>
            <p:cNvPr id="59" name="Picture 58">
              <a:extLst>
                <a:ext uri="{FF2B5EF4-FFF2-40B4-BE49-F238E27FC236}">
                  <a16:creationId xmlns:a16="http://schemas.microsoft.com/office/drawing/2014/main" id="{44037FC5-8E34-4772-9A87-813F2AD5E4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10600933" y="3247473"/>
              <a:ext cx="530600" cy="530600"/>
            </a:xfrm>
            <a:prstGeom prst="rect">
              <a:avLst/>
            </a:prstGeom>
          </p:spPr>
        </p:pic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BC916508-F80D-434E-B066-812949E5DB94}"/>
              </a:ext>
            </a:extLst>
          </p:cNvPr>
          <p:cNvGrpSpPr/>
          <p:nvPr/>
        </p:nvGrpSpPr>
        <p:grpSpPr>
          <a:xfrm>
            <a:off x="-7847639" y="0"/>
            <a:ext cx="9961092" cy="6858000"/>
            <a:chOff x="491575" y="0"/>
            <a:chExt cx="9961092" cy="6858000"/>
          </a:xfrm>
        </p:grpSpPr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CE9E3B68-B936-49FB-94D8-7AC0076CF488}"/>
                </a:ext>
              </a:extLst>
            </p:cNvPr>
            <p:cNvSpPr/>
            <p:nvPr/>
          </p:nvSpPr>
          <p:spPr>
            <a:xfrm>
              <a:off x="491575" y="0"/>
              <a:ext cx="9961092" cy="6858000"/>
            </a:xfrm>
            <a:prstGeom prst="rect">
              <a:avLst/>
            </a:prstGeom>
            <a:solidFill>
              <a:srgbClr val="F0EEF0"/>
            </a:solidFill>
            <a:ln>
              <a:noFill/>
            </a:ln>
            <a:effectLst>
              <a:outerShdw blurRad="215900" dist="38100" sx="101000" sy="101000" algn="l" rotWithShape="0">
                <a:schemeClr val="tx1">
                  <a:lumMod val="65000"/>
                  <a:lumOff val="35000"/>
                  <a:alpha val="35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0D3F9516-66C4-44E6-9877-6C0374B5112C}"/>
                </a:ext>
              </a:extLst>
            </p:cNvPr>
            <p:cNvSpPr/>
            <p:nvPr/>
          </p:nvSpPr>
          <p:spPr>
            <a:xfrm>
              <a:off x="9284267" y="2337440"/>
              <a:ext cx="1168400" cy="2360918"/>
            </a:xfrm>
            <a:custGeom>
              <a:avLst/>
              <a:gdLst>
                <a:gd name="connsiteX0" fmla="*/ 1168400 w 1168400"/>
                <a:gd name="connsiteY0" fmla="*/ 0 h 2360918"/>
                <a:gd name="connsiteX1" fmla="*/ 1168400 w 1168400"/>
                <a:gd name="connsiteY1" fmla="*/ 2360918 h 2360918"/>
                <a:gd name="connsiteX2" fmla="*/ 1060340 w 1168400"/>
                <a:gd name="connsiteY2" fmla="*/ 2355461 h 2360918"/>
                <a:gd name="connsiteX3" fmla="*/ 0 w 1168400"/>
                <a:gd name="connsiteY3" fmla="*/ 1180459 h 2360918"/>
                <a:gd name="connsiteX4" fmla="*/ 1060340 w 1168400"/>
                <a:gd name="connsiteY4" fmla="*/ 5457 h 2360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68400" h="2360918">
                  <a:moveTo>
                    <a:pt x="1168400" y="0"/>
                  </a:moveTo>
                  <a:lnTo>
                    <a:pt x="1168400" y="2360918"/>
                  </a:lnTo>
                  <a:lnTo>
                    <a:pt x="1060340" y="2355461"/>
                  </a:lnTo>
                  <a:cubicBezTo>
                    <a:pt x="464762" y="2294977"/>
                    <a:pt x="0" y="1791994"/>
                    <a:pt x="0" y="1180459"/>
                  </a:cubicBezTo>
                  <a:cubicBezTo>
                    <a:pt x="0" y="568924"/>
                    <a:pt x="464762" y="65941"/>
                    <a:pt x="1060340" y="5457"/>
                  </a:cubicBezTo>
                  <a:close/>
                </a:path>
              </a:pathLst>
            </a:custGeom>
            <a:solidFill>
              <a:srgbClr val="FFC73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32DF4D80-460D-4455-B80A-3BC0C6A12DA2}"/>
                </a:ext>
              </a:extLst>
            </p:cNvPr>
            <p:cNvSpPr txBox="1"/>
            <p:nvPr/>
          </p:nvSpPr>
          <p:spPr>
            <a:xfrm rot="16200000">
              <a:off x="9117129" y="3189611"/>
              <a:ext cx="199208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 dirty="0">
                  <a:solidFill>
                    <a:srgbClr val="F0EEF0"/>
                  </a:solidFill>
                  <a:latin typeface="Tw Cen MT" panose="020B0602020104020603" pitchFamily="34" charset="0"/>
                </a:rPr>
                <a:t>timeline</a:t>
              </a:r>
            </a:p>
          </p:txBody>
        </p:sp>
        <p:pic>
          <p:nvPicPr>
            <p:cNvPr id="64" name="Picture 63">
              <a:extLst>
                <a:ext uri="{FF2B5EF4-FFF2-40B4-BE49-F238E27FC236}">
                  <a16:creationId xmlns:a16="http://schemas.microsoft.com/office/drawing/2014/main" id="{7AB39DAF-3109-4CEA-BD1D-C123179FF81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9385467" y="3247473"/>
              <a:ext cx="530600" cy="530600"/>
            </a:xfrm>
            <a:prstGeom prst="rect">
              <a:avLst/>
            </a:prstGeom>
          </p:spPr>
        </p:pic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92B7020D-701A-4EE7-BDA2-CD171993C203}"/>
              </a:ext>
            </a:extLst>
          </p:cNvPr>
          <p:cNvGrpSpPr/>
          <p:nvPr/>
        </p:nvGrpSpPr>
        <p:grpSpPr>
          <a:xfrm>
            <a:off x="-7985197" y="0"/>
            <a:ext cx="9574094" cy="6858000"/>
            <a:chOff x="491575" y="0"/>
            <a:chExt cx="9574094" cy="6858000"/>
          </a:xfrm>
        </p:grpSpPr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3B77930A-0489-40A5-B3D7-053D64BD29C4}"/>
                </a:ext>
              </a:extLst>
            </p:cNvPr>
            <p:cNvSpPr/>
            <p:nvPr/>
          </p:nvSpPr>
          <p:spPr>
            <a:xfrm>
              <a:off x="491575" y="0"/>
              <a:ext cx="9574094" cy="6858000"/>
            </a:xfrm>
            <a:prstGeom prst="rect">
              <a:avLst/>
            </a:prstGeom>
            <a:solidFill>
              <a:srgbClr val="F0EEF0"/>
            </a:solidFill>
            <a:ln>
              <a:noFill/>
            </a:ln>
            <a:effectLst>
              <a:outerShdw blurRad="215900" dist="38100" sx="101000" sy="101000" algn="l" rotWithShape="0">
                <a:schemeClr val="tx1">
                  <a:lumMod val="65000"/>
                  <a:lumOff val="35000"/>
                  <a:alpha val="35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3ED749F6-F5EB-48BD-A697-16D473CCCFE8}"/>
                </a:ext>
              </a:extLst>
            </p:cNvPr>
            <p:cNvSpPr/>
            <p:nvPr/>
          </p:nvSpPr>
          <p:spPr>
            <a:xfrm>
              <a:off x="8897260" y="2337440"/>
              <a:ext cx="1168400" cy="2360918"/>
            </a:xfrm>
            <a:custGeom>
              <a:avLst/>
              <a:gdLst>
                <a:gd name="connsiteX0" fmla="*/ 1168400 w 1168400"/>
                <a:gd name="connsiteY0" fmla="*/ 0 h 2360918"/>
                <a:gd name="connsiteX1" fmla="*/ 1168400 w 1168400"/>
                <a:gd name="connsiteY1" fmla="*/ 2360918 h 2360918"/>
                <a:gd name="connsiteX2" fmla="*/ 1060340 w 1168400"/>
                <a:gd name="connsiteY2" fmla="*/ 2355461 h 2360918"/>
                <a:gd name="connsiteX3" fmla="*/ 0 w 1168400"/>
                <a:gd name="connsiteY3" fmla="*/ 1180459 h 2360918"/>
                <a:gd name="connsiteX4" fmla="*/ 1060340 w 1168400"/>
                <a:gd name="connsiteY4" fmla="*/ 5457 h 2360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68400" h="2360918">
                  <a:moveTo>
                    <a:pt x="1168400" y="0"/>
                  </a:moveTo>
                  <a:lnTo>
                    <a:pt x="1168400" y="2360918"/>
                  </a:lnTo>
                  <a:lnTo>
                    <a:pt x="1060340" y="2355461"/>
                  </a:lnTo>
                  <a:cubicBezTo>
                    <a:pt x="464762" y="2294977"/>
                    <a:pt x="0" y="1791994"/>
                    <a:pt x="0" y="1180459"/>
                  </a:cubicBezTo>
                  <a:cubicBezTo>
                    <a:pt x="0" y="568924"/>
                    <a:pt x="464762" y="65941"/>
                    <a:pt x="1060340" y="5457"/>
                  </a:cubicBezTo>
                  <a:close/>
                </a:path>
              </a:pathLst>
            </a:custGeom>
            <a:solidFill>
              <a:srgbClr val="5D737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8070AD46-78F1-4169-9AE3-EDECC43BD39B}"/>
                </a:ext>
              </a:extLst>
            </p:cNvPr>
            <p:cNvSpPr txBox="1"/>
            <p:nvPr/>
          </p:nvSpPr>
          <p:spPr>
            <a:xfrm rot="16200000">
              <a:off x="8746452" y="3189607"/>
              <a:ext cx="199208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 dirty="0">
                  <a:solidFill>
                    <a:srgbClr val="F0EEF0"/>
                  </a:solidFill>
                  <a:latin typeface="Tw Cen MT" panose="020B0602020104020603" pitchFamily="34" charset="0"/>
                </a:rPr>
                <a:t>teams</a:t>
              </a:r>
            </a:p>
          </p:txBody>
        </p:sp>
        <p:pic>
          <p:nvPicPr>
            <p:cNvPr id="69" name="Picture 68">
              <a:extLst>
                <a:ext uri="{FF2B5EF4-FFF2-40B4-BE49-F238E27FC236}">
                  <a16:creationId xmlns:a16="http://schemas.microsoft.com/office/drawing/2014/main" id="{22B026A5-B1AC-46D4-AE84-DF77E5A294C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8992269" y="3247473"/>
              <a:ext cx="530600" cy="530600"/>
            </a:xfrm>
            <a:prstGeom prst="rect">
              <a:avLst/>
            </a:prstGeom>
          </p:spPr>
        </p:pic>
      </p:grpSp>
      <p:sp>
        <p:nvSpPr>
          <p:cNvPr id="70" name="Rectangle 69">
            <a:extLst>
              <a:ext uri="{FF2B5EF4-FFF2-40B4-BE49-F238E27FC236}">
                <a16:creationId xmlns:a16="http://schemas.microsoft.com/office/drawing/2014/main" id="{371C6EE2-CCA6-4F94-870B-CB9D61CEBE17}"/>
              </a:ext>
            </a:extLst>
          </p:cNvPr>
          <p:cNvSpPr/>
          <p:nvPr/>
        </p:nvSpPr>
        <p:spPr>
          <a:xfrm>
            <a:off x="-7962177" y="-1"/>
            <a:ext cx="5781368" cy="6858000"/>
          </a:xfrm>
          <a:prstGeom prst="rect">
            <a:avLst/>
          </a:prstGeom>
          <a:solidFill>
            <a:srgbClr val="F0EEF0"/>
          </a:solidFill>
          <a:ln>
            <a:noFill/>
          </a:ln>
          <a:effectLst>
            <a:outerShdw blurRad="215900" dist="38100" sx="101000" sy="101000" algn="l" rotWithShape="0">
              <a:schemeClr val="tx1">
                <a:lumMod val="65000"/>
                <a:lumOff val="35000"/>
                <a:alpha val="3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1" name="Group 70">
            <a:extLst>
              <a:ext uri="{FF2B5EF4-FFF2-40B4-BE49-F238E27FC236}">
                <a16:creationId xmlns:a16="http://schemas.microsoft.com/office/drawing/2014/main" id="{20422D8F-B19E-425C-93A8-F750F60A06A7}"/>
              </a:ext>
            </a:extLst>
          </p:cNvPr>
          <p:cNvGrpSpPr/>
          <p:nvPr/>
        </p:nvGrpSpPr>
        <p:grpSpPr>
          <a:xfrm>
            <a:off x="-7638543" y="-1"/>
            <a:ext cx="8692332" cy="6858000"/>
            <a:chOff x="718505" y="-1"/>
            <a:chExt cx="8692332" cy="6858000"/>
          </a:xfrm>
        </p:grpSpPr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3278AF09-2D0C-4E81-816C-BC1D04E40DC2}"/>
                </a:ext>
              </a:extLst>
            </p:cNvPr>
            <p:cNvSpPr/>
            <p:nvPr/>
          </p:nvSpPr>
          <p:spPr>
            <a:xfrm>
              <a:off x="718505" y="-1"/>
              <a:ext cx="8692331" cy="6858000"/>
            </a:xfrm>
            <a:prstGeom prst="rect">
              <a:avLst/>
            </a:prstGeom>
            <a:solidFill>
              <a:srgbClr val="F0EEF0"/>
            </a:solidFill>
            <a:ln>
              <a:noFill/>
            </a:ln>
            <a:effectLst>
              <a:outerShdw blurRad="215900" dist="38100" sx="101000" sy="101000" algn="l" rotWithShape="0">
                <a:schemeClr val="tx1">
                  <a:lumMod val="65000"/>
                  <a:lumOff val="35000"/>
                  <a:alpha val="35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AC2E1C67-7A8F-4EB5-AB00-3C754858084E}"/>
                </a:ext>
              </a:extLst>
            </p:cNvPr>
            <p:cNvSpPr/>
            <p:nvPr/>
          </p:nvSpPr>
          <p:spPr>
            <a:xfrm>
              <a:off x="8242436" y="2337439"/>
              <a:ext cx="1168400" cy="2360918"/>
            </a:xfrm>
            <a:custGeom>
              <a:avLst/>
              <a:gdLst>
                <a:gd name="connsiteX0" fmla="*/ 1168400 w 1168400"/>
                <a:gd name="connsiteY0" fmla="*/ 0 h 2360918"/>
                <a:gd name="connsiteX1" fmla="*/ 1168400 w 1168400"/>
                <a:gd name="connsiteY1" fmla="*/ 2360918 h 2360918"/>
                <a:gd name="connsiteX2" fmla="*/ 1060340 w 1168400"/>
                <a:gd name="connsiteY2" fmla="*/ 2355461 h 2360918"/>
                <a:gd name="connsiteX3" fmla="*/ 0 w 1168400"/>
                <a:gd name="connsiteY3" fmla="*/ 1180459 h 2360918"/>
                <a:gd name="connsiteX4" fmla="*/ 1060340 w 1168400"/>
                <a:gd name="connsiteY4" fmla="*/ 5457 h 2360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68400" h="2360918">
                  <a:moveTo>
                    <a:pt x="1168400" y="0"/>
                  </a:moveTo>
                  <a:lnTo>
                    <a:pt x="1168400" y="2360918"/>
                  </a:lnTo>
                  <a:lnTo>
                    <a:pt x="1060340" y="2355461"/>
                  </a:lnTo>
                  <a:cubicBezTo>
                    <a:pt x="464762" y="2294977"/>
                    <a:pt x="0" y="1791994"/>
                    <a:pt x="0" y="1180459"/>
                  </a:cubicBezTo>
                  <a:cubicBezTo>
                    <a:pt x="0" y="568924"/>
                    <a:pt x="464762" y="65941"/>
                    <a:pt x="1060340" y="5457"/>
                  </a:cubicBezTo>
                  <a:close/>
                </a:path>
              </a:pathLst>
            </a:cu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67795C74-0308-4781-BEE6-B62AE6D17152}"/>
                </a:ext>
              </a:extLst>
            </p:cNvPr>
            <p:cNvSpPr txBox="1"/>
            <p:nvPr/>
          </p:nvSpPr>
          <p:spPr>
            <a:xfrm rot="16200000">
              <a:off x="8091629" y="3189609"/>
              <a:ext cx="199208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 dirty="0">
                  <a:solidFill>
                    <a:srgbClr val="F0EEF0"/>
                  </a:solidFill>
                  <a:latin typeface="Tw Cen MT" panose="020B0602020104020603" pitchFamily="34" charset="0"/>
                </a:rPr>
                <a:t>services</a:t>
              </a:r>
            </a:p>
          </p:txBody>
        </p:sp>
        <p:pic>
          <p:nvPicPr>
            <p:cNvPr id="75" name="Picture 74">
              <a:extLst>
                <a:ext uri="{FF2B5EF4-FFF2-40B4-BE49-F238E27FC236}">
                  <a16:creationId xmlns:a16="http://schemas.microsoft.com/office/drawing/2014/main" id="{45C46027-B464-4ADA-A3B8-14FF4471BA1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8340472" y="3247473"/>
              <a:ext cx="530600" cy="530600"/>
            </a:xfrm>
            <a:prstGeom prst="rect">
              <a:avLst/>
            </a:prstGeom>
          </p:spPr>
        </p:pic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C1D48DDF-B760-4AB3-A520-29238CC2C408}"/>
              </a:ext>
            </a:extLst>
          </p:cNvPr>
          <p:cNvGrpSpPr/>
          <p:nvPr/>
        </p:nvGrpSpPr>
        <p:grpSpPr>
          <a:xfrm>
            <a:off x="-9395082" y="-1"/>
            <a:ext cx="9927504" cy="6858000"/>
            <a:chOff x="-9337032" y="-1"/>
            <a:chExt cx="9927504" cy="6858000"/>
          </a:xfrm>
        </p:grpSpPr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FA696B4D-5BCF-47C3-8B8C-BE87154A63B4}"/>
                </a:ext>
              </a:extLst>
            </p:cNvPr>
            <p:cNvSpPr/>
            <p:nvPr/>
          </p:nvSpPr>
          <p:spPr>
            <a:xfrm>
              <a:off x="-9337032" y="-1"/>
              <a:ext cx="9923504" cy="6858000"/>
            </a:xfrm>
            <a:prstGeom prst="rect">
              <a:avLst/>
            </a:prstGeom>
            <a:solidFill>
              <a:srgbClr val="F0EEF0"/>
            </a:solidFill>
            <a:ln>
              <a:noFill/>
            </a:ln>
            <a:effectLst>
              <a:outerShdw blurRad="215900" dist="38100" sx="101000" sy="101000" algn="l" rotWithShape="0">
                <a:schemeClr val="tx1">
                  <a:lumMod val="65000"/>
                  <a:lumOff val="35000"/>
                  <a:alpha val="35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BAAA7B45-7DAF-4C4D-A930-ABA45AC955DD}"/>
                </a:ext>
              </a:extLst>
            </p:cNvPr>
            <p:cNvSpPr/>
            <p:nvPr/>
          </p:nvSpPr>
          <p:spPr>
            <a:xfrm>
              <a:off x="-577928" y="2337438"/>
              <a:ext cx="1168400" cy="2360918"/>
            </a:xfrm>
            <a:custGeom>
              <a:avLst/>
              <a:gdLst>
                <a:gd name="connsiteX0" fmla="*/ 1168400 w 1168400"/>
                <a:gd name="connsiteY0" fmla="*/ 0 h 2360918"/>
                <a:gd name="connsiteX1" fmla="*/ 1168400 w 1168400"/>
                <a:gd name="connsiteY1" fmla="*/ 2360918 h 2360918"/>
                <a:gd name="connsiteX2" fmla="*/ 1060340 w 1168400"/>
                <a:gd name="connsiteY2" fmla="*/ 2355461 h 2360918"/>
                <a:gd name="connsiteX3" fmla="*/ 0 w 1168400"/>
                <a:gd name="connsiteY3" fmla="*/ 1180459 h 2360918"/>
                <a:gd name="connsiteX4" fmla="*/ 1060340 w 1168400"/>
                <a:gd name="connsiteY4" fmla="*/ 5457 h 2360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68400" h="2360918">
                  <a:moveTo>
                    <a:pt x="1168400" y="0"/>
                  </a:moveTo>
                  <a:lnTo>
                    <a:pt x="1168400" y="2360918"/>
                  </a:lnTo>
                  <a:lnTo>
                    <a:pt x="1060340" y="2355461"/>
                  </a:lnTo>
                  <a:cubicBezTo>
                    <a:pt x="464762" y="2294977"/>
                    <a:pt x="0" y="1791994"/>
                    <a:pt x="0" y="1180459"/>
                  </a:cubicBezTo>
                  <a:cubicBezTo>
                    <a:pt x="0" y="568924"/>
                    <a:pt x="464762" y="65941"/>
                    <a:pt x="1060340" y="5457"/>
                  </a:cubicBezTo>
                  <a:close/>
                </a:path>
              </a:pathLst>
            </a:custGeom>
            <a:solidFill>
              <a:srgbClr val="00A0A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701F5CFD-7EE1-475C-A36F-330184D5C6EC}"/>
                </a:ext>
              </a:extLst>
            </p:cNvPr>
            <p:cNvSpPr txBox="1"/>
            <p:nvPr/>
          </p:nvSpPr>
          <p:spPr>
            <a:xfrm rot="16200000">
              <a:off x="-738260" y="3189608"/>
              <a:ext cx="199208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 dirty="0">
                  <a:solidFill>
                    <a:srgbClr val="F0EEF0"/>
                  </a:solidFill>
                  <a:latin typeface="Tw Cen MT" panose="020B0602020104020603" pitchFamily="34" charset="0"/>
                </a:rPr>
                <a:t>follow</a:t>
              </a:r>
            </a:p>
          </p:txBody>
        </p:sp>
        <p:pic>
          <p:nvPicPr>
            <p:cNvPr id="80" name="Picture 79">
              <a:extLst>
                <a:ext uri="{FF2B5EF4-FFF2-40B4-BE49-F238E27FC236}">
                  <a16:creationId xmlns:a16="http://schemas.microsoft.com/office/drawing/2014/main" id="{B9F42291-FBD0-4239-8D69-22035DCB4AE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-491912" y="3247473"/>
              <a:ext cx="530600" cy="530600"/>
            </a:xfrm>
            <a:prstGeom prst="rect">
              <a:avLst/>
            </a:prstGeom>
          </p:spPr>
        </p:pic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A14E1B91-C212-4889-8705-49BCDB383225}"/>
              </a:ext>
            </a:extLst>
          </p:cNvPr>
          <p:cNvGrpSpPr/>
          <p:nvPr/>
        </p:nvGrpSpPr>
        <p:grpSpPr>
          <a:xfrm>
            <a:off x="3111942" y="1897391"/>
            <a:ext cx="7845528" cy="4693687"/>
            <a:chOff x="2265963" y="2342679"/>
            <a:chExt cx="7845528" cy="3407129"/>
          </a:xfrm>
        </p:grpSpPr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A94C4F95-2EDE-46B0-8B26-C72D6D3C8DB3}"/>
                </a:ext>
              </a:extLst>
            </p:cNvPr>
            <p:cNvSpPr txBox="1"/>
            <p:nvPr/>
          </p:nvSpPr>
          <p:spPr>
            <a:xfrm>
              <a:off x="2265963" y="2342679"/>
              <a:ext cx="7845528" cy="15696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dirty="0" err="1">
                  <a:solidFill>
                    <a:srgbClr val="03A1A4"/>
                  </a:solidFill>
                  <a:latin typeface="Tw Cen MT" panose="020B0602020104020603" pitchFamily="34" charset="0"/>
                </a:rPr>
                <a:t>Implentasi</a:t>
              </a:r>
              <a:r>
                <a:rPr lang="en-US" sz="3200" dirty="0">
                  <a:solidFill>
                    <a:srgbClr val="03A1A4"/>
                  </a:solidFill>
                  <a:latin typeface="Tw Cen MT" panose="020B0602020104020603" pitchFamily="34" charset="0"/>
                </a:rPr>
                <a:t> Web Conference </a:t>
              </a:r>
              <a:r>
                <a:rPr lang="en-US" sz="3200" dirty="0" err="1">
                  <a:solidFill>
                    <a:srgbClr val="03A1A4"/>
                  </a:solidFill>
                  <a:latin typeface="Tw Cen MT" panose="020B0602020104020603" pitchFamily="34" charset="0"/>
                </a:rPr>
                <a:t>Menggunakan</a:t>
              </a:r>
              <a:r>
                <a:rPr lang="en-US" sz="3200" dirty="0">
                  <a:solidFill>
                    <a:srgbClr val="03A1A4"/>
                  </a:solidFill>
                  <a:latin typeface="Tw Cen MT" panose="020B0602020104020603" pitchFamily="34" charset="0"/>
                </a:rPr>
                <a:t> </a:t>
              </a:r>
              <a:r>
                <a:rPr lang="en-US" sz="3200" dirty="0" err="1">
                  <a:solidFill>
                    <a:srgbClr val="03A1A4"/>
                  </a:solidFill>
                  <a:latin typeface="Tw Cen MT" panose="020B0602020104020603" pitchFamily="34" charset="0"/>
                </a:rPr>
                <a:t>Jitsi</a:t>
              </a:r>
              <a:r>
                <a:rPr lang="en-US" sz="3200" dirty="0">
                  <a:solidFill>
                    <a:srgbClr val="03A1A4"/>
                  </a:solidFill>
                  <a:latin typeface="Tw Cen MT" panose="020B0602020104020603" pitchFamily="34" charset="0"/>
                </a:rPr>
                <a:t> Integrasi </a:t>
              </a:r>
              <a:r>
                <a:rPr lang="en-US" sz="3200" dirty="0" err="1">
                  <a:solidFill>
                    <a:srgbClr val="03A1A4"/>
                  </a:solidFill>
                  <a:latin typeface="Tw Cen MT" panose="020B0602020104020603" pitchFamily="34" charset="0"/>
                </a:rPr>
                <a:t>dengan</a:t>
              </a:r>
              <a:r>
                <a:rPr lang="en-US" sz="3200" dirty="0">
                  <a:solidFill>
                    <a:srgbClr val="03A1A4"/>
                  </a:solidFill>
                  <a:latin typeface="Tw Cen MT" panose="020B0602020104020603" pitchFamily="34" charset="0"/>
                </a:rPr>
                <a:t> Matrix </a:t>
              </a:r>
              <a:r>
                <a:rPr lang="en-US" sz="3200" dirty="0" err="1">
                  <a:solidFill>
                    <a:srgbClr val="03A1A4"/>
                  </a:solidFill>
                  <a:latin typeface="Tw Cen MT" panose="020B0602020104020603" pitchFamily="34" charset="0"/>
                </a:rPr>
                <a:t>untuk</a:t>
              </a:r>
              <a:r>
                <a:rPr lang="en-US" sz="3200" dirty="0">
                  <a:solidFill>
                    <a:srgbClr val="03A1A4"/>
                  </a:solidFill>
                  <a:latin typeface="Tw Cen MT" panose="020B0602020104020603" pitchFamily="34" charset="0"/>
                </a:rPr>
                <a:t> Pendidikan Jarak </a:t>
              </a:r>
              <a:r>
                <a:rPr lang="en-US" sz="3200" dirty="0" err="1">
                  <a:solidFill>
                    <a:srgbClr val="03A1A4"/>
                  </a:solidFill>
                  <a:latin typeface="Tw Cen MT" panose="020B0602020104020603" pitchFamily="34" charset="0"/>
                </a:rPr>
                <a:t>Jauh</a:t>
              </a:r>
              <a:endParaRPr lang="en-US" sz="3200" dirty="0">
                <a:solidFill>
                  <a:srgbClr val="03A1A4"/>
                </a:solidFill>
                <a:latin typeface="Tw Cen MT" panose="020B0602020104020603" pitchFamily="34" charset="0"/>
              </a:endParaRPr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7DC9F996-36A0-4A1D-8C4B-F6DAF0FDA7C8}"/>
                </a:ext>
              </a:extLst>
            </p:cNvPr>
            <p:cNvSpPr txBox="1"/>
            <p:nvPr/>
          </p:nvSpPr>
          <p:spPr>
            <a:xfrm>
              <a:off x="3931519" y="4163518"/>
              <a:ext cx="4683578" cy="3351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chemeClr val="bg1">
                      <a:lumMod val="65000"/>
                    </a:schemeClr>
                  </a:solidFill>
                  <a:latin typeface="Tw Cen MT" panose="020B0602020104020603" pitchFamily="34" charset="0"/>
                </a:rPr>
                <a:t>Triadmoko Denny </a:t>
              </a:r>
              <a:r>
                <a:rPr lang="en-US" sz="2400" dirty="0" err="1">
                  <a:solidFill>
                    <a:schemeClr val="bg1">
                      <a:lumMod val="65000"/>
                    </a:schemeClr>
                  </a:solidFill>
                  <a:latin typeface="Tw Cen MT" panose="020B0602020104020603" pitchFamily="34" charset="0"/>
                </a:rPr>
                <a:t>Fatrosa</a:t>
              </a:r>
              <a:endParaRPr lang="en-US" sz="2400" dirty="0">
                <a:solidFill>
                  <a:schemeClr val="bg1">
                    <a:lumMod val="65000"/>
                  </a:schemeClr>
                </a:solidFill>
                <a:latin typeface="Tw Cen MT" panose="020B0602020104020603" pitchFamily="34" charset="0"/>
              </a:endParaRPr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9EDE56FF-3E69-4484-9673-AC7FA14D3D89}"/>
                </a:ext>
              </a:extLst>
            </p:cNvPr>
            <p:cNvSpPr txBox="1"/>
            <p:nvPr/>
          </p:nvSpPr>
          <p:spPr>
            <a:xfrm>
              <a:off x="4866339" y="4420469"/>
              <a:ext cx="2644771" cy="2680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1">
                      <a:lumMod val="65000"/>
                    </a:schemeClr>
                  </a:solidFill>
                  <a:latin typeface="Tw Cen MT" panose="020B0602020104020603" pitchFamily="34" charset="0"/>
                </a:rPr>
                <a:t>1710013231010</a:t>
              </a:r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944799B2-E7B9-4C01-A37D-BB60C6C75D12}"/>
                </a:ext>
              </a:extLst>
            </p:cNvPr>
            <p:cNvSpPr txBox="1"/>
            <p:nvPr/>
          </p:nvSpPr>
          <p:spPr>
            <a:xfrm>
              <a:off x="2792925" y="4878494"/>
              <a:ext cx="6791601" cy="87131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chemeClr val="bg1">
                      <a:lumMod val="65000"/>
                    </a:schemeClr>
                  </a:solidFill>
                  <a:latin typeface="Tw Cen MT" panose="020B0602020104020603" pitchFamily="34" charset="0"/>
                </a:rPr>
                <a:t>Pendidikan Teknik </a:t>
              </a:r>
              <a:r>
                <a:rPr lang="en-US" sz="2400" dirty="0" err="1">
                  <a:solidFill>
                    <a:schemeClr val="bg1">
                      <a:lumMod val="65000"/>
                    </a:schemeClr>
                  </a:solidFill>
                  <a:latin typeface="Tw Cen MT" panose="020B0602020104020603" pitchFamily="34" charset="0"/>
                </a:rPr>
                <a:t>Informatika</a:t>
              </a:r>
              <a:r>
                <a:rPr lang="en-US" sz="2400" dirty="0">
                  <a:solidFill>
                    <a:schemeClr val="bg1">
                      <a:lumMod val="65000"/>
                    </a:schemeClr>
                  </a:solidFill>
                  <a:latin typeface="Tw Cen MT" panose="020B0602020104020603" pitchFamily="34" charset="0"/>
                </a:rPr>
                <a:t> dan </a:t>
              </a:r>
              <a:r>
                <a:rPr lang="en-US" sz="2400" dirty="0" err="1">
                  <a:solidFill>
                    <a:schemeClr val="bg1">
                      <a:lumMod val="65000"/>
                    </a:schemeClr>
                  </a:solidFill>
                  <a:latin typeface="Tw Cen MT" panose="020B0602020104020603" pitchFamily="34" charset="0"/>
                </a:rPr>
                <a:t>Komputer</a:t>
              </a:r>
              <a:endParaRPr lang="en-US" sz="2400" dirty="0">
                <a:solidFill>
                  <a:schemeClr val="bg1">
                    <a:lumMod val="65000"/>
                  </a:schemeClr>
                </a:solidFill>
                <a:latin typeface="Tw Cen MT" panose="020B0602020104020603" pitchFamily="34" charset="0"/>
              </a:endParaRPr>
            </a:p>
            <a:p>
              <a:pPr algn="ctr"/>
              <a:r>
                <a:rPr lang="en-US" sz="2400" dirty="0" err="1">
                  <a:solidFill>
                    <a:schemeClr val="bg1">
                      <a:lumMod val="65000"/>
                    </a:schemeClr>
                  </a:solidFill>
                  <a:latin typeface="Tw Cen MT" panose="020B0602020104020603" pitchFamily="34" charset="0"/>
                </a:rPr>
                <a:t>Fakultas</a:t>
              </a:r>
              <a:r>
                <a:rPr lang="en-US" sz="2400" dirty="0">
                  <a:solidFill>
                    <a:schemeClr val="bg1">
                      <a:lumMod val="65000"/>
                    </a:schemeClr>
                  </a:solidFill>
                  <a:latin typeface="Tw Cen MT" panose="020B0602020104020603" pitchFamily="34" charset="0"/>
                </a:rPr>
                <a:t> </a:t>
              </a:r>
              <a:r>
                <a:rPr lang="en-US" sz="2400" dirty="0" err="1">
                  <a:solidFill>
                    <a:schemeClr val="bg1">
                      <a:lumMod val="65000"/>
                    </a:schemeClr>
                  </a:solidFill>
                  <a:latin typeface="Tw Cen MT" panose="020B0602020104020603" pitchFamily="34" charset="0"/>
                </a:rPr>
                <a:t>Keguruan</a:t>
              </a:r>
              <a:r>
                <a:rPr lang="en-US" sz="2400" dirty="0">
                  <a:solidFill>
                    <a:schemeClr val="bg1">
                      <a:lumMod val="65000"/>
                    </a:schemeClr>
                  </a:solidFill>
                  <a:latin typeface="Tw Cen MT" panose="020B0602020104020603" pitchFamily="34" charset="0"/>
                </a:rPr>
                <a:t> dan </a:t>
              </a:r>
              <a:r>
                <a:rPr lang="en-US" sz="2400" dirty="0" err="1">
                  <a:solidFill>
                    <a:schemeClr val="bg1">
                      <a:lumMod val="65000"/>
                    </a:schemeClr>
                  </a:solidFill>
                  <a:latin typeface="Tw Cen MT" panose="020B0602020104020603" pitchFamily="34" charset="0"/>
                </a:rPr>
                <a:t>Ilmu</a:t>
              </a:r>
              <a:r>
                <a:rPr lang="en-US" sz="2400" dirty="0">
                  <a:solidFill>
                    <a:schemeClr val="bg1">
                      <a:lumMod val="65000"/>
                    </a:schemeClr>
                  </a:solidFill>
                  <a:latin typeface="Tw Cen MT" panose="020B0602020104020603" pitchFamily="34" charset="0"/>
                </a:rPr>
                <a:t> Pendidikan</a:t>
              </a:r>
            </a:p>
            <a:p>
              <a:pPr algn="ctr"/>
              <a:r>
                <a:rPr lang="en-US" sz="2400" dirty="0">
                  <a:solidFill>
                    <a:schemeClr val="bg1">
                      <a:lumMod val="65000"/>
                    </a:schemeClr>
                  </a:solidFill>
                  <a:latin typeface="Tw Cen MT" panose="020B0602020104020603" pitchFamily="34" charset="0"/>
                </a:rPr>
                <a:t>Universitas Bung Hatta</a:t>
              </a:r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AF169073-8554-4CE8-A4D2-BB10C3F3C6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337142"/>
            <a:ext cx="1388557" cy="13752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410508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roup 32">
            <a:extLst>
              <a:ext uri="{FF2B5EF4-FFF2-40B4-BE49-F238E27FC236}">
                <a16:creationId xmlns:a16="http://schemas.microsoft.com/office/drawing/2014/main" id="{BC3001EC-9F33-4C39-B780-199714C83EA2}"/>
              </a:ext>
            </a:extLst>
          </p:cNvPr>
          <p:cNvGrpSpPr/>
          <p:nvPr/>
        </p:nvGrpSpPr>
        <p:grpSpPr>
          <a:xfrm>
            <a:off x="-290920" y="0"/>
            <a:ext cx="12482920" cy="6858000"/>
            <a:chOff x="-290920" y="0"/>
            <a:chExt cx="12482920" cy="6858000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129B5C97-F627-4A85-B003-5396A9D964D5}"/>
                </a:ext>
              </a:extLst>
            </p:cNvPr>
            <p:cNvSpPr/>
            <p:nvPr/>
          </p:nvSpPr>
          <p:spPr>
            <a:xfrm>
              <a:off x="-290920" y="0"/>
              <a:ext cx="12482920" cy="6858000"/>
            </a:xfrm>
            <a:prstGeom prst="rect">
              <a:avLst/>
            </a:prstGeom>
            <a:solidFill>
              <a:srgbClr val="F0EEF0"/>
            </a:solidFill>
            <a:ln>
              <a:noFill/>
            </a:ln>
            <a:effectLst>
              <a:outerShdw blurRad="215900" dist="38100" sx="101000" sy="101000" algn="l" rotWithShape="0">
                <a:schemeClr val="tx1">
                  <a:lumMod val="65000"/>
                  <a:lumOff val="35000"/>
                  <a:alpha val="35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A97C14D5-0388-44F5-AD76-F8BBAF179CD6}"/>
                </a:ext>
              </a:extLst>
            </p:cNvPr>
            <p:cNvSpPr/>
            <p:nvPr/>
          </p:nvSpPr>
          <p:spPr>
            <a:xfrm>
              <a:off x="11023600" y="2337441"/>
              <a:ext cx="1168400" cy="2360918"/>
            </a:xfrm>
            <a:custGeom>
              <a:avLst/>
              <a:gdLst>
                <a:gd name="connsiteX0" fmla="*/ 1168400 w 1168400"/>
                <a:gd name="connsiteY0" fmla="*/ 0 h 2360918"/>
                <a:gd name="connsiteX1" fmla="*/ 1168400 w 1168400"/>
                <a:gd name="connsiteY1" fmla="*/ 2360918 h 2360918"/>
                <a:gd name="connsiteX2" fmla="*/ 1060340 w 1168400"/>
                <a:gd name="connsiteY2" fmla="*/ 2355461 h 2360918"/>
                <a:gd name="connsiteX3" fmla="*/ 0 w 1168400"/>
                <a:gd name="connsiteY3" fmla="*/ 1180459 h 2360918"/>
                <a:gd name="connsiteX4" fmla="*/ 1060340 w 1168400"/>
                <a:gd name="connsiteY4" fmla="*/ 5457 h 2360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68400" h="2360918">
                  <a:moveTo>
                    <a:pt x="1168400" y="0"/>
                  </a:moveTo>
                  <a:lnTo>
                    <a:pt x="1168400" y="2360918"/>
                  </a:lnTo>
                  <a:lnTo>
                    <a:pt x="1060340" y="2355461"/>
                  </a:lnTo>
                  <a:cubicBezTo>
                    <a:pt x="464762" y="2294977"/>
                    <a:pt x="0" y="1791994"/>
                    <a:pt x="0" y="1180459"/>
                  </a:cubicBezTo>
                  <a:cubicBezTo>
                    <a:pt x="0" y="568924"/>
                    <a:pt x="464762" y="65941"/>
                    <a:pt x="1060340" y="5457"/>
                  </a:cubicBezTo>
                  <a:close/>
                </a:path>
              </a:pathLst>
            </a:custGeom>
            <a:solidFill>
              <a:srgbClr val="FF596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2151F346-69C6-4F86-BC1F-C57BA2384CC6}"/>
                </a:ext>
              </a:extLst>
            </p:cNvPr>
            <p:cNvSpPr txBox="1"/>
            <p:nvPr/>
          </p:nvSpPr>
          <p:spPr>
            <a:xfrm rot="16200000">
              <a:off x="10872792" y="3194734"/>
              <a:ext cx="199208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 dirty="0">
                  <a:solidFill>
                    <a:srgbClr val="F0EEF0"/>
                  </a:solidFill>
                  <a:latin typeface="Tw Cen MT" panose="020B0602020104020603" pitchFamily="34" charset="0"/>
                </a:rPr>
                <a:t>about</a:t>
              </a:r>
            </a:p>
          </p:txBody>
        </p:sp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52B367FE-8530-4052-AD96-2D6FBE490F6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11129999" y="3247473"/>
              <a:ext cx="530600" cy="530600"/>
            </a:xfrm>
            <a:prstGeom prst="rect">
              <a:avLst/>
            </a:prstGeom>
          </p:spPr>
        </p:pic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63E93C38-ECA5-4094-81E9-196A3BD19EBD}"/>
              </a:ext>
            </a:extLst>
          </p:cNvPr>
          <p:cNvGrpSpPr/>
          <p:nvPr/>
        </p:nvGrpSpPr>
        <p:grpSpPr>
          <a:xfrm>
            <a:off x="226788" y="-2"/>
            <a:ext cx="11447501" cy="6858000"/>
            <a:chOff x="213096" y="0"/>
            <a:chExt cx="11447501" cy="6858000"/>
          </a:xfrm>
        </p:grpSpPr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5C85080E-7B66-43F0-AB4D-3A69B13C005A}"/>
                </a:ext>
              </a:extLst>
            </p:cNvPr>
            <p:cNvSpPr/>
            <p:nvPr/>
          </p:nvSpPr>
          <p:spPr>
            <a:xfrm>
              <a:off x="213096" y="0"/>
              <a:ext cx="11447501" cy="6858000"/>
            </a:xfrm>
            <a:prstGeom prst="rect">
              <a:avLst/>
            </a:prstGeom>
            <a:solidFill>
              <a:srgbClr val="F0EEF0"/>
            </a:solidFill>
            <a:ln>
              <a:noFill/>
            </a:ln>
            <a:effectLst>
              <a:outerShdw blurRad="215900" dist="38100" sx="101000" sy="101000" algn="l" rotWithShape="0">
                <a:schemeClr val="tx1">
                  <a:lumMod val="65000"/>
                  <a:lumOff val="35000"/>
                  <a:alpha val="35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405DAC1A-9BF8-460E-8D8B-77BFB6B27FF9}"/>
                </a:ext>
              </a:extLst>
            </p:cNvPr>
            <p:cNvSpPr/>
            <p:nvPr/>
          </p:nvSpPr>
          <p:spPr>
            <a:xfrm>
              <a:off x="10492197" y="2337441"/>
              <a:ext cx="1168400" cy="2360918"/>
            </a:xfrm>
            <a:custGeom>
              <a:avLst/>
              <a:gdLst>
                <a:gd name="connsiteX0" fmla="*/ 1168400 w 1168400"/>
                <a:gd name="connsiteY0" fmla="*/ 0 h 2360918"/>
                <a:gd name="connsiteX1" fmla="*/ 1168400 w 1168400"/>
                <a:gd name="connsiteY1" fmla="*/ 2360918 h 2360918"/>
                <a:gd name="connsiteX2" fmla="*/ 1060340 w 1168400"/>
                <a:gd name="connsiteY2" fmla="*/ 2355461 h 2360918"/>
                <a:gd name="connsiteX3" fmla="*/ 0 w 1168400"/>
                <a:gd name="connsiteY3" fmla="*/ 1180459 h 2360918"/>
                <a:gd name="connsiteX4" fmla="*/ 1060340 w 1168400"/>
                <a:gd name="connsiteY4" fmla="*/ 5457 h 2360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68400" h="2360918">
                  <a:moveTo>
                    <a:pt x="1168400" y="0"/>
                  </a:moveTo>
                  <a:lnTo>
                    <a:pt x="1168400" y="2360918"/>
                  </a:lnTo>
                  <a:lnTo>
                    <a:pt x="1060340" y="2355461"/>
                  </a:lnTo>
                  <a:cubicBezTo>
                    <a:pt x="464762" y="2294977"/>
                    <a:pt x="0" y="1791994"/>
                    <a:pt x="0" y="1180459"/>
                  </a:cubicBezTo>
                  <a:cubicBezTo>
                    <a:pt x="0" y="568924"/>
                    <a:pt x="464762" y="65941"/>
                    <a:pt x="1060340" y="5457"/>
                  </a:cubicBezTo>
                  <a:close/>
                </a:path>
              </a:pathLst>
            </a:custGeom>
            <a:solidFill>
              <a:srgbClr val="52CD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90DCA374-CD21-448B-8791-8A04A9A9A552}"/>
                </a:ext>
              </a:extLst>
            </p:cNvPr>
            <p:cNvSpPr txBox="1"/>
            <p:nvPr/>
          </p:nvSpPr>
          <p:spPr>
            <a:xfrm rot="16200000">
              <a:off x="10341391" y="3198166"/>
              <a:ext cx="199208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 err="1">
                  <a:solidFill>
                    <a:srgbClr val="F0EEF0"/>
                  </a:solidFill>
                  <a:latin typeface="Tw Cen MT" panose="020B0602020104020603" pitchFamily="34" charset="0"/>
                </a:rPr>
                <a:t>Pembahasan</a:t>
              </a:r>
              <a:endParaRPr lang="en-US" sz="2400" b="1" dirty="0">
                <a:solidFill>
                  <a:srgbClr val="F0EEF0"/>
                </a:solidFill>
                <a:latin typeface="Tw Cen MT" panose="020B0602020104020603" pitchFamily="34" charset="0"/>
              </a:endParaRPr>
            </a:p>
          </p:txBody>
        </p:sp>
        <p:pic>
          <p:nvPicPr>
            <p:cNvPr id="42" name="Picture 41">
              <a:extLst>
                <a:ext uri="{FF2B5EF4-FFF2-40B4-BE49-F238E27FC236}">
                  <a16:creationId xmlns:a16="http://schemas.microsoft.com/office/drawing/2014/main" id="{83A620A7-5483-4447-9670-0F8D67F3627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10600933" y="3247473"/>
              <a:ext cx="530600" cy="530600"/>
            </a:xfrm>
            <a:prstGeom prst="rect">
              <a:avLst/>
            </a:prstGeom>
          </p:spPr>
        </p:pic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B02914A7-C65F-4EFB-8FF4-9BB283DC3935}"/>
              </a:ext>
            </a:extLst>
          </p:cNvPr>
          <p:cNvGrpSpPr/>
          <p:nvPr/>
        </p:nvGrpSpPr>
        <p:grpSpPr>
          <a:xfrm>
            <a:off x="-7847639" y="0"/>
            <a:ext cx="9961092" cy="6858000"/>
            <a:chOff x="491575" y="0"/>
            <a:chExt cx="9961092" cy="6858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99DA66B2-8A11-4397-B997-59A37787FEF8}"/>
                </a:ext>
              </a:extLst>
            </p:cNvPr>
            <p:cNvSpPr/>
            <p:nvPr/>
          </p:nvSpPr>
          <p:spPr>
            <a:xfrm>
              <a:off x="491575" y="0"/>
              <a:ext cx="9961092" cy="6858000"/>
            </a:xfrm>
            <a:prstGeom prst="rect">
              <a:avLst/>
            </a:prstGeom>
            <a:solidFill>
              <a:srgbClr val="F0EEF0"/>
            </a:solidFill>
            <a:ln>
              <a:noFill/>
            </a:ln>
            <a:effectLst>
              <a:outerShdw blurRad="215900" dist="38100" sx="101000" sy="101000" algn="l" rotWithShape="0">
                <a:schemeClr val="tx1">
                  <a:lumMod val="65000"/>
                  <a:lumOff val="35000"/>
                  <a:alpha val="35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71A8923D-952E-459F-92C0-CCE4C5E45F88}"/>
                </a:ext>
              </a:extLst>
            </p:cNvPr>
            <p:cNvSpPr/>
            <p:nvPr/>
          </p:nvSpPr>
          <p:spPr>
            <a:xfrm>
              <a:off x="9284267" y="2337440"/>
              <a:ext cx="1168400" cy="2360918"/>
            </a:xfrm>
            <a:custGeom>
              <a:avLst/>
              <a:gdLst>
                <a:gd name="connsiteX0" fmla="*/ 1168400 w 1168400"/>
                <a:gd name="connsiteY0" fmla="*/ 0 h 2360918"/>
                <a:gd name="connsiteX1" fmla="*/ 1168400 w 1168400"/>
                <a:gd name="connsiteY1" fmla="*/ 2360918 h 2360918"/>
                <a:gd name="connsiteX2" fmla="*/ 1060340 w 1168400"/>
                <a:gd name="connsiteY2" fmla="*/ 2355461 h 2360918"/>
                <a:gd name="connsiteX3" fmla="*/ 0 w 1168400"/>
                <a:gd name="connsiteY3" fmla="*/ 1180459 h 2360918"/>
                <a:gd name="connsiteX4" fmla="*/ 1060340 w 1168400"/>
                <a:gd name="connsiteY4" fmla="*/ 5457 h 2360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68400" h="2360918">
                  <a:moveTo>
                    <a:pt x="1168400" y="0"/>
                  </a:moveTo>
                  <a:lnTo>
                    <a:pt x="1168400" y="2360918"/>
                  </a:lnTo>
                  <a:lnTo>
                    <a:pt x="1060340" y="2355461"/>
                  </a:lnTo>
                  <a:cubicBezTo>
                    <a:pt x="464762" y="2294977"/>
                    <a:pt x="0" y="1791994"/>
                    <a:pt x="0" y="1180459"/>
                  </a:cubicBezTo>
                  <a:cubicBezTo>
                    <a:pt x="0" y="568924"/>
                    <a:pt x="464762" y="65941"/>
                    <a:pt x="1060340" y="5457"/>
                  </a:cubicBezTo>
                  <a:close/>
                </a:path>
              </a:pathLst>
            </a:custGeom>
            <a:solidFill>
              <a:srgbClr val="FFC73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DD73F442-B2F9-477E-B4DE-956CBA09D9C3}"/>
                </a:ext>
              </a:extLst>
            </p:cNvPr>
            <p:cNvSpPr txBox="1"/>
            <p:nvPr/>
          </p:nvSpPr>
          <p:spPr>
            <a:xfrm rot="16200000">
              <a:off x="9117129" y="3189611"/>
              <a:ext cx="199208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 dirty="0">
                  <a:solidFill>
                    <a:srgbClr val="F0EEF0"/>
                  </a:solidFill>
                  <a:latin typeface="Tw Cen MT" panose="020B0602020104020603" pitchFamily="34" charset="0"/>
                </a:rPr>
                <a:t>timeline</a:t>
              </a:r>
            </a:p>
          </p:txBody>
        </p:sp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7654DCD4-7920-4D83-8D7F-6D3A71A169A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9385467" y="3247473"/>
              <a:ext cx="530600" cy="530600"/>
            </a:xfrm>
            <a:prstGeom prst="rect">
              <a:avLst/>
            </a:prstGeom>
          </p:spPr>
        </p:pic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7A67CF96-B24C-4BAD-8466-B32ECC2753A1}"/>
              </a:ext>
            </a:extLst>
          </p:cNvPr>
          <p:cNvGrpSpPr/>
          <p:nvPr/>
        </p:nvGrpSpPr>
        <p:grpSpPr>
          <a:xfrm>
            <a:off x="-7985197" y="0"/>
            <a:ext cx="9574094" cy="6858000"/>
            <a:chOff x="491575" y="0"/>
            <a:chExt cx="9574094" cy="6858000"/>
          </a:xfrm>
        </p:grpSpPr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8B7B7434-49BE-47D6-BAE6-9B9134F0EC8C}"/>
                </a:ext>
              </a:extLst>
            </p:cNvPr>
            <p:cNvSpPr/>
            <p:nvPr/>
          </p:nvSpPr>
          <p:spPr>
            <a:xfrm>
              <a:off x="491575" y="0"/>
              <a:ext cx="9574094" cy="6858000"/>
            </a:xfrm>
            <a:prstGeom prst="rect">
              <a:avLst/>
            </a:prstGeom>
            <a:solidFill>
              <a:srgbClr val="F0EEF0"/>
            </a:solidFill>
            <a:ln>
              <a:noFill/>
            </a:ln>
            <a:effectLst>
              <a:outerShdw blurRad="215900" dist="38100" sx="101000" sy="101000" algn="l" rotWithShape="0">
                <a:schemeClr val="tx1">
                  <a:lumMod val="65000"/>
                  <a:lumOff val="35000"/>
                  <a:alpha val="35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080296C0-D397-432D-B5A1-CA7DA186EB14}"/>
                </a:ext>
              </a:extLst>
            </p:cNvPr>
            <p:cNvSpPr/>
            <p:nvPr/>
          </p:nvSpPr>
          <p:spPr>
            <a:xfrm>
              <a:off x="8897260" y="2337440"/>
              <a:ext cx="1168400" cy="2360918"/>
            </a:xfrm>
            <a:custGeom>
              <a:avLst/>
              <a:gdLst>
                <a:gd name="connsiteX0" fmla="*/ 1168400 w 1168400"/>
                <a:gd name="connsiteY0" fmla="*/ 0 h 2360918"/>
                <a:gd name="connsiteX1" fmla="*/ 1168400 w 1168400"/>
                <a:gd name="connsiteY1" fmla="*/ 2360918 h 2360918"/>
                <a:gd name="connsiteX2" fmla="*/ 1060340 w 1168400"/>
                <a:gd name="connsiteY2" fmla="*/ 2355461 h 2360918"/>
                <a:gd name="connsiteX3" fmla="*/ 0 w 1168400"/>
                <a:gd name="connsiteY3" fmla="*/ 1180459 h 2360918"/>
                <a:gd name="connsiteX4" fmla="*/ 1060340 w 1168400"/>
                <a:gd name="connsiteY4" fmla="*/ 5457 h 2360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68400" h="2360918">
                  <a:moveTo>
                    <a:pt x="1168400" y="0"/>
                  </a:moveTo>
                  <a:lnTo>
                    <a:pt x="1168400" y="2360918"/>
                  </a:lnTo>
                  <a:lnTo>
                    <a:pt x="1060340" y="2355461"/>
                  </a:lnTo>
                  <a:cubicBezTo>
                    <a:pt x="464762" y="2294977"/>
                    <a:pt x="0" y="1791994"/>
                    <a:pt x="0" y="1180459"/>
                  </a:cubicBezTo>
                  <a:cubicBezTo>
                    <a:pt x="0" y="568924"/>
                    <a:pt x="464762" y="65941"/>
                    <a:pt x="1060340" y="5457"/>
                  </a:cubicBezTo>
                  <a:close/>
                </a:path>
              </a:pathLst>
            </a:custGeom>
            <a:solidFill>
              <a:srgbClr val="5D737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73DE47E8-526D-4A96-A671-69E14D20D1EB}"/>
                </a:ext>
              </a:extLst>
            </p:cNvPr>
            <p:cNvSpPr txBox="1"/>
            <p:nvPr/>
          </p:nvSpPr>
          <p:spPr>
            <a:xfrm rot="16200000">
              <a:off x="8746453" y="3189610"/>
              <a:ext cx="199208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 dirty="0">
                  <a:solidFill>
                    <a:srgbClr val="F0EEF0"/>
                  </a:solidFill>
                  <a:latin typeface="Tw Cen MT" panose="020B0602020104020603" pitchFamily="34" charset="0"/>
                </a:rPr>
                <a:t>teams</a:t>
              </a:r>
            </a:p>
          </p:txBody>
        </p:sp>
        <p:pic>
          <p:nvPicPr>
            <p:cNvPr id="83" name="Picture 82">
              <a:extLst>
                <a:ext uri="{FF2B5EF4-FFF2-40B4-BE49-F238E27FC236}">
                  <a16:creationId xmlns:a16="http://schemas.microsoft.com/office/drawing/2014/main" id="{7FD4AAEC-83E5-4832-BEA2-517A195B2A7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8992269" y="3247473"/>
              <a:ext cx="530600" cy="530600"/>
            </a:xfrm>
            <a:prstGeom prst="rect">
              <a:avLst/>
            </a:prstGeom>
          </p:spPr>
        </p:pic>
      </p:grpSp>
      <p:sp>
        <p:nvSpPr>
          <p:cNvPr id="84" name="Rectangle 83">
            <a:extLst>
              <a:ext uri="{FF2B5EF4-FFF2-40B4-BE49-F238E27FC236}">
                <a16:creationId xmlns:a16="http://schemas.microsoft.com/office/drawing/2014/main" id="{3C6BBB46-3AAE-49B1-8F56-3535CC357FEB}"/>
              </a:ext>
            </a:extLst>
          </p:cNvPr>
          <p:cNvSpPr/>
          <p:nvPr/>
        </p:nvSpPr>
        <p:spPr>
          <a:xfrm>
            <a:off x="-7962177" y="-1"/>
            <a:ext cx="5781368" cy="6858000"/>
          </a:xfrm>
          <a:prstGeom prst="rect">
            <a:avLst/>
          </a:prstGeom>
          <a:solidFill>
            <a:srgbClr val="F0EEF0"/>
          </a:solidFill>
          <a:ln>
            <a:noFill/>
          </a:ln>
          <a:effectLst>
            <a:outerShdw blurRad="215900" dist="38100" sx="101000" sy="101000" algn="l" rotWithShape="0">
              <a:schemeClr val="tx1">
                <a:lumMod val="65000"/>
                <a:lumOff val="35000"/>
                <a:alpha val="3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5" name="Group 84">
            <a:extLst>
              <a:ext uri="{FF2B5EF4-FFF2-40B4-BE49-F238E27FC236}">
                <a16:creationId xmlns:a16="http://schemas.microsoft.com/office/drawing/2014/main" id="{FA452EB0-3109-45BB-9389-19F84818FE30}"/>
              </a:ext>
            </a:extLst>
          </p:cNvPr>
          <p:cNvGrpSpPr/>
          <p:nvPr/>
        </p:nvGrpSpPr>
        <p:grpSpPr>
          <a:xfrm>
            <a:off x="-7638543" y="-1"/>
            <a:ext cx="8692332" cy="6858000"/>
            <a:chOff x="718505" y="-1"/>
            <a:chExt cx="8692332" cy="6858000"/>
          </a:xfrm>
        </p:grpSpPr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DF941D0C-24DA-4E77-BE08-34D6F94BD6FB}"/>
                </a:ext>
              </a:extLst>
            </p:cNvPr>
            <p:cNvSpPr/>
            <p:nvPr/>
          </p:nvSpPr>
          <p:spPr>
            <a:xfrm>
              <a:off x="718505" y="-1"/>
              <a:ext cx="8692331" cy="6858000"/>
            </a:xfrm>
            <a:prstGeom prst="rect">
              <a:avLst/>
            </a:prstGeom>
            <a:solidFill>
              <a:srgbClr val="F0EEF0"/>
            </a:solidFill>
            <a:ln>
              <a:noFill/>
            </a:ln>
            <a:effectLst>
              <a:outerShdw blurRad="215900" dist="38100" sx="101000" sy="101000" algn="l" rotWithShape="0">
                <a:schemeClr val="tx1">
                  <a:lumMod val="65000"/>
                  <a:lumOff val="35000"/>
                  <a:alpha val="35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09747D82-077A-45F5-8822-6A7F978E7845}"/>
                </a:ext>
              </a:extLst>
            </p:cNvPr>
            <p:cNvSpPr/>
            <p:nvPr/>
          </p:nvSpPr>
          <p:spPr>
            <a:xfrm>
              <a:off x="8242436" y="2337439"/>
              <a:ext cx="1168400" cy="2360918"/>
            </a:xfrm>
            <a:custGeom>
              <a:avLst/>
              <a:gdLst>
                <a:gd name="connsiteX0" fmla="*/ 1168400 w 1168400"/>
                <a:gd name="connsiteY0" fmla="*/ 0 h 2360918"/>
                <a:gd name="connsiteX1" fmla="*/ 1168400 w 1168400"/>
                <a:gd name="connsiteY1" fmla="*/ 2360918 h 2360918"/>
                <a:gd name="connsiteX2" fmla="*/ 1060340 w 1168400"/>
                <a:gd name="connsiteY2" fmla="*/ 2355461 h 2360918"/>
                <a:gd name="connsiteX3" fmla="*/ 0 w 1168400"/>
                <a:gd name="connsiteY3" fmla="*/ 1180459 h 2360918"/>
                <a:gd name="connsiteX4" fmla="*/ 1060340 w 1168400"/>
                <a:gd name="connsiteY4" fmla="*/ 5457 h 2360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68400" h="2360918">
                  <a:moveTo>
                    <a:pt x="1168400" y="0"/>
                  </a:moveTo>
                  <a:lnTo>
                    <a:pt x="1168400" y="2360918"/>
                  </a:lnTo>
                  <a:lnTo>
                    <a:pt x="1060340" y="2355461"/>
                  </a:lnTo>
                  <a:cubicBezTo>
                    <a:pt x="464762" y="2294977"/>
                    <a:pt x="0" y="1791994"/>
                    <a:pt x="0" y="1180459"/>
                  </a:cubicBezTo>
                  <a:cubicBezTo>
                    <a:pt x="0" y="568924"/>
                    <a:pt x="464762" y="65941"/>
                    <a:pt x="1060340" y="5457"/>
                  </a:cubicBezTo>
                  <a:close/>
                </a:path>
              </a:pathLst>
            </a:cu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D0B26FA9-EA76-44C1-BA33-E4EBB060AC7E}"/>
                </a:ext>
              </a:extLst>
            </p:cNvPr>
            <p:cNvSpPr txBox="1"/>
            <p:nvPr/>
          </p:nvSpPr>
          <p:spPr>
            <a:xfrm rot="16200000">
              <a:off x="8091629" y="3189609"/>
              <a:ext cx="199208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 dirty="0">
                  <a:solidFill>
                    <a:srgbClr val="F0EEF0"/>
                  </a:solidFill>
                  <a:latin typeface="Tw Cen MT" panose="020B0602020104020603" pitchFamily="34" charset="0"/>
                </a:rPr>
                <a:t>services</a:t>
              </a:r>
            </a:p>
          </p:txBody>
        </p:sp>
        <p:pic>
          <p:nvPicPr>
            <p:cNvPr id="89" name="Picture 88">
              <a:extLst>
                <a:ext uri="{FF2B5EF4-FFF2-40B4-BE49-F238E27FC236}">
                  <a16:creationId xmlns:a16="http://schemas.microsoft.com/office/drawing/2014/main" id="{EF138C1A-5B68-42BE-B6B8-0EE1F473856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8340472" y="3247473"/>
              <a:ext cx="530600" cy="530600"/>
            </a:xfrm>
            <a:prstGeom prst="rect">
              <a:avLst/>
            </a:prstGeom>
          </p:spPr>
        </p:pic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2C48F6F2-7791-4D91-ADEC-77FE8FA739E3}"/>
              </a:ext>
            </a:extLst>
          </p:cNvPr>
          <p:cNvGrpSpPr/>
          <p:nvPr/>
        </p:nvGrpSpPr>
        <p:grpSpPr>
          <a:xfrm>
            <a:off x="-9395082" y="-1"/>
            <a:ext cx="9927504" cy="6858000"/>
            <a:chOff x="-9337032" y="-1"/>
            <a:chExt cx="9927504" cy="6858000"/>
          </a:xfrm>
        </p:grpSpPr>
        <p:sp>
          <p:nvSpPr>
            <p:cNvPr id="91" name="Rectangle 90">
              <a:extLst>
                <a:ext uri="{FF2B5EF4-FFF2-40B4-BE49-F238E27FC236}">
                  <a16:creationId xmlns:a16="http://schemas.microsoft.com/office/drawing/2014/main" id="{F8ED37E9-9873-442F-9B7C-7F4BC1A8F51E}"/>
                </a:ext>
              </a:extLst>
            </p:cNvPr>
            <p:cNvSpPr/>
            <p:nvPr/>
          </p:nvSpPr>
          <p:spPr>
            <a:xfrm>
              <a:off x="-9337032" y="-1"/>
              <a:ext cx="9923504" cy="6858000"/>
            </a:xfrm>
            <a:prstGeom prst="rect">
              <a:avLst/>
            </a:prstGeom>
            <a:solidFill>
              <a:srgbClr val="F0EEF0"/>
            </a:solidFill>
            <a:ln>
              <a:noFill/>
            </a:ln>
            <a:effectLst>
              <a:outerShdw blurRad="215900" dist="38100" sx="101000" sy="101000" algn="l" rotWithShape="0">
                <a:schemeClr val="tx1">
                  <a:lumMod val="65000"/>
                  <a:lumOff val="35000"/>
                  <a:alpha val="35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F2E020DE-B46A-4F47-97AB-BB6C9038FA2E}"/>
                </a:ext>
              </a:extLst>
            </p:cNvPr>
            <p:cNvSpPr/>
            <p:nvPr/>
          </p:nvSpPr>
          <p:spPr>
            <a:xfrm>
              <a:off x="-577928" y="2337438"/>
              <a:ext cx="1168400" cy="2360918"/>
            </a:xfrm>
            <a:custGeom>
              <a:avLst/>
              <a:gdLst>
                <a:gd name="connsiteX0" fmla="*/ 1168400 w 1168400"/>
                <a:gd name="connsiteY0" fmla="*/ 0 h 2360918"/>
                <a:gd name="connsiteX1" fmla="*/ 1168400 w 1168400"/>
                <a:gd name="connsiteY1" fmla="*/ 2360918 h 2360918"/>
                <a:gd name="connsiteX2" fmla="*/ 1060340 w 1168400"/>
                <a:gd name="connsiteY2" fmla="*/ 2355461 h 2360918"/>
                <a:gd name="connsiteX3" fmla="*/ 0 w 1168400"/>
                <a:gd name="connsiteY3" fmla="*/ 1180459 h 2360918"/>
                <a:gd name="connsiteX4" fmla="*/ 1060340 w 1168400"/>
                <a:gd name="connsiteY4" fmla="*/ 5457 h 2360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68400" h="2360918">
                  <a:moveTo>
                    <a:pt x="1168400" y="0"/>
                  </a:moveTo>
                  <a:lnTo>
                    <a:pt x="1168400" y="2360918"/>
                  </a:lnTo>
                  <a:lnTo>
                    <a:pt x="1060340" y="2355461"/>
                  </a:lnTo>
                  <a:cubicBezTo>
                    <a:pt x="464762" y="2294977"/>
                    <a:pt x="0" y="1791994"/>
                    <a:pt x="0" y="1180459"/>
                  </a:cubicBezTo>
                  <a:cubicBezTo>
                    <a:pt x="0" y="568924"/>
                    <a:pt x="464762" y="65941"/>
                    <a:pt x="1060340" y="5457"/>
                  </a:cubicBezTo>
                  <a:close/>
                </a:path>
              </a:pathLst>
            </a:custGeom>
            <a:solidFill>
              <a:srgbClr val="00A0A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7CF05B7C-3B2D-4CAB-9132-7B756B442063}"/>
                </a:ext>
              </a:extLst>
            </p:cNvPr>
            <p:cNvSpPr txBox="1"/>
            <p:nvPr/>
          </p:nvSpPr>
          <p:spPr>
            <a:xfrm rot="16200000">
              <a:off x="-738260" y="3189608"/>
              <a:ext cx="199208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 dirty="0">
                  <a:solidFill>
                    <a:srgbClr val="F0EEF0"/>
                  </a:solidFill>
                  <a:latin typeface="Tw Cen MT" panose="020B0602020104020603" pitchFamily="34" charset="0"/>
                </a:rPr>
                <a:t>follow</a:t>
              </a:r>
            </a:p>
          </p:txBody>
        </p:sp>
        <p:pic>
          <p:nvPicPr>
            <p:cNvPr id="94" name="Picture 93">
              <a:extLst>
                <a:ext uri="{FF2B5EF4-FFF2-40B4-BE49-F238E27FC236}">
                  <a16:creationId xmlns:a16="http://schemas.microsoft.com/office/drawing/2014/main" id="{A04E2F48-2025-4003-B590-1DD95771063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-491912" y="3247473"/>
              <a:ext cx="530600" cy="530600"/>
            </a:xfrm>
            <a:prstGeom prst="rect">
              <a:avLst/>
            </a:prstGeom>
          </p:spPr>
        </p:pic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183EA2CA-A17F-4A6A-AC3E-6F8757F77880}"/>
              </a:ext>
            </a:extLst>
          </p:cNvPr>
          <p:cNvGrpSpPr/>
          <p:nvPr/>
        </p:nvGrpSpPr>
        <p:grpSpPr>
          <a:xfrm>
            <a:off x="7976170" y="1491437"/>
            <a:ext cx="1805441" cy="1894017"/>
            <a:chOff x="6381342" y="2182683"/>
            <a:chExt cx="1805441" cy="1894017"/>
          </a:xfrm>
        </p:grpSpPr>
        <p:sp>
          <p:nvSpPr>
            <p:cNvPr id="97" name="Rectangle: Top Corners Rounded 96">
              <a:extLst>
                <a:ext uri="{FF2B5EF4-FFF2-40B4-BE49-F238E27FC236}">
                  <a16:creationId xmlns:a16="http://schemas.microsoft.com/office/drawing/2014/main" id="{225A95EB-3596-4C52-91EE-39023E85BE2D}"/>
                </a:ext>
              </a:extLst>
            </p:cNvPr>
            <p:cNvSpPr/>
            <p:nvPr/>
          </p:nvSpPr>
          <p:spPr>
            <a:xfrm>
              <a:off x="6488272" y="2209800"/>
              <a:ext cx="1591582" cy="1866900"/>
            </a:xfrm>
            <a:prstGeom prst="round2SameRect">
              <a:avLst>
                <a:gd name="adj1" fmla="val 12063"/>
                <a:gd name="adj2" fmla="val 0"/>
              </a:avLst>
            </a:prstGeom>
            <a:solidFill>
              <a:srgbClr val="FEC63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D9A6427C-7201-480C-B8BA-C01C9BCA7B52}"/>
                </a:ext>
              </a:extLst>
            </p:cNvPr>
            <p:cNvSpPr txBox="1"/>
            <p:nvPr/>
          </p:nvSpPr>
          <p:spPr>
            <a:xfrm>
              <a:off x="6381342" y="2182683"/>
              <a:ext cx="180544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 dirty="0">
                  <a:solidFill>
                    <a:srgbClr val="E6E7E9"/>
                  </a:solidFill>
                  <a:latin typeface="Tw Cen MT" panose="020B0602020104020603" pitchFamily="34" charset="0"/>
                </a:rPr>
                <a:t>BAB</a:t>
              </a:r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74F68486-5533-4B47-B6BA-92533CBB4036}"/>
                </a:ext>
              </a:extLst>
            </p:cNvPr>
            <p:cNvSpPr txBox="1"/>
            <p:nvPr/>
          </p:nvSpPr>
          <p:spPr>
            <a:xfrm>
              <a:off x="6836846" y="2563851"/>
              <a:ext cx="894432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000" b="1" dirty="0">
                  <a:solidFill>
                    <a:srgbClr val="E6E7E9"/>
                  </a:solidFill>
                  <a:latin typeface="Tw Cen MT" panose="020B0602020104020603" pitchFamily="34" charset="0"/>
                </a:rPr>
                <a:t>3</a:t>
              </a:r>
            </a:p>
          </p:txBody>
        </p:sp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12310FCA-56F2-4778-94B7-C1B5FD53AE20}"/>
              </a:ext>
            </a:extLst>
          </p:cNvPr>
          <p:cNvGrpSpPr/>
          <p:nvPr/>
        </p:nvGrpSpPr>
        <p:grpSpPr>
          <a:xfrm>
            <a:off x="5479293" y="1491437"/>
            <a:ext cx="1805441" cy="1894017"/>
            <a:chOff x="3884465" y="2182683"/>
            <a:chExt cx="1805441" cy="1894017"/>
          </a:xfrm>
        </p:grpSpPr>
        <p:sp>
          <p:nvSpPr>
            <p:cNvPr id="101" name="Rectangle: Top Corners Rounded 100">
              <a:extLst>
                <a:ext uri="{FF2B5EF4-FFF2-40B4-BE49-F238E27FC236}">
                  <a16:creationId xmlns:a16="http://schemas.microsoft.com/office/drawing/2014/main" id="{E792FABC-AA8F-4748-B8FA-DBB9112863AC}"/>
                </a:ext>
              </a:extLst>
            </p:cNvPr>
            <p:cNvSpPr/>
            <p:nvPr/>
          </p:nvSpPr>
          <p:spPr>
            <a:xfrm>
              <a:off x="3991395" y="2209800"/>
              <a:ext cx="1591582" cy="1866900"/>
            </a:xfrm>
            <a:prstGeom prst="round2SameRect">
              <a:avLst>
                <a:gd name="adj1" fmla="val 12063"/>
                <a:gd name="adj2" fmla="val 0"/>
              </a:avLst>
            </a:prstGeom>
            <a:solidFill>
              <a:srgbClr val="52CBB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83919267-9DA5-4811-B4F4-94D72398E7FD}"/>
                </a:ext>
              </a:extLst>
            </p:cNvPr>
            <p:cNvSpPr txBox="1"/>
            <p:nvPr/>
          </p:nvSpPr>
          <p:spPr>
            <a:xfrm>
              <a:off x="3884465" y="2182683"/>
              <a:ext cx="180544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 dirty="0">
                  <a:solidFill>
                    <a:srgbClr val="E6E7E9"/>
                  </a:solidFill>
                  <a:latin typeface="Tw Cen MT" panose="020B0602020104020603" pitchFamily="34" charset="0"/>
                </a:rPr>
                <a:t>BAB</a:t>
              </a:r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FECB41C1-3E79-45AA-B100-38C9E092C776}"/>
                </a:ext>
              </a:extLst>
            </p:cNvPr>
            <p:cNvSpPr txBox="1"/>
            <p:nvPr/>
          </p:nvSpPr>
          <p:spPr>
            <a:xfrm>
              <a:off x="4339969" y="2563851"/>
              <a:ext cx="894432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000" b="1" dirty="0">
                  <a:solidFill>
                    <a:srgbClr val="E6E7E9"/>
                  </a:solidFill>
                  <a:latin typeface="Tw Cen MT" panose="020B0602020104020603" pitchFamily="34" charset="0"/>
                </a:rPr>
                <a:t>2</a:t>
              </a:r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A87830BE-EEF7-4034-8ABE-3212DB467DB4}"/>
              </a:ext>
            </a:extLst>
          </p:cNvPr>
          <p:cNvGrpSpPr/>
          <p:nvPr/>
        </p:nvGrpSpPr>
        <p:grpSpPr>
          <a:xfrm>
            <a:off x="2982416" y="1491437"/>
            <a:ext cx="1805441" cy="1894017"/>
            <a:chOff x="1387588" y="2182683"/>
            <a:chExt cx="1805441" cy="1894017"/>
          </a:xfrm>
        </p:grpSpPr>
        <p:sp>
          <p:nvSpPr>
            <p:cNvPr id="105" name="Rectangle: Top Corners Rounded 104">
              <a:extLst>
                <a:ext uri="{FF2B5EF4-FFF2-40B4-BE49-F238E27FC236}">
                  <a16:creationId xmlns:a16="http://schemas.microsoft.com/office/drawing/2014/main" id="{F1B87F23-BD02-4DB3-947D-2F61C5B87FEF}"/>
                </a:ext>
              </a:extLst>
            </p:cNvPr>
            <p:cNvSpPr/>
            <p:nvPr/>
          </p:nvSpPr>
          <p:spPr>
            <a:xfrm>
              <a:off x="1494518" y="2209800"/>
              <a:ext cx="1591582" cy="1866900"/>
            </a:xfrm>
            <a:prstGeom prst="round2SameRect">
              <a:avLst>
                <a:gd name="adj1" fmla="val 12063"/>
                <a:gd name="adj2" fmla="val 0"/>
              </a:avLst>
            </a:prstGeom>
            <a:solidFill>
              <a:srgbClr val="FF596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5D8301A0-49D9-41A5-A227-2E35458E6401}"/>
                </a:ext>
              </a:extLst>
            </p:cNvPr>
            <p:cNvSpPr txBox="1"/>
            <p:nvPr/>
          </p:nvSpPr>
          <p:spPr>
            <a:xfrm>
              <a:off x="1387588" y="2182683"/>
              <a:ext cx="180544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 dirty="0">
                  <a:solidFill>
                    <a:srgbClr val="E6E7E9"/>
                  </a:solidFill>
                  <a:latin typeface="Tw Cen MT" panose="020B0602020104020603" pitchFamily="34" charset="0"/>
                </a:rPr>
                <a:t>BAB</a:t>
              </a:r>
            </a:p>
          </p:txBody>
        </p:sp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236675CF-5B12-4D6B-8C03-F29656450255}"/>
                </a:ext>
              </a:extLst>
            </p:cNvPr>
            <p:cNvSpPr txBox="1"/>
            <p:nvPr/>
          </p:nvSpPr>
          <p:spPr>
            <a:xfrm>
              <a:off x="1843092" y="2563851"/>
              <a:ext cx="894432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000" b="1" dirty="0">
                  <a:solidFill>
                    <a:srgbClr val="E6E7E9"/>
                  </a:solidFill>
                  <a:latin typeface="Tw Cen MT" panose="020B0602020104020603" pitchFamily="34" charset="0"/>
                </a:rPr>
                <a:t>1</a:t>
              </a:r>
            </a:p>
          </p:txBody>
        </p:sp>
      </p:grpSp>
      <p:sp>
        <p:nvSpPr>
          <p:cNvPr id="108" name="Freeform: Shape 107">
            <a:extLst>
              <a:ext uri="{FF2B5EF4-FFF2-40B4-BE49-F238E27FC236}">
                <a16:creationId xmlns:a16="http://schemas.microsoft.com/office/drawing/2014/main" id="{48958204-CE05-4E79-AC55-C76FBB79E37F}"/>
              </a:ext>
            </a:extLst>
          </p:cNvPr>
          <p:cNvSpPr/>
          <p:nvPr/>
        </p:nvSpPr>
        <p:spPr>
          <a:xfrm flipV="1">
            <a:off x="3089346" y="2452004"/>
            <a:ext cx="1591582" cy="3031986"/>
          </a:xfrm>
          <a:custGeom>
            <a:avLst/>
            <a:gdLst>
              <a:gd name="connsiteX0" fmla="*/ 0 w 1591582"/>
              <a:gd name="connsiteY0" fmla="*/ 3031986 h 3031986"/>
              <a:gd name="connsiteX1" fmla="*/ 357641 w 1591582"/>
              <a:gd name="connsiteY1" fmla="*/ 3031986 h 3031986"/>
              <a:gd name="connsiteX2" fmla="*/ 795791 w 1591582"/>
              <a:gd name="connsiteY2" fmla="*/ 2593836 h 3031986"/>
              <a:gd name="connsiteX3" fmla="*/ 1233941 w 1591582"/>
              <a:gd name="connsiteY3" fmla="*/ 3031986 h 3031986"/>
              <a:gd name="connsiteX4" fmla="*/ 1591582 w 1591582"/>
              <a:gd name="connsiteY4" fmla="*/ 3031986 h 3031986"/>
              <a:gd name="connsiteX5" fmla="*/ 1591582 w 1591582"/>
              <a:gd name="connsiteY5" fmla="*/ 314242 h 3031986"/>
              <a:gd name="connsiteX6" fmla="*/ 1277340 w 1591582"/>
              <a:gd name="connsiteY6" fmla="*/ 0 h 3031986"/>
              <a:gd name="connsiteX7" fmla="*/ 314242 w 1591582"/>
              <a:gd name="connsiteY7" fmla="*/ 0 h 3031986"/>
              <a:gd name="connsiteX8" fmla="*/ 0 w 1591582"/>
              <a:gd name="connsiteY8" fmla="*/ 314242 h 30319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91582" h="3031986">
                <a:moveTo>
                  <a:pt x="0" y="3031986"/>
                </a:moveTo>
                <a:lnTo>
                  <a:pt x="357641" y="3031986"/>
                </a:lnTo>
                <a:cubicBezTo>
                  <a:pt x="357641" y="2790002"/>
                  <a:pt x="553807" y="2593836"/>
                  <a:pt x="795791" y="2593836"/>
                </a:cubicBezTo>
                <a:cubicBezTo>
                  <a:pt x="1037775" y="2593836"/>
                  <a:pt x="1233941" y="2790002"/>
                  <a:pt x="1233941" y="3031986"/>
                </a:cubicBezTo>
                <a:lnTo>
                  <a:pt x="1591582" y="3031986"/>
                </a:lnTo>
                <a:lnTo>
                  <a:pt x="1591582" y="314242"/>
                </a:lnTo>
                <a:cubicBezTo>
                  <a:pt x="1591582" y="140691"/>
                  <a:pt x="1450891" y="0"/>
                  <a:pt x="1277340" y="0"/>
                </a:cubicBezTo>
                <a:lnTo>
                  <a:pt x="314242" y="0"/>
                </a:lnTo>
                <a:cubicBezTo>
                  <a:pt x="140691" y="0"/>
                  <a:pt x="0" y="140691"/>
                  <a:pt x="0" y="314242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  <a:effectLst>
            <a:outerShdw blurRad="127000" sx="107000" sy="107000" algn="ctr" rotWithShape="0">
              <a:prstClr val="black">
                <a:alpha val="2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Freeform: Shape 108">
            <a:extLst>
              <a:ext uri="{FF2B5EF4-FFF2-40B4-BE49-F238E27FC236}">
                <a16:creationId xmlns:a16="http://schemas.microsoft.com/office/drawing/2014/main" id="{406A5A75-24F0-496A-82D6-E2B37B100BBD}"/>
              </a:ext>
            </a:extLst>
          </p:cNvPr>
          <p:cNvSpPr/>
          <p:nvPr/>
        </p:nvSpPr>
        <p:spPr>
          <a:xfrm flipV="1">
            <a:off x="5586223" y="2452004"/>
            <a:ext cx="1591582" cy="3031986"/>
          </a:xfrm>
          <a:custGeom>
            <a:avLst/>
            <a:gdLst>
              <a:gd name="connsiteX0" fmla="*/ 0 w 1591582"/>
              <a:gd name="connsiteY0" fmla="*/ 3031986 h 3031986"/>
              <a:gd name="connsiteX1" fmla="*/ 357641 w 1591582"/>
              <a:gd name="connsiteY1" fmla="*/ 3031986 h 3031986"/>
              <a:gd name="connsiteX2" fmla="*/ 795791 w 1591582"/>
              <a:gd name="connsiteY2" fmla="*/ 2593836 h 3031986"/>
              <a:gd name="connsiteX3" fmla="*/ 1233941 w 1591582"/>
              <a:gd name="connsiteY3" fmla="*/ 3031986 h 3031986"/>
              <a:gd name="connsiteX4" fmla="*/ 1591582 w 1591582"/>
              <a:gd name="connsiteY4" fmla="*/ 3031986 h 3031986"/>
              <a:gd name="connsiteX5" fmla="*/ 1591582 w 1591582"/>
              <a:gd name="connsiteY5" fmla="*/ 314242 h 3031986"/>
              <a:gd name="connsiteX6" fmla="*/ 1277340 w 1591582"/>
              <a:gd name="connsiteY6" fmla="*/ 0 h 3031986"/>
              <a:gd name="connsiteX7" fmla="*/ 314242 w 1591582"/>
              <a:gd name="connsiteY7" fmla="*/ 0 h 3031986"/>
              <a:gd name="connsiteX8" fmla="*/ 0 w 1591582"/>
              <a:gd name="connsiteY8" fmla="*/ 314242 h 30319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91582" h="3031986">
                <a:moveTo>
                  <a:pt x="0" y="3031986"/>
                </a:moveTo>
                <a:lnTo>
                  <a:pt x="357641" y="3031986"/>
                </a:lnTo>
                <a:cubicBezTo>
                  <a:pt x="357641" y="2790002"/>
                  <a:pt x="553807" y="2593836"/>
                  <a:pt x="795791" y="2593836"/>
                </a:cubicBezTo>
                <a:cubicBezTo>
                  <a:pt x="1037775" y="2593836"/>
                  <a:pt x="1233941" y="2790002"/>
                  <a:pt x="1233941" y="3031986"/>
                </a:cubicBezTo>
                <a:lnTo>
                  <a:pt x="1591582" y="3031986"/>
                </a:lnTo>
                <a:lnTo>
                  <a:pt x="1591582" y="314242"/>
                </a:lnTo>
                <a:cubicBezTo>
                  <a:pt x="1591582" y="140691"/>
                  <a:pt x="1450891" y="0"/>
                  <a:pt x="1277340" y="0"/>
                </a:cubicBezTo>
                <a:lnTo>
                  <a:pt x="314242" y="0"/>
                </a:lnTo>
                <a:cubicBezTo>
                  <a:pt x="140691" y="0"/>
                  <a:pt x="0" y="140691"/>
                  <a:pt x="0" y="314242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  <a:effectLst>
            <a:outerShdw blurRad="127000" sx="107000" sy="107000" algn="ctr" rotWithShape="0">
              <a:prstClr val="black">
                <a:alpha val="2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Freeform: Shape 109">
            <a:extLst>
              <a:ext uri="{FF2B5EF4-FFF2-40B4-BE49-F238E27FC236}">
                <a16:creationId xmlns:a16="http://schemas.microsoft.com/office/drawing/2014/main" id="{B8C3E14B-EBB2-49A7-9A4E-9C6AFAF9A364}"/>
              </a:ext>
            </a:extLst>
          </p:cNvPr>
          <p:cNvSpPr/>
          <p:nvPr/>
        </p:nvSpPr>
        <p:spPr>
          <a:xfrm flipV="1">
            <a:off x="8083100" y="2452004"/>
            <a:ext cx="1591582" cy="3031986"/>
          </a:xfrm>
          <a:custGeom>
            <a:avLst/>
            <a:gdLst>
              <a:gd name="connsiteX0" fmla="*/ 0 w 1591582"/>
              <a:gd name="connsiteY0" fmla="*/ 3031986 h 3031986"/>
              <a:gd name="connsiteX1" fmla="*/ 357641 w 1591582"/>
              <a:gd name="connsiteY1" fmla="*/ 3031986 h 3031986"/>
              <a:gd name="connsiteX2" fmla="*/ 795791 w 1591582"/>
              <a:gd name="connsiteY2" fmla="*/ 2593836 h 3031986"/>
              <a:gd name="connsiteX3" fmla="*/ 1233941 w 1591582"/>
              <a:gd name="connsiteY3" fmla="*/ 3031986 h 3031986"/>
              <a:gd name="connsiteX4" fmla="*/ 1591582 w 1591582"/>
              <a:gd name="connsiteY4" fmla="*/ 3031986 h 3031986"/>
              <a:gd name="connsiteX5" fmla="*/ 1591582 w 1591582"/>
              <a:gd name="connsiteY5" fmla="*/ 314242 h 3031986"/>
              <a:gd name="connsiteX6" fmla="*/ 1277340 w 1591582"/>
              <a:gd name="connsiteY6" fmla="*/ 0 h 3031986"/>
              <a:gd name="connsiteX7" fmla="*/ 314242 w 1591582"/>
              <a:gd name="connsiteY7" fmla="*/ 0 h 3031986"/>
              <a:gd name="connsiteX8" fmla="*/ 0 w 1591582"/>
              <a:gd name="connsiteY8" fmla="*/ 314242 h 30319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91582" h="3031986">
                <a:moveTo>
                  <a:pt x="0" y="3031986"/>
                </a:moveTo>
                <a:lnTo>
                  <a:pt x="357641" y="3031986"/>
                </a:lnTo>
                <a:cubicBezTo>
                  <a:pt x="357641" y="2790002"/>
                  <a:pt x="553807" y="2593836"/>
                  <a:pt x="795791" y="2593836"/>
                </a:cubicBezTo>
                <a:cubicBezTo>
                  <a:pt x="1037775" y="2593836"/>
                  <a:pt x="1233941" y="2790002"/>
                  <a:pt x="1233941" y="3031986"/>
                </a:cubicBezTo>
                <a:lnTo>
                  <a:pt x="1591582" y="3031986"/>
                </a:lnTo>
                <a:lnTo>
                  <a:pt x="1591582" y="314242"/>
                </a:lnTo>
                <a:cubicBezTo>
                  <a:pt x="1591582" y="140691"/>
                  <a:pt x="1450891" y="0"/>
                  <a:pt x="1277340" y="0"/>
                </a:cubicBezTo>
                <a:lnTo>
                  <a:pt x="314242" y="0"/>
                </a:lnTo>
                <a:cubicBezTo>
                  <a:pt x="140691" y="0"/>
                  <a:pt x="0" y="140691"/>
                  <a:pt x="0" y="314242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  <a:effectLst>
            <a:outerShdw blurRad="127000" sx="107000" sy="107000" algn="ctr" rotWithShape="0">
              <a:prstClr val="black">
                <a:alpha val="2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oup 113">
            <a:extLst>
              <a:ext uri="{FF2B5EF4-FFF2-40B4-BE49-F238E27FC236}">
                <a16:creationId xmlns:a16="http://schemas.microsoft.com/office/drawing/2014/main" id="{8D94F991-2744-4D5C-BE57-A0C261539D2C}"/>
              </a:ext>
            </a:extLst>
          </p:cNvPr>
          <p:cNvGrpSpPr/>
          <p:nvPr/>
        </p:nvGrpSpPr>
        <p:grpSpPr>
          <a:xfrm>
            <a:off x="3083677" y="3146196"/>
            <a:ext cx="1591582" cy="617162"/>
            <a:chOff x="1488849" y="3837442"/>
            <a:chExt cx="1591582" cy="617162"/>
          </a:xfrm>
        </p:grpSpPr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8721CE74-40AC-4223-B129-B3A270C7429B}"/>
                </a:ext>
              </a:extLst>
            </p:cNvPr>
            <p:cNvSpPr txBox="1"/>
            <p:nvPr/>
          </p:nvSpPr>
          <p:spPr>
            <a:xfrm>
              <a:off x="1488849" y="3837442"/>
              <a:ext cx="159158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 err="1">
                  <a:solidFill>
                    <a:srgbClr val="FF5969"/>
                  </a:solidFill>
                  <a:latin typeface="Tw Cen MT" panose="020B0602020104020603" pitchFamily="34" charset="0"/>
                </a:rPr>
                <a:t>Pendahuluan</a:t>
              </a:r>
              <a:endParaRPr lang="en-US" b="1" dirty="0">
                <a:solidFill>
                  <a:srgbClr val="FF5969"/>
                </a:solidFill>
                <a:latin typeface="Tw Cen MT" panose="020B0602020104020603" pitchFamily="34" charset="0"/>
              </a:endParaRPr>
            </a:p>
          </p:txBody>
        </p:sp>
        <p:sp>
          <p:nvSpPr>
            <p:cNvPr id="116" name="TextBox 115">
              <a:extLst>
                <a:ext uri="{FF2B5EF4-FFF2-40B4-BE49-F238E27FC236}">
                  <a16:creationId xmlns:a16="http://schemas.microsoft.com/office/drawing/2014/main" id="{FC94FF53-E358-452A-A5CE-3296318ABBE9}"/>
                </a:ext>
              </a:extLst>
            </p:cNvPr>
            <p:cNvSpPr txBox="1"/>
            <p:nvPr/>
          </p:nvSpPr>
          <p:spPr>
            <a:xfrm>
              <a:off x="1488849" y="4146827"/>
              <a:ext cx="159158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1400" b="1" dirty="0">
                <a:solidFill>
                  <a:srgbClr val="A6A6A6"/>
                </a:solidFill>
                <a:latin typeface="Tw Cen MT" panose="020B0602020104020603" pitchFamily="34" charset="0"/>
              </a:endParaRPr>
            </a:p>
          </p:txBody>
        </p:sp>
      </p:grp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860A9D1F-EDAE-418D-A3C8-F8109A2B052A}"/>
              </a:ext>
            </a:extLst>
          </p:cNvPr>
          <p:cNvGrpSpPr/>
          <p:nvPr/>
        </p:nvGrpSpPr>
        <p:grpSpPr>
          <a:xfrm>
            <a:off x="5572502" y="3146196"/>
            <a:ext cx="1591582" cy="617162"/>
            <a:chOff x="3977674" y="3837442"/>
            <a:chExt cx="1591582" cy="617162"/>
          </a:xfrm>
        </p:grpSpPr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91705BAF-DCDA-4FDC-8DA1-1FBA870AE5C8}"/>
                </a:ext>
              </a:extLst>
            </p:cNvPr>
            <p:cNvSpPr txBox="1"/>
            <p:nvPr/>
          </p:nvSpPr>
          <p:spPr>
            <a:xfrm>
              <a:off x="3977674" y="3837442"/>
              <a:ext cx="159158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rgbClr val="52CBBE"/>
                  </a:solidFill>
                  <a:latin typeface="Tw Cen MT" panose="020B0602020104020603" pitchFamily="34" charset="0"/>
                </a:rPr>
                <a:t>Kajian </a:t>
              </a:r>
              <a:r>
                <a:rPr lang="en-US" b="1" dirty="0" err="1">
                  <a:solidFill>
                    <a:srgbClr val="52CBBE"/>
                  </a:solidFill>
                  <a:latin typeface="Tw Cen MT" panose="020B0602020104020603" pitchFamily="34" charset="0"/>
                </a:rPr>
                <a:t>Teori</a:t>
              </a:r>
              <a:endParaRPr lang="en-US" b="1" dirty="0">
                <a:solidFill>
                  <a:srgbClr val="52CBBE"/>
                </a:solidFill>
                <a:latin typeface="Tw Cen MT" panose="020B0602020104020603" pitchFamily="34" charset="0"/>
              </a:endParaRPr>
            </a:p>
          </p:txBody>
        </p: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BBD17202-B0A7-4912-9A5D-8F55518824B3}"/>
                </a:ext>
              </a:extLst>
            </p:cNvPr>
            <p:cNvSpPr txBox="1"/>
            <p:nvPr/>
          </p:nvSpPr>
          <p:spPr>
            <a:xfrm>
              <a:off x="3977674" y="4146827"/>
              <a:ext cx="159158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1400" b="1" dirty="0">
                <a:solidFill>
                  <a:srgbClr val="A6A6A6"/>
                </a:solidFill>
                <a:latin typeface="Tw Cen MT" panose="020B0602020104020603" pitchFamily="34" charset="0"/>
              </a:endParaRPr>
            </a:p>
          </p:txBody>
        </p:sp>
      </p:grpSp>
      <p:grpSp>
        <p:nvGrpSpPr>
          <p:cNvPr id="120" name="Group 119">
            <a:extLst>
              <a:ext uri="{FF2B5EF4-FFF2-40B4-BE49-F238E27FC236}">
                <a16:creationId xmlns:a16="http://schemas.microsoft.com/office/drawing/2014/main" id="{1F66AC79-730F-4E07-974E-4F08542F2C4A}"/>
              </a:ext>
            </a:extLst>
          </p:cNvPr>
          <p:cNvGrpSpPr/>
          <p:nvPr/>
        </p:nvGrpSpPr>
        <p:grpSpPr>
          <a:xfrm>
            <a:off x="8083100" y="3146196"/>
            <a:ext cx="1591582" cy="646331"/>
            <a:chOff x="6488272" y="3837442"/>
            <a:chExt cx="1591582" cy="646331"/>
          </a:xfrm>
        </p:grpSpPr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D025EBC6-5731-4D97-B58C-0E0C20D47817}"/>
                </a:ext>
              </a:extLst>
            </p:cNvPr>
            <p:cNvSpPr txBox="1"/>
            <p:nvPr/>
          </p:nvSpPr>
          <p:spPr>
            <a:xfrm>
              <a:off x="6488272" y="3837442"/>
              <a:ext cx="159158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 err="1">
                  <a:solidFill>
                    <a:srgbClr val="FEC630"/>
                  </a:solidFill>
                  <a:latin typeface="Tw Cen MT" panose="020B0602020104020603" pitchFamily="34" charset="0"/>
                </a:rPr>
                <a:t>Motedologi</a:t>
              </a:r>
              <a:r>
                <a:rPr lang="en-US" b="1" dirty="0">
                  <a:solidFill>
                    <a:srgbClr val="FEC630"/>
                  </a:solidFill>
                  <a:latin typeface="Tw Cen MT" panose="020B0602020104020603" pitchFamily="34" charset="0"/>
                </a:rPr>
                <a:t> </a:t>
              </a:r>
            </a:p>
            <a:p>
              <a:pPr algn="ctr"/>
              <a:r>
                <a:rPr lang="en-US" b="1" dirty="0" err="1">
                  <a:solidFill>
                    <a:srgbClr val="FEC630"/>
                  </a:solidFill>
                  <a:latin typeface="Tw Cen MT" panose="020B0602020104020603" pitchFamily="34" charset="0"/>
                </a:rPr>
                <a:t>Penelitian</a:t>
              </a:r>
              <a:endParaRPr lang="en-US" b="1" dirty="0">
                <a:solidFill>
                  <a:srgbClr val="FEC630"/>
                </a:solidFill>
                <a:latin typeface="Tw Cen MT" panose="020B0602020104020603" pitchFamily="34" charset="0"/>
              </a:endParaRPr>
            </a:p>
          </p:txBody>
        </p:sp>
        <p:sp>
          <p:nvSpPr>
            <p:cNvPr id="122" name="TextBox 121">
              <a:extLst>
                <a:ext uri="{FF2B5EF4-FFF2-40B4-BE49-F238E27FC236}">
                  <a16:creationId xmlns:a16="http://schemas.microsoft.com/office/drawing/2014/main" id="{B38973E8-8FEC-48EF-89C3-A1086AD31515}"/>
                </a:ext>
              </a:extLst>
            </p:cNvPr>
            <p:cNvSpPr txBox="1"/>
            <p:nvPr/>
          </p:nvSpPr>
          <p:spPr>
            <a:xfrm>
              <a:off x="6488272" y="4146827"/>
              <a:ext cx="159158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1400" b="1" dirty="0">
                <a:solidFill>
                  <a:srgbClr val="A6A6A6"/>
                </a:solidFill>
                <a:latin typeface="Tw Cen MT" panose="020B0602020104020603" pitchFamily="34" charset="0"/>
              </a:endParaRPr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D1E1EB09-3B7F-4AD1-85F5-A963B8B7D48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5659" y="4229239"/>
            <a:ext cx="894354" cy="89435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4331A99-A934-4099-9190-67078252B1A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21947" y="4229326"/>
            <a:ext cx="897858" cy="89785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5285DFE-7CB0-4F85-899B-F151E785F8D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31674" y="4229239"/>
            <a:ext cx="907482" cy="907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84798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0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10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42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0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10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250"/>
                            </p:stCondLst>
                            <p:childTnLst>
                              <p:par>
                                <p:cTn id="17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750"/>
                            </p:stCondLst>
                            <p:childTnLst>
                              <p:par>
                                <p:cTn id="28" presetID="42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10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0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2500"/>
                            </p:stCondLst>
                            <p:childTnLst>
                              <p:par>
                                <p:cTn id="34" presetID="42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10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10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3250"/>
                            </p:stCondLst>
                            <p:childTnLst>
                              <p:par>
                                <p:cTn id="40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1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1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3750"/>
                            </p:stCondLst>
                            <p:childTnLst>
                              <p:par>
                                <p:cTn id="51" presetID="42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1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1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4500"/>
                            </p:stCondLst>
                            <p:childTnLst>
                              <p:par>
                                <p:cTn id="57" presetID="42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50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5250"/>
                            </p:stCondLst>
                            <p:childTnLst>
                              <p:par>
                                <p:cTn id="63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5" dur="500" fill="hold"/>
                                        <p:tgtEl>
                                          <p:spTgt spid="1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500" fill="hold"/>
                                        <p:tgtEl>
                                          <p:spTgt spid="1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8" grpId="0" animBg="1"/>
      <p:bldP spid="109" grpId="0" animBg="1"/>
      <p:bldP spid="110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Group 49">
            <a:extLst>
              <a:ext uri="{FF2B5EF4-FFF2-40B4-BE49-F238E27FC236}">
                <a16:creationId xmlns:a16="http://schemas.microsoft.com/office/drawing/2014/main" id="{038E6734-F7ED-4197-AE1C-DE222063D26D}"/>
              </a:ext>
            </a:extLst>
          </p:cNvPr>
          <p:cNvGrpSpPr/>
          <p:nvPr/>
        </p:nvGrpSpPr>
        <p:grpSpPr>
          <a:xfrm>
            <a:off x="-290920" y="0"/>
            <a:ext cx="12482920" cy="6858000"/>
            <a:chOff x="-290920" y="0"/>
            <a:chExt cx="12482920" cy="6858000"/>
          </a:xfrm>
        </p:grpSpPr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B7FF06C6-EDB2-4E2A-B33F-9667DAB48738}"/>
                </a:ext>
              </a:extLst>
            </p:cNvPr>
            <p:cNvSpPr/>
            <p:nvPr/>
          </p:nvSpPr>
          <p:spPr>
            <a:xfrm>
              <a:off x="-290920" y="0"/>
              <a:ext cx="12482920" cy="6858000"/>
            </a:xfrm>
            <a:prstGeom prst="rect">
              <a:avLst/>
            </a:prstGeom>
            <a:solidFill>
              <a:srgbClr val="F0EEF0"/>
            </a:solidFill>
            <a:ln>
              <a:noFill/>
            </a:ln>
            <a:effectLst>
              <a:outerShdw blurRad="215900" dist="38100" sx="101000" sy="101000" algn="l" rotWithShape="0">
                <a:schemeClr val="tx1">
                  <a:lumMod val="65000"/>
                  <a:lumOff val="35000"/>
                  <a:alpha val="35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DD389168-73D4-4CCF-B806-15F4C9CFBC65}"/>
                </a:ext>
              </a:extLst>
            </p:cNvPr>
            <p:cNvSpPr/>
            <p:nvPr/>
          </p:nvSpPr>
          <p:spPr>
            <a:xfrm>
              <a:off x="11023600" y="2337441"/>
              <a:ext cx="1168400" cy="2360918"/>
            </a:xfrm>
            <a:custGeom>
              <a:avLst/>
              <a:gdLst>
                <a:gd name="connsiteX0" fmla="*/ 1168400 w 1168400"/>
                <a:gd name="connsiteY0" fmla="*/ 0 h 2360918"/>
                <a:gd name="connsiteX1" fmla="*/ 1168400 w 1168400"/>
                <a:gd name="connsiteY1" fmla="*/ 2360918 h 2360918"/>
                <a:gd name="connsiteX2" fmla="*/ 1060340 w 1168400"/>
                <a:gd name="connsiteY2" fmla="*/ 2355461 h 2360918"/>
                <a:gd name="connsiteX3" fmla="*/ 0 w 1168400"/>
                <a:gd name="connsiteY3" fmla="*/ 1180459 h 2360918"/>
                <a:gd name="connsiteX4" fmla="*/ 1060340 w 1168400"/>
                <a:gd name="connsiteY4" fmla="*/ 5457 h 2360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68400" h="2360918">
                  <a:moveTo>
                    <a:pt x="1168400" y="0"/>
                  </a:moveTo>
                  <a:lnTo>
                    <a:pt x="1168400" y="2360918"/>
                  </a:lnTo>
                  <a:lnTo>
                    <a:pt x="1060340" y="2355461"/>
                  </a:lnTo>
                  <a:cubicBezTo>
                    <a:pt x="464762" y="2294977"/>
                    <a:pt x="0" y="1791994"/>
                    <a:pt x="0" y="1180459"/>
                  </a:cubicBezTo>
                  <a:cubicBezTo>
                    <a:pt x="0" y="568924"/>
                    <a:pt x="464762" y="65941"/>
                    <a:pt x="1060340" y="5457"/>
                  </a:cubicBezTo>
                  <a:close/>
                </a:path>
              </a:pathLst>
            </a:custGeom>
            <a:solidFill>
              <a:srgbClr val="FF596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FD36EBE0-2C84-494E-9C0B-54A6EFA86DA6}"/>
                </a:ext>
              </a:extLst>
            </p:cNvPr>
            <p:cNvSpPr txBox="1"/>
            <p:nvPr/>
          </p:nvSpPr>
          <p:spPr>
            <a:xfrm rot="16200000">
              <a:off x="10872792" y="3194734"/>
              <a:ext cx="199208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 dirty="0">
                  <a:solidFill>
                    <a:srgbClr val="F0EEF0"/>
                  </a:solidFill>
                  <a:latin typeface="Tw Cen MT" panose="020B0602020104020603" pitchFamily="34" charset="0"/>
                </a:rPr>
                <a:t>about</a:t>
              </a:r>
            </a:p>
          </p:txBody>
        </p:sp>
        <p:pic>
          <p:nvPicPr>
            <p:cNvPr id="54" name="Picture 53">
              <a:extLst>
                <a:ext uri="{FF2B5EF4-FFF2-40B4-BE49-F238E27FC236}">
                  <a16:creationId xmlns:a16="http://schemas.microsoft.com/office/drawing/2014/main" id="{FE3F6E56-804E-434E-AD42-D62A42CB306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11129999" y="3247473"/>
              <a:ext cx="530600" cy="530600"/>
            </a:xfrm>
            <a:prstGeom prst="rect">
              <a:avLst/>
            </a:prstGeom>
          </p:spPr>
        </p:pic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208D727C-49D3-4C59-91D3-816C0DD22E21}"/>
              </a:ext>
            </a:extLst>
          </p:cNvPr>
          <p:cNvGrpSpPr/>
          <p:nvPr/>
        </p:nvGrpSpPr>
        <p:grpSpPr>
          <a:xfrm>
            <a:off x="226788" y="-2"/>
            <a:ext cx="11447503" cy="6858000"/>
            <a:chOff x="213096" y="0"/>
            <a:chExt cx="11447503" cy="6858000"/>
          </a:xfrm>
        </p:grpSpPr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A369AF8C-7DC3-4D77-B3F1-5B8A444D2822}"/>
                </a:ext>
              </a:extLst>
            </p:cNvPr>
            <p:cNvSpPr/>
            <p:nvPr/>
          </p:nvSpPr>
          <p:spPr>
            <a:xfrm>
              <a:off x="213096" y="0"/>
              <a:ext cx="11447501" cy="6858000"/>
            </a:xfrm>
            <a:prstGeom prst="rect">
              <a:avLst/>
            </a:prstGeom>
            <a:solidFill>
              <a:srgbClr val="F0EEF0"/>
            </a:solidFill>
            <a:ln>
              <a:noFill/>
            </a:ln>
            <a:effectLst>
              <a:outerShdw blurRad="215900" dist="38100" sx="101000" sy="101000" algn="l" rotWithShape="0">
                <a:schemeClr val="tx1">
                  <a:lumMod val="65000"/>
                  <a:lumOff val="35000"/>
                  <a:alpha val="35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6A173B44-EE6F-4236-9AB2-49524EA553D7}"/>
                </a:ext>
              </a:extLst>
            </p:cNvPr>
            <p:cNvSpPr/>
            <p:nvPr/>
          </p:nvSpPr>
          <p:spPr>
            <a:xfrm>
              <a:off x="10492197" y="2337441"/>
              <a:ext cx="1168400" cy="2360918"/>
            </a:xfrm>
            <a:custGeom>
              <a:avLst/>
              <a:gdLst>
                <a:gd name="connsiteX0" fmla="*/ 1168400 w 1168400"/>
                <a:gd name="connsiteY0" fmla="*/ 0 h 2360918"/>
                <a:gd name="connsiteX1" fmla="*/ 1168400 w 1168400"/>
                <a:gd name="connsiteY1" fmla="*/ 2360918 h 2360918"/>
                <a:gd name="connsiteX2" fmla="*/ 1060340 w 1168400"/>
                <a:gd name="connsiteY2" fmla="*/ 2355461 h 2360918"/>
                <a:gd name="connsiteX3" fmla="*/ 0 w 1168400"/>
                <a:gd name="connsiteY3" fmla="*/ 1180459 h 2360918"/>
                <a:gd name="connsiteX4" fmla="*/ 1060340 w 1168400"/>
                <a:gd name="connsiteY4" fmla="*/ 5457 h 2360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68400" h="2360918">
                  <a:moveTo>
                    <a:pt x="1168400" y="0"/>
                  </a:moveTo>
                  <a:lnTo>
                    <a:pt x="1168400" y="2360918"/>
                  </a:lnTo>
                  <a:lnTo>
                    <a:pt x="1060340" y="2355461"/>
                  </a:lnTo>
                  <a:cubicBezTo>
                    <a:pt x="464762" y="2294977"/>
                    <a:pt x="0" y="1791994"/>
                    <a:pt x="0" y="1180459"/>
                  </a:cubicBezTo>
                  <a:cubicBezTo>
                    <a:pt x="0" y="568924"/>
                    <a:pt x="464762" y="65941"/>
                    <a:pt x="1060340" y="5457"/>
                  </a:cubicBezTo>
                  <a:close/>
                </a:path>
              </a:pathLst>
            </a:custGeom>
            <a:solidFill>
              <a:srgbClr val="52CD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B40A12D7-9F13-43EC-95DE-B85ADBCAA6B6}"/>
                </a:ext>
              </a:extLst>
            </p:cNvPr>
            <p:cNvSpPr txBox="1"/>
            <p:nvPr/>
          </p:nvSpPr>
          <p:spPr>
            <a:xfrm rot="16200000">
              <a:off x="10341391" y="3105834"/>
              <a:ext cx="199208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 dirty="0">
                  <a:solidFill>
                    <a:srgbClr val="F0EEF0"/>
                  </a:solidFill>
                  <a:latin typeface="Tw Cen MT" panose="020B0602020104020603" pitchFamily="34" charset="0"/>
                </a:rPr>
                <a:t>history</a:t>
              </a:r>
            </a:p>
          </p:txBody>
        </p:sp>
        <p:pic>
          <p:nvPicPr>
            <p:cNvPr id="59" name="Picture 58">
              <a:extLst>
                <a:ext uri="{FF2B5EF4-FFF2-40B4-BE49-F238E27FC236}">
                  <a16:creationId xmlns:a16="http://schemas.microsoft.com/office/drawing/2014/main" id="{BA271034-9DEF-432C-A1F3-B6470D25550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10600933" y="3247473"/>
              <a:ext cx="530600" cy="530600"/>
            </a:xfrm>
            <a:prstGeom prst="rect">
              <a:avLst/>
            </a:prstGeom>
          </p:spPr>
        </p:pic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7728BA24-99D1-4E44-98AC-50745A94AD6C}"/>
              </a:ext>
            </a:extLst>
          </p:cNvPr>
          <p:cNvGrpSpPr/>
          <p:nvPr/>
        </p:nvGrpSpPr>
        <p:grpSpPr>
          <a:xfrm>
            <a:off x="1184133" y="0"/>
            <a:ext cx="9961092" cy="6858000"/>
            <a:chOff x="491575" y="0"/>
            <a:chExt cx="9961092" cy="6858000"/>
          </a:xfrm>
        </p:grpSpPr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1079FD4E-778D-428A-B08F-1B97893971C7}"/>
                </a:ext>
              </a:extLst>
            </p:cNvPr>
            <p:cNvSpPr/>
            <p:nvPr/>
          </p:nvSpPr>
          <p:spPr>
            <a:xfrm>
              <a:off x="491575" y="0"/>
              <a:ext cx="9961092" cy="6858000"/>
            </a:xfrm>
            <a:prstGeom prst="rect">
              <a:avLst/>
            </a:prstGeom>
            <a:solidFill>
              <a:srgbClr val="F0EEF0"/>
            </a:solidFill>
            <a:ln>
              <a:noFill/>
            </a:ln>
            <a:effectLst>
              <a:outerShdw blurRad="215900" dist="38100" sx="101000" sy="101000" algn="l" rotWithShape="0">
                <a:schemeClr val="tx1">
                  <a:lumMod val="65000"/>
                  <a:lumOff val="35000"/>
                  <a:alpha val="35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67DB4514-65BA-420D-BBB3-CCF0A5B397CB}"/>
                </a:ext>
              </a:extLst>
            </p:cNvPr>
            <p:cNvSpPr/>
            <p:nvPr/>
          </p:nvSpPr>
          <p:spPr>
            <a:xfrm>
              <a:off x="9284267" y="2337440"/>
              <a:ext cx="1168400" cy="2360918"/>
            </a:xfrm>
            <a:custGeom>
              <a:avLst/>
              <a:gdLst>
                <a:gd name="connsiteX0" fmla="*/ 1168400 w 1168400"/>
                <a:gd name="connsiteY0" fmla="*/ 0 h 2360918"/>
                <a:gd name="connsiteX1" fmla="*/ 1168400 w 1168400"/>
                <a:gd name="connsiteY1" fmla="*/ 2360918 h 2360918"/>
                <a:gd name="connsiteX2" fmla="*/ 1060340 w 1168400"/>
                <a:gd name="connsiteY2" fmla="*/ 2355461 h 2360918"/>
                <a:gd name="connsiteX3" fmla="*/ 0 w 1168400"/>
                <a:gd name="connsiteY3" fmla="*/ 1180459 h 2360918"/>
                <a:gd name="connsiteX4" fmla="*/ 1060340 w 1168400"/>
                <a:gd name="connsiteY4" fmla="*/ 5457 h 2360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68400" h="2360918">
                  <a:moveTo>
                    <a:pt x="1168400" y="0"/>
                  </a:moveTo>
                  <a:lnTo>
                    <a:pt x="1168400" y="2360918"/>
                  </a:lnTo>
                  <a:lnTo>
                    <a:pt x="1060340" y="2355461"/>
                  </a:lnTo>
                  <a:cubicBezTo>
                    <a:pt x="464762" y="2294977"/>
                    <a:pt x="0" y="1791994"/>
                    <a:pt x="0" y="1180459"/>
                  </a:cubicBezTo>
                  <a:cubicBezTo>
                    <a:pt x="0" y="568924"/>
                    <a:pt x="464762" y="65941"/>
                    <a:pt x="1060340" y="5457"/>
                  </a:cubicBezTo>
                  <a:close/>
                </a:path>
              </a:pathLst>
            </a:custGeom>
            <a:solidFill>
              <a:srgbClr val="FFC73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F86CE46E-7143-4535-BF09-36D36B082851}"/>
                </a:ext>
              </a:extLst>
            </p:cNvPr>
            <p:cNvSpPr txBox="1"/>
            <p:nvPr/>
          </p:nvSpPr>
          <p:spPr>
            <a:xfrm rot="16200000">
              <a:off x="9117129" y="3189611"/>
              <a:ext cx="199208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 dirty="0">
                  <a:solidFill>
                    <a:srgbClr val="F0EEF0"/>
                  </a:solidFill>
                  <a:latin typeface="Tw Cen MT" panose="020B0602020104020603" pitchFamily="34" charset="0"/>
                </a:rPr>
                <a:t>timeline</a:t>
              </a:r>
            </a:p>
          </p:txBody>
        </p:sp>
        <p:pic>
          <p:nvPicPr>
            <p:cNvPr id="64" name="Picture 63">
              <a:extLst>
                <a:ext uri="{FF2B5EF4-FFF2-40B4-BE49-F238E27FC236}">
                  <a16:creationId xmlns:a16="http://schemas.microsoft.com/office/drawing/2014/main" id="{4E9D2CC3-AE8C-4CF7-AC14-0BF3748D631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9385467" y="3247473"/>
              <a:ext cx="530600" cy="530600"/>
            </a:xfrm>
            <a:prstGeom prst="rect">
              <a:avLst/>
            </a:prstGeom>
          </p:spPr>
        </p:pic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2704DBF9-F2DF-4744-9CBE-8384BF790E0F}"/>
              </a:ext>
            </a:extLst>
          </p:cNvPr>
          <p:cNvGrpSpPr/>
          <p:nvPr/>
        </p:nvGrpSpPr>
        <p:grpSpPr>
          <a:xfrm>
            <a:off x="-7985197" y="0"/>
            <a:ext cx="9574094" cy="6858000"/>
            <a:chOff x="491575" y="0"/>
            <a:chExt cx="9574094" cy="6858000"/>
          </a:xfrm>
        </p:grpSpPr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D409FCBC-490E-4134-BE82-9429CE5AB00A}"/>
                </a:ext>
              </a:extLst>
            </p:cNvPr>
            <p:cNvSpPr/>
            <p:nvPr/>
          </p:nvSpPr>
          <p:spPr>
            <a:xfrm>
              <a:off x="491575" y="0"/>
              <a:ext cx="9574094" cy="6858000"/>
            </a:xfrm>
            <a:prstGeom prst="rect">
              <a:avLst/>
            </a:prstGeom>
            <a:solidFill>
              <a:srgbClr val="F0EEF0"/>
            </a:solidFill>
            <a:ln>
              <a:noFill/>
            </a:ln>
            <a:effectLst>
              <a:outerShdw blurRad="215900" dist="38100" sx="101000" sy="101000" algn="l" rotWithShape="0">
                <a:schemeClr val="tx1">
                  <a:lumMod val="65000"/>
                  <a:lumOff val="35000"/>
                  <a:alpha val="35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484E2370-4D03-4FD0-B29C-F763767296D4}"/>
                </a:ext>
              </a:extLst>
            </p:cNvPr>
            <p:cNvSpPr/>
            <p:nvPr/>
          </p:nvSpPr>
          <p:spPr>
            <a:xfrm>
              <a:off x="8897260" y="2337440"/>
              <a:ext cx="1168400" cy="2360918"/>
            </a:xfrm>
            <a:custGeom>
              <a:avLst/>
              <a:gdLst>
                <a:gd name="connsiteX0" fmla="*/ 1168400 w 1168400"/>
                <a:gd name="connsiteY0" fmla="*/ 0 h 2360918"/>
                <a:gd name="connsiteX1" fmla="*/ 1168400 w 1168400"/>
                <a:gd name="connsiteY1" fmla="*/ 2360918 h 2360918"/>
                <a:gd name="connsiteX2" fmla="*/ 1060340 w 1168400"/>
                <a:gd name="connsiteY2" fmla="*/ 2355461 h 2360918"/>
                <a:gd name="connsiteX3" fmla="*/ 0 w 1168400"/>
                <a:gd name="connsiteY3" fmla="*/ 1180459 h 2360918"/>
                <a:gd name="connsiteX4" fmla="*/ 1060340 w 1168400"/>
                <a:gd name="connsiteY4" fmla="*/ 5457 h 2360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68400" h="2360918">
                  <a:moveTo>
                    <a:pt x="1168400" y="0"/>
                  </a:moveTo>
                  <a:lnTo>
                    <a:pt x="1168400" y="2360918"/>
                  </a:lnTo>
                  <a:lnTo>
                    <a:pt x="1060340" y="2355461"/>
                  </a:lnTo>
                  <a:cubicBezTo>
                    <a:pt x="464762" y="2294977"/>
                    <a:pt x="0" y="1791994"/>
                    <a:pt x="0" y="1180459"/>
                  </a:cubicBezTo>
                  <a:cubicBezTo>
                    <a:pt x="0" y="568924"/>
                    <a:pt x="464762" y="65941"/>
                    <a:pt x="1060340" y="5457"/>
                  </a:cubicBezTo>
                  <a:close/>
                </a:path>
              </a:pathLst>
            </a:custGeom>
            <a:solidFill>
              <a:srgbClr val="5D737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CE5F8F51-D3FD-42A1-8372-1B4B1B7C336A}"/>
                </a:ext>
              </a:extLst>
            </p:cNvPr>
            <p:cNvSpPr txBox="1"/>
            <p:nvPr/>
          </p:nvSpPr>
          <p:spPr>
            <a:xfrm rot="16200000">
              <a:off x="8746453" y="3189610"/>
              <a:ext cx="199208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 dirty="0">
                  <a:solidFill>
                    <a:srgbClr val="F0EEF0"/>
                  </a:solidFill>
                  <a:latin typeface="Tw Cen MT" panose="020B0602020104020603" pitchFamily="34" charset="0"/>
                </a:rPr>
                <a:t>teams</a:t>
              </a:r>
            </a:p>
          </p:txBody>
        </p:sp>
        <p:pic>
          <p:nvPicPr>
            <p:cNvPr id="69" name="Picture 68">
              <a:extLst>
                <a:ext uri="{FF2B5EF4-FFF2-40B4-BE49-F238E27FC236}">
                  <a16:creationId xmlns:a16="http://schemas.microsoft.com/office/drawing/2014/main" id="{05E43CA3-886C-4010-B3E2-837CCC6F516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8992269" y="3247473"/>
              <a:ext cx="530600" cy="530600"/>
            </a:xfrm>
            <a:prstGeom prst="rect">
              <a:avLst/>
            </a:prstGeom>
          </p:spPr>
        </p:pic>
      </p:grpSp>
      <p:sp>
        <p:nvSpPr>
          <p:cNvPr id="70" name="Rectangle 69">
            <a:extLst>
              <a:ext uri="{FF2B5EF4-FFF2-40B4-BE49-F238E27FC236}">
                <a16:creationId xmlns:a16="http://schemas.microsoft.com/office/drawing/2014/main" id="{87E322DA-3D39-4A36-A521-33E75DDBFF71}"/>
              </a:ext>
            </a:extLst>
          </p:cNvPr>
          <p:cNvSpPr/>
          <p:nvPr/>
        </p:nvSpPr>
        <p:spPr>
          <a:xfrm>
            <a:off x="-7962177" y="-1"/>
            <a:ext cx="5781368" cy="6858000"/>
          </a:xfrm>
          <a:prstGeom prst="rect">
            <a:avLst/>
          </a:prstGeom>
          <a:solidFill>
            <a:srgbClr val="F0EEF0"/>
          </a:solidFill>
          <a:ln>
            <a:noFill/>
          </a:ln>
          <a:effectLst>
            <a:outerShdw blurRad="215900" dist="38100" sx="101000" sy="101000" algn="l" rotWithShape="0">
              <a:schemeClr val="tx1">
                <a:lumMod val="65000"/>
                <a:lumOff val="35000"/>
                <a:alpha val="3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1" name="Group 70">
            <a:extLst>
              <a:ext uri="{FF2B5EF4-FFF2-40B4-BE49-F238E27FC236}">
                <a16:creationId xmlns:a16="http://schemas.microsoft.com/office/drawing/2014/main" id="{831F8BD9-F71B-4D2D-8A60-61BABDC384BB}"/>
              </a:ext>
            </a:extLst>
          </p:cNvPr>
          <p:cNvGrpSpPr/>
          <p:nvPr/>
        </p:nvGrpSpPr>
        <p:grpSpPr>
          <a:xfrm>
            <a:off x="-7638543" y="-1"/>
            <a:ext cx="8692332" cy="6858000"/>
            <a:chOff x="718505" y="-1"/>
            <a:chExt cx="8692332" cy="6858000"/>
          </a:xfrm>
        </p:grpSpPr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B470067C-2D0B-4A65-B940-C052473E9422}"/>
                </a:ext>
              </a:extLst>
            </p:cNvPr>
            <p:cNvSpPr/>
            <p:nvPr/>
          </p:nvSpPr>
          <p:spPr>
            <a:xfrm>
              <a:off x="718505" y="-1"/>
              <a:ext cx="8692331" cy="6858000"/>
            </a:xfrm>
            <a:prstGeom prst="rect">
              <a:avLst/>
            </a:prstGeom>
            <a:solidFill>
              <a:srgbClr val="F0EEF0"/>
            </a:solidFill>
            <a:ln>
              <a:noFill/>
            </a:ln>
            <a:effectLst>
              <a:outerShdw blurRad="215900" dist="38100" sx="101000" sy="101000" algn="l" rotWithShape="0">
                <a:schemeClr val="tx1">
                  <a:lumMod val="65000"/>
                  <a:lumOff val="35000"/>
                  <a:alpha val="35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66B5D93C-8112-48DA-975B-9DDD27DEADD9}"/>
                </a:ext>
              </a:extLst>
            </p:cNvPr>
            <p:cNvSpPr/>
            <p:nvPr/>
          </p:nvSpPr>
          <p:spPr>
            <a:xfrm>
              <a:off x="8242436" y="2337439"/>
              <a:ext cx="1168400" cy="2360918"/>
            </a:xfrm>
            <a:custGeom>
              <a:avLst/>
              <a:gdLst>
                <a:gd name="connsiteX0" fmla="*/ 1168400 w 1168400"/>
                <a:gd name="connsiteY0" fmla="*/ 0 h 2360918"/>
                <a:gd name="connsiteX1" fmla="*/ 1168400 w 1168400"/>
                <a:gd name="connsiteY1" fmla="*/ 2360918 h 2360918"/>
                <a:gd name="connsiteX2" fmla="*/ 1060340 w 1168400"/>
                <a:gd name="connsiteY2" fmla="*/ 2355461 h 2360918"/>
                <a:gd name="connsiteX3" fmla="*/ 0 w 1168400"/>
                <a:gd name="connsiteY3" fmla="*/ 1180459 h 2360918"/>
                <a:gd name="connsiteX4" fmla="*/ 1060340 w 1168400"/>
                <a:gd name="connsiteY4" fmla="*/ 5457 h 2360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68400" h="2360918">
                  <a:moveTo>
                    <a:pt x="1168400" y="0"/>
                  </a:moveTo>
                  <a:lnTo>
                    <a:pt x="1168400" y="2360918"/>
                  </a:lnTo>
                  <a:lnTo>
                    <a:pt x="1060340" y="2355461"/>
                  </a:lnTo>
                  <a:cubicBezTo>
                    <a:pt x="464762" y="2294977"/>
                    <a:pt x="0" y="1791994"/>
                    <a:pt x="0" y="1180459"/>
                  </a:cubicBezTo>
                  <a:cubicBezTo>
                    <a:pt x="0" y="568924"/>
                    <a:pt x="464762" y="65941"/>
                    <a:pt x="1060340" y="5457"/>
                  </a:cubicBezTo>
                  <a:close/>
                </a:path>
              </a:pathLst>
            </a:cu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6D3577A8-E9FC-43B7-B3E2-76EDDA51C160}"/>
                </a:ext>
              </a:extLst>
            </p:cNvPr>
            <p:cNvSpPr txBox="1"/>
            <p:nvPr/>
          </p:nvSpPr>
          <p:spPr>
            <a:xfrm rot="16200000">
              <a:off x="8091629" y="3189609"/>
              <a:ext cx="199208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 dirty="0">
                  <a:solidFill>
                    <a:srgbClr val="F0EEF0"/>
                  </a:solidFill>
                  <a:latin typeface="Tw Cen MT" panose="020B0602020104020603" pitchFamily="34" charset="0"/>
                </a:rPr>
                <a:t>services</a:t>
              </a:r>
            </a:p>
          </p:txBody>
        </p:sp>
        <p:pic>
          <p:nvPicPr>
            <p:cNvPr id="75" name="Picture 74">
              <a:extLst>
                <a:ext uri="{FF2B5EF4-FFF2-40B4-BE49-F238E27FC236}">
                  <a16:creationId xmlns:a16="http://schemas.microsoft.com/office/drawing/2014/main" id="{36FD3106-E967-44D6-AB4D-A0DA183F7CC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8340472" y="3247473"/>
              <a:ext cx="530600" cy="530600"/>
            </a:xfrm>
            <a:prstGeom prst="rect">
              <a:avLst/>
            </a:prstGeom>
          </p:spPr>
        </p:pic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3E930874-288B-4537-8AA6-A601044D9580}"/>
              </a:ext>
            </a:extLst>
          </p:cNvPr>
          <p:cNvGrpSpPr/>
          <p:nvPr/>
        </p:nvGrpSpPr>
        <p:grpSpPr>
          <a:xfrm>
            <a:off x="-9395082" y="-1"/>
            <a:ext cx="9927504" cy="6858000"/>
            <a:chOff x="-9337032" y="-1"/>
            <a:chExt cx="9927504" cy="6858000"/>
          </a:xfrm>
        </p:grpSpPr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225CDF0F-0FD1-40B0-BD29-F7D200A3A066}"/>
                </a:ext>
              </a:extLst>
            </p:cNvPr>
            <p:cNvSpPr/>
            <p:nvPr/>
          </p:nvSpPr>
          <p:spPr>
            <a:xfrm>
              <a:off x="-9337032" y="-1"/>
              <a:ext cx="9923504" cy="6858000"/>
            </a:xfrm>
            <a:prstGeom prst="rect">
              <a:avLst/>
            </a:prstGeom>
            <a:solidFill>
              <a:srgbClr val="F0EEF0"/>
            </a:solidFill>
            <a:ln>
              <a:noFill/>
            </a:ln>
            <a:effectLst>
              <a:outerShdw blurRad="215900" dist="38100" sx="101000" sy="101000" algn="l" rotWithShape="0">
                <a:schemeClr val="tx1">
                  <a:lumMod val="65000"/>
                  <a:lumOff val="35000"/>
                  <a:alpha val="35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A02216B9-43DC-4135-9F3E-7EFEAD2EB420}"/>
                </a:ext>
              </a:extLst>
            </p:cNvPr>
            <p:cNvSpPr/>
            <p:nvPr/>
          </p:nvSpPr>
          <p:spPr>
            <a:xfrm>
              <a:off x="-577928" y="2337438"/>
              <a:ext cx="1168400" cy="2360918"/>
            </a:xfrm>
            <a:custGeom>
              <a:avLst/>
              <a:gdLst>
                <a:gd name="connsiteX0" fmla="*/ 1168400 w 1168400"/>
                <a:gd name="connsiteY0" fmla="*/ 0 h 2360918"/>
                <a:gd name="connsiteX1" fmla="*/ 1168400 w 1168400"/>
                <a:gd name="connsiteY1" fmla="*/ 2360918 h 2360918"/>
                <a:gd name="connsiteX2" fmla="*/ 1060340 w 1168400"/>
                <a:gd name="connsiteY2" fmla="*/ 2355461 h 2360918"/>
                <a:gd name="connsiteX3" fmla="*/ 0 w 1168400"/>
                <a:gd name="connsiteY3" fmla="*/ 1180459 h 2360918"/>
                <a:gd name="connsiteX4" fmla="*/ 1060340 w 1168400"/>
                <a:gd name="connsiteY4" fmla="*/ 5457 h 2360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68400" h="2360918">
                  <a:moveTo>
                    <a:pt x="1168400" y="0"/>
                  </a:moveTo>
                  <a:lnTo>
                    <a:pt x="1168400" y="2360918"/>
                  </a:lnTo>
                  <a:lnTo>
                    <a:pt x="1060340" y="2355461"/>
                  </a:lnTo>
                  <a:cubicBezTo>
                    <a:pt x="464762" y="2294977"/>
                    <a:pt x="0" y="1791994"/>
                    <a:pt x="0" y="1180459"/>
                  </a:cubicBezTo>
                  <a:cubicBezTo>
                    <a:pt x="0" y="568924"/>
                    <a:pt x="464762" y="65941"/>
                    <a:pt x="1060340" y="5457"/>
                  </a:cubicBezTo>
                  <a:close/>
                </a:path>
              </a:pathLst>
            </a:custGeom>
            <a:solidFill>
              <a:srgbClr val="00A0A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37342E0B-2429-4B98-AF6A-1DB087CBDE83}"/>
                </a:ext>
              </a:extLst>
            </p:cNvPr>
            <p:cNvSpPr txBox="1"/>
            <p:nvPr/>
          </p:nvSpPr>
          <p:spPr>
            <a:xfrm rot="16200000">
              <a:off x="-738260" y="3189608"/>
              <a:ext cx="199208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 dirty="0">
                  <a:solidFill>
                    <a:srgbClr val="F0EEF0"/>
                  </a:solidFill>
                  <a:latin typeface="Tw Cen MT" panose="020B0602020104020603" pitchFamily="34" charset="0"/>
                </a:rPr>
                <a:t>follow</a:t>
              </a:r>
            </a:p>
          </p:txBody>
        </p:sp>
        <p:pic>
          <p:nvPicPr>
            <p:cNvPr id="80" name="Picture 79">
              <a:extLst>
                <a:ext uri="{FF2B5EF4-FFF2-40B4-BE49-F238E27FC236}">
                  <a16:creationId xmlns:a16="http://schemas.microsoft.com/office/drawing/2014/main" id="{29879508-5AD7-4FE2-AD55-8AF69ECDBEC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-491912" y="3247473"/>
              <a:ext cx="530600" cy="530600"/>
            </a:xfrm>
            <a:prstGeom prst="rect">
              <a:avLst/>
            </a:prstGeom>
          </p:spPr>
        </p:pic>
      </p:grp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7277CEC9-24C9-4B1D-964A-A216786A7724}"/>
              </a:ext>
            </a:extLst>
          </p:cNvPr>
          <p:cNvCxnSpPr/>
          <p:nvPr/>
        </p:nvCxnSpPr>
        <p:spPr>
          <a:xfrm>
            <a:off x="3850016" y="3623253"/>
            <a:ext cx="1966913" cy="0"/>
          </a:xfrm>
          <a:prstGeom prst="line">
            <a:avLst/>
          </a:prstGeom>
          <a:ln w="28575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7" name="Group 96">
            <a:extLst>
              <a:ext uri="{FF2B5EF4-FFF2-40B4-BE49-F238E27FC236}">
                <a16:creationId xmlns:a16="http://schemas.microsoft.com/office/drawing/2014/main" id="{F1840EDE-DF70-433F-86FE-A402BC5C2DDE}"/>
              </a:ext>
            </a:extLst>
          </p:cNvPr>
          <p:cNvGrpSpPr/>
          <p:nvPr/>
        </p:nvGrpSpPr>
        <p:grpSpPr>
          <a:xfrm>
            <a:off x="3638922" y="3517706"/>
            <a:ext cx="211094" cy="211094"/>
            <a:chOff x="1677812" y="4248152"/>
            <a:chExt cx="211094" cy="211094"/>
          </a:xfrm>
        </p:grpSpPr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43B84625-CD81-4477-AFEA-2D657FFA16C5}"/>
                </a:ext>
              </a:extLst>
            </p:cNvPr>
            <p:cNvSpPr/>
            <p:nvPr/>
          </p:nvSpPr>
          <p:spPr>
            <a:xfrm>
              <a:off x="1677812" y="4248152"/>
              <a:ext cx="211094" cy="211094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9" name="Oval 98">
              <a:extLst>
                <a:ext uri="{FF2B5EF4-FFF2-40B4-BE49-F238E27FC236}">
                  <a16:creationId xmlns:a16="http://schemas.microsoft.com/office/drawing/2014/main" id="{90BB5737-FB23-4CC2-81BC-52D57E7FB8E9}"/>
                </a:ext>
              </a:extLst>
            </p:cNvPr>
            <p:cNvSpPr/>
            <p:nvPr/>
          </p:nvSpPr>
          <p:spPr>
            <a:xfrm>
              <a:off x="1708100" y="4278440"/>
              <a:ext cx="150518" cy="150518"/>
            </a:xfrm>
            <a:prstGeom prst="ellipse">
              <a:avLst/>
            </a:prstGeom>
            <a:solidFill>
              <a:srgbClr val="FF596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D5DAD85F-381F-4EA0-9781-3C23F8D9AC73}"/>
              </a:ext>
            </a:extLst>
          </p:cNvPr>
          <p:cNvCxnSpPr/>
          <p:nvPr/>
        </p:nvCxnSpPr>
        <p:spPr>
          <a:xfrm>
            <a:off x="5997735" y="3623253"/>
            <a:ext cx="1966913" cy="0"/>
          </a:xfrm>
          <a:prstGeom prst="line">
            <a:avLst/>
          </a:prstGeom>
          <a:ln w="28575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E76B67BC-401F-4EA8-8CBE-EEB8DFAA45A7}"/>
              </a:ext>
            </a:extLst>
          </p:cNvPr>
          <p:cNvGrpSpPr/>
          <p:nvPr/>
        </p:nvGrpSpPr>
        <p:grpSpPr>
          <a:xfrm>
            <a:off x="5816929" y="3517706"/>
            <a:ext cx="211094" cy="211094"/>
            <a:chOff x="3855819" y="4248152"/>
            <a:chExt cx="211094" cy="211094"/>
          </a:xfrm>
        </p:grpSpPr>
        <p:sp>
          <p:nvSpPr>
            <p:cNvPr id="102" name="Oval 101">
              <a:extLst>
                <a:ext uri="{FF2B5EF4-FFF2-40B4-BE49-F238E27FC236}">
                  <a16:creationId xmlns:a16="http://schemas.microsoft.com/office/drawing/2014/main" id="{A399A27A-C7E8-457C-9D90-A66A1BF1F76F}"/>
                </a:ext>
              </a:extLst>
            </p:cNvPr>
            <p:cNvSpPr/>
            <p:nvPr/>
          </p:nvSpPr>
          <p:spPr>
            <a:xfrm>
              <a:off x="3855819" y="4248152"/>
              <a:ext cx="211094" cy="211094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" name="Oval 102">
              <a:extLst>
                <a:ext uri="{FF2B5EF4-FFF2-40B4-BE49-F238E27FC236}">
                  <a16:creationId xmlns:a16="http://schemas.microsoft.com/office/drawing/2014/main" id="{C4008114-54A1-42C2-9000-1CC3AE1D8927}"/>
                </a:ext>
              </a:extLst>
            </p:cNvPr>
            <p:cNvSpPr/>
            <p:nvPr/>
          </p:nvSpPr>
          <p:spPr>
            <a:xfrm>
              <a:off x="3886107" y="4278440"/>
              <a:ext cx="150518" cy="150518"/>
            </a:xfrm>
            <a:prstGeom prst="ellipse">
              <a:avLst/>
            </a:prstGeom>
            <a:solidFill>
              <a:srgbClr val="52CBB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590AD362-84BB-49C7-8C91-CDB895729924}"/>
              </a:ext>
            </a:extLst>
          </p:cNvPr>
          <p:cNvGrpSpPr/>
          <p:nvPr/>
        </p:nvGrpSpPr>
        <p:grpSpPr>
          <a:xfrm>
            <a:off x="7934360" y="3517706"/>
            <a:ext cx="211094" cy="211094"/>
            <a:chOff x="5973250" y="4248152"/>
            <a:chExt cx="211094" cy="211094"/>
          </a:xfrm>
        </p:grpSpPr>
        <p:sp>
          <p:nvSpPr>
            <p:cNvPr id="105" name="Oval 104">
              <a:extLst>
                <a:ext uri="{FF2B5EF4-FFF2-40B4-BE49-F238E27FC236}">
                  <a16:creationId xmlns:a16="http://schemas.microsoft.com/office/drawing/2014/main" id="{A32FB427-F316-4459-B06D-2A2B27FC7053}"/>
                </a:ext>
              </a:extLst>
            </p:cNvPr>
            <p:cNvSpPr/>
            <p:nvPr/>
          </p:nvSpPr>
          <p:spPr>
            <a:xfrm>
              <a:off x="5973250" y="4248152"/>
              <a:ext cx="211094" cy="211094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Oval 105">
              <a:extLst>
                <a:ext uri="{FF2B5EF4-FFF2-40B4-BE49-F238E27FC236}">
                  <a16:creationId xmlns:a16="http://schemas.microsoft.com/office/drawing/2014/main" id="{C35EF795-8B2D-4CD0-87FF-5756B089D921}"/>
                </a:ext>
              </a:extLst>
            </p:cNvPr>
            <p:cNvSpPr/>
            <p:nvPr/>
          </p:nvSpPr>
          <p:spPr>
            <a:xfrm>
              <a:off x="6003538" y="4278440"/>
              <a:ext cx="150518" cy="150518"/>
            </a:xfrm>
            <a:prstGeom prst="ellipse">
              <a:avLst/>
            </a:prstGeom>
            <a:solidFill>
              <a:srgbClr val="FEC63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E9582EE9-5831-4F6F-B29E-0BEB719C4F1E}"/>
              </a:ext>
            </a:extLst>
          </p:cNvPr>
          <p:cNvGrpSpPr/>
          <p:nvPr/>
        </p:nvGrpSpPr>
        <p:grpSpPr>
          <a:xfrm>
            <a:off x="2594536" y="4142156"/>
            <a:ext cx="2289049" cy="733322"/>
            <a:chOff x="1514240" y="4816886"/>
            <a:chExt cx="2289049" cy="733322"/>
          </a:xfrm>
        </p:grpSpPr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895C2AE9-E6EE-4572-8B9B-0A1C8899D6FE}"/>
                </a:ext>
              </a:extLst>
            </p:cNvPr>
            <p:cNvSpPr txBox="1"/>
            <p:nvPr/>
          </p:nvSpPr>
          <p:spPr>
            <a:xfrm>
              <a:off x="1514240" y="4816886"/>
              <a:ext cx="22890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Tw Cen MT" panose="020B0602020104020603" pitchFamily="34" charset="0"/>
                </a:rPr>
                <a:t>HEADING</a:t>
              </a:r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8DC71A93-B148-4A8B-B0CA-4AD086FE8D7B}"/>
                </a:ext>
              </a:extLst>
            </p:cNvPr>
            <p:cNvSpPr txBox="1"/>
            <p:nvPr/>
          </p:nvSpPr>
          <p:spPr>
            <a:xfrm>
              <a:off x="1733898" y="5088543"/>
              <a:ext cx="184973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Tw Cen MT" panose="020B0602020104020603" pitchFamily="34" charset="0"/>
                </a:rPr>
                <a:t>YOU CAN ADD SOME BRIEF TEXT HERE</a:t>
              </a:r>
            </a:p>
          </p:txBody>
        </p:sp>
      </p:grpSp>
      <p:sp>
        <p:nvSpPr>
          <p:cNvPr id="110" name="TextBox 109">
            <a:extLst>
              <a:ext uri="{FF2B5EF4-FFF2-40B4-BE49-F238E27FC236}">
                <a16:creationId xmlns:a16="http://schemas.microsoft.com/office/drawing/2014/main" id="{70B20FE2-BC47-4EB2-B7EA-CBE6F5B390D3}"/>
              </a:ext>
            </a:extLst>
          </p:cNvPr>
          <p:cNvSpPr txBox="1"/>
          <p:nvPr/>
        </p:nvSpPr>
        <p:spPr>
          <a:xfrm>
            <a:off x="2594536" y="3709155"/>
            <a:ext cx="22890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5969"/>
                </a:solidFill>
                <a:latin typeface="Tw Cen MT" panose="020B0602020104020603" pitchFamily="34" charset="0"/>
              </a:rPr>
              <a:t>2014</a:t>
            </a:r>
          </a:p>
        </p:txBody>
      </p: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EEB19012-A13E-4E01-97E1-4BD9BE0B2C4A}"/>
              </a:ext>
            </a:extLst>
          </p:cNvPr>
          <p:cNvGrpSpPr/>
          <p:nvPr/>
        </p:nvGrpSpPr>
        <p:grpSpPr>
          <a:xfrm>
            <a:off x="4783446" y="4142156"/>
            <a:ext cx="2289049" cy="733322"/>
            <a:chOff x="1514240" y="4816886"/>
            <a:chExt cx="2289049" cy="733322"/>
          </a:xfrm>
        </p:grpSpPr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5FF83314-6443-4064-B8AD-715FDF38C0B1}"/>
                </a:ext>
              </a:extLst>
            </p:cNvPr>
            <p:cNvSpPr txBox="1"/>
            <p:nvPr/>
          </p:nvSpPr>
          <p:spPr>
            <a:xfrm>
              <a:off x="1514240" y="4816886"/>
              <a:ext cx="22890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Tw Cen MT" panose="020B0602020104020603" pitchFamily="34" charset="0"/>
                </a:rPr>
                <a:t>HEADING</a:t>
              </a:r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AFB0129A-D09E-4693-96AE-20F4A2C31E42}"/>
                </a:ext>
              </a:extLst>
            </p:cNvPr>
            <p:cNvSpPr txBox="1"/>
            <p:nvPr/>
          </p:nvSpPr>
          <p:spPr>
            <a:xfrm>
              <a:off x="1733898" y="5088543"/>
              <a:ext cx="184973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Tw Cen MT" panose="020B0602020104020603" pitchFamily="34" charset="0"/>
                </a:rPr>
                <a:t>YOU CAN ADD SOME BRIEF TEXT HERE</a:t>
              </a:r>
            </a:p>
          </p:txBody>
        </p:sp>
      </p:grpSp>
      <p:sp>
        <p:nvSpPr>
          <p:cNvPr id="114" name="TextBox 113">
            <a:extLst>
              <a:ext uri="{FF2B5EF4-FFF2-40B4-BE49-F238E27FC236}">
                <a16:creationId xmlns:a16="http://schemas.microsoft.com/office/drawing/2014/main" id="{B58D17C2-3595-44AD-9D77-27C29A8030BC}"/>
              </a:ext>
            </a:extLst>
          </p:cNvPr>
          <p:cNvSpPr txBox="1"/>
          <p:nvPr/>
        </p:nvSpPr>
        <p:spPr>
          <a:xfrm>
            <a:off x="4783446" y="3709155"/>
            <a:ext cx="22890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52CBBE"/>
                </a:solidFill>
                <a:latin typeface="Tw Cen MT" panose="020B0602020104020603" pitchFamily="34" charset="0"/>
              </a:rPr>
              <a:t>2015</a:t>
            </a:r>
          </a:p>
        </p:txBody>
      </p: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115D3786-3CB0-4D98-9C2D-11D4FBA5EAB9}"/>
              </a:ext>
            </a:extLst>
          </p:cNvPr>
          <p:cNvGrpSpPr/>
          <p:nvPr/>
        </p:nvGrpSpPr>
        <p:grpSpPr>
          <a:xfrm>
            <a:off x="6912585" y="4142156"/>
            <a:ext cx="2289049" cy="733322"/>
            <a:chOff x="1514240" y="4816886"/>
            <a:chExt cx="2289049" cy="733322"/>
          </a:xfrm>
        </p:grpSpPr>
        <p:sp>
          <p:nvSpPr>
            <p:cNvPr id="116" name="TextBox 115">
              <a:extLst>
                <a:ext uri="{FF2B5EF4-FFF2-40B4-BE49-F238E27FC236}">
                  <a16:creationId xmlns:a16="http://schemas.microsoft.com/office/drawing/2014/main" id="{572131EC-94E6-4982-85F7-903D6FA72171}"/>
                </a:ext>
              </a:extLst>
            </p:cNvPr>
            <p:cNvSpPr txBox="1"/>
            <p:nvPr/>
          </p:nvSpPr>
          <p:spPr>
            <a:xfrm>
              <a:off x="1514240" y="4816886"/>
              <a:ext cx="22890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Tw Cen MT" panose="020B0602020104020603" pitchFamily="34" charset="0"/>
                </a:rPr>
                <a:t>HEADING</a:t>
              </a:r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B60C2261-B057-44FB-B300-F0F52E3F90C0}"/>
                </a:ext>
              </a:extLst>
            </p:cNvPr>
            <p:cNvSpPr txBox="1"/>
            <p:nvPr/>
          </p:nvSpPr>
          <p:spPr>
            <a:xfrm>
              <a:off x="1733898" y="5088543"/>
              <a:ext cx="184973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Tw Cen MT" panose="020B0602020104020603" pitchFamily="34" charset="0"/>
                </a:rPr>
                <a:t>YOU CAN ADD SOME BRIEF TEXT HERE</a:t>
              </a:r>
            </a:p>
          </p:txBody>
        </p:sp>
      </p:grpSp>
      <p:sp>
        <p:nvSpPr>
          <p:cNvPr id="118" name="TextBox 117">
            <a:extLst>
              <a:ext uri="{FF2B5EF4-FFF2-40B4-BE49-F238E27FC236}">
                <a16:creationId xmlns:a16="http://schemas.microsoft.com/office/drawing/2014/main" id="{D8562F22-E78F-4DD5-9BBD-EEAB69C0B365}"/>
              </a:ext>
            </a:extLst>
          </p:cNvPr>
          <p:cNvSpPr txBox="1"/>
          <p:nvPr/>
        </p:nvSpPr>
        <p:spPr>
          <a:xfrm>
            <a:off x="6912585" y="3709155"/>
            <a:ext cx="22890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EC630"/>
                </a:solidFill>
                <a:latin typeface="Tw Cen MT" panose="020B0602020104020603" pitchFamily="34" charset="0"/>
              </a:rPr>
              <a:t>2016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711450F4-A7BD-494E-BD71-C6C5EB8D03D1}"/>
              </a:ext>
            </a:extLst>
          </p:cNvPr>
          <p:cNvGrpSpPr/>
          <p:nvPr/>
        </p:nvGrpSpPr>
        <p:grpSpPr>
          <a:xfrm>
            <a:off x="3101220" y="1755914"/>
            <a:ext cx="1275682" cy="1275682"/>
            <a:chOff x="3063120" y="1755914"/>
            <a:chExt cx="1275682" cy="1275682"/>
          </a:xfrm>
        </p:grpSpPr>
        <p:sp>
          <p:nvSpPr>
            <p:cNvPr id="120" name="Teardrop 119">
              <a:extLst>
                <a:ext uri="{FF2B5EF4-FFF2-40B4-BE49-F238E27FC236}">
                  <a16:creationId xmlns:a16="http://schemas.microsoft.com/office/drawing/2014/main" id="{5E489B47-B2BB-4EFB-8EC4-21C10615E463}"/>
                </a:ext>
              </a:extLst>
            </p:cNvPr>
            <p:cNvSpPr/>
            <p:nvPr/>
          </p:nvSpPr>
          <p:spPr>
            <a:xfrm rot="8100000">
              <a:off x="3063120" y="1755914"/>
              <a:ext cx="1275682" cy="1275682"/>
            </a:xfrm>
            <a:prstGeom prst="teardrop">
              <a:avLst>
                <a:gd name="adj" fmla="val 109962"/>
              </a:avLst>
            </a:prstGeom>
            <a:solidFill>
              <a:srgbClr val="FF596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1" name="Oval 120">
              <a:extLst>
                <a:ext uri="{FF2B5EF4-FFF2-40B4-BE49-F238E27FC236}">
                  <a16:creationId xmlns:a16="http://schemas.microsoft.com/office/drawing/2014/main" id="{862B435C-D1B2-4C1C-B995-8D888E87C5D7}"/>
                </a:ext>
              </a:extLst>
            </p:cNvPr>
            <p:cNvSpPr/>
            <p:nvPr/>
          </p:nvSpPr>
          <p:spPr>
            <a:xfrm>
              <a:off x="3257469" y="1948912"/>
              <a:ext cx="889686" cy="889686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31" name="Picture 130">
              <a:extLst>
                <a:ext uri="{FF2B5EF4-FFF2-40B4-BE49-F238E27FC236}">
                  <a16:creationId xmlns:a16="http://schemas.microsoft.com/office/drawing/2014/main" id="{262C0D94-FE17-421D-AA32-BD4AFE13E66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86696" y="2066644"/>
              <a:ext cx="627392" cy="627390"/>
            </a:xfrm>
            <a:prstGeom prst="rect">
              <a:avLst/>
            </a:prstGeom>
          </p:spPr>
        </p:pic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191C1607-C8B7-4B99-9DC5-3321A9E92D49}"/>
              </a:ext>
            </a:extLst>
          </p:cNvPr>
          <p:cNvGrpSpPr/>
          <p:nvPr/>
        </p:nvGrpSpPr>
        <p:grpSpPr>
          <a:xfrm>
            <a:off x="5280540" y="1755914"/>
            <a:ext cx="1275682" cy="1275682"/>
            <a:chOff x="5242440" y="1755914"/>
            <a:chExt cx="1275682" cy="1275682"/>
          </a:xfrm>
        </p:grpSpPr>
        <p:sp>
          <p:nvSpPr>
            <p:cNvPr id="124" name="Teardrop 123">
              <a:extLst>
                <a:ext uri="{FF2B5EF4-FFF2-40B4-BE49-F238E27FC236}">
                  <a16:creationId xmlns:a16="http://schemas.microsoft.com/office/drawing/2014/main" id="{A44D7BEA-70F0-4773-A72C-A5B9951D3536}"/>
                </a:ext>
              </a:extLst>
            </p:cNvPr>
            <p:cNvSpPr/>
            <p:nvPr/>
          </p:nvSpPr>
          <p:spPr>
            <a:xfrm rot="8100000">
              <a:off x="5242440" y="1755914"/>
              <a:ext cx="1275682" cy="1275682"/>
            </a:xfrm>
            <a:prstGeom prst="teardrop">
              <a:avLst>
                <a:gd name="adj" fmla="val 109962"/>
              </a:avLst>
            </a:prstGeom>
            <a:solidFill>
              <a:srgbClr val="52CBB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5" name="Oval 124">
              <a:extLst>
                <a:ext uri="{FF2B5EF4-FFF2-40B4-BE49-F238E27FC236}">
                  <a16:creationId xmlns:a16="http://schemas.microsoft.com/office/drawing/2014/main" id="{1431DABB-47B8-4640-BD39-9CC7E2CDA115}"/>
                </a:ext>
              </a:extLst>
            </p:cNvPr>
            <p:cNvSpPr/>
            <p:nvPr/>
          </p:nvSpPr>
          <p:spPr>
            <a:xfrm>
              <a:off x="5436789" y="1948912"/>
              <a:ext cx="889686" cy="889686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32" name="Picture 131">
              <a:extLst>
                <a:ext uri="{FF2B5EF4-FFF2-40B4-BE49-F238E27FC236}">
                  <a16:creationId xmlns:a16="http://schemas.microsoft.com/office/drawing/2014/main" id="{B5EEDA48-5891-495E-A9A5-8AEE839470A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65681" y="2061164"/>
              <a:ext cx="659146" cy="659144"/>
            </a:xfrm>
            <a:prstGeom prst="rect">
              <a:avLst/>
            </a:prstGeom>
          </p:spPr>
        </p:pic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FA807BE1-996E-4364-AC05-CAC8C826377C}"/>
              </a:ext>
            </a:extLst>
          </p:cNvPr>
          <p:cNvGrpSpPr/>
          <p:nvPr/>
        </p:nvGrpSpPr>
        <p:grpSpPr>
          <a:xfrm>
            <a:off x="7391281" y="1755914"/>
            <a:ext cx="1275682" cy="1275682"/>
            <a:chOff x="7353181" y="1755914"/>
            <a:chExt cx="1275682" cy="1275682"/>
          </a:xfrm>
        </p:grpSpPr>
        <p:sp>
          <p:nvSpPr>
            <p:cNvPr id="128" name="Teardrop 127">
              <a:extLst>
                <a:ext uri="{FF2B5EF4-FFF2-40B4-BE49-F238E27FC236}">
                  <a16:creationId xmlns:a16="http://schemas.microsoft.com/office/drawing/2014/main" id="{76257F1B-992C-4717-A6A2-EDE25A4F31C3}"/>
                </a:ext>
              </a:extLst>
            </p:cNvPr>
            <p:cNvSpPr/>
            <p:nvPr/>
          </p:nvSpPr>
          <p:spPr>
            <a:xfrm rot="8100000">
              <a:off x="7353181" y="1755914"/>
              <a:ext cx="1275682" cy="1275682"/>
            </a:xfrm>
            <a:prstGeom prst="teardrop">
              <a:avLst>
                <a:gd name="adj" fmla="val 109962"/>
              </a:avLst>
            </a:prstGeom>
            <a:solidFill>
              <a:srgbClr val="FEC63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9" name="Oval 128">
              <a:extLst>
                <a:ext uri="{FF2B5EF4-FFF2-40B4-BE49-F238E27FC236}">
                  <a16:creationId xmlns:a16="http://schemas.microsoft.com/office/drawing/2014/main" id="{CBB174F9-BA66-486F-BC62-F2720CED100C}"/>
                </a:ext>
              </a:extLst>
            </p:cNvPr>
            <p:cNvSpPr/>
            <p:nvPr/>
          </p:nvSpPr>
          <p:spPr>
            <a:xfrm>
              <a:off x="7547530" y="1948912"/>
              <a:ext cx="889686" cy="889686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33" name="Picture 132">
              <a:extLst>
                <a:ext uri="{FF2B5EF4-FFF2-40B4-BE49-F238E27FC236}">
                  <a16:creationId xmlns:a16="http://schemas.microsoft.com/office/drawing/2014/main" id="{58BE45EE-A44E-41D8-8C13-099C1F70EFC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8666" y="2048456"/>
              <a:ext cx="684562" cy="68456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5641613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250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250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25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50"/>
                            </p:stCondLst>
                            <p:childTnLst>
                              <p:par>
                                <p:cTn id="11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250" fill="hold"/>
                                        <p:tgtEl>
                                          <p:spTgt spid="1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250" fill="hold"/>
                                        <p:tgtEl>
                                          <p:spTgt spid="1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25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500"/>
                            </p:stCondLst>
                            <p:childTnLst>
                              <p:par>
                                <p:cTn id="17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2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2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2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750"/>
                            </p:stCondLst>
                            <p:childTnLst>
                              <p:par>
                                <p:cTn id="23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25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250" fill="hold"/>
                                        <p:tgtEl>
                                          <p:spTgt spid="10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250" fill="hold"/>
                                        <p:tgtEl>
                                          <p:spTgt spid="10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22" presetClass="entr" presetSubtype="8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750"/>
                            </p:stCondLst>
                            <p:childTnLst>
                              <p:par>
                                <p:cTn id="33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25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25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25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2000"/>
                            </p:stCondLst>
                            <p:childTnLst>
                              <p:par>
                                <p:cTn id="3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2250"/>
                            </p:stCondLst>
                            <p:childTnLst>
                              <p:par>
                                <p:cTn id="4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7" dur="250" fill="hold"/>
                                        <p:tgtEl>
                                          <p:spTgt spid="1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250" fill="hold"/>
                                        <p:tgtEl>
                                          <p:spTgt spid="1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9" dur="25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2500"/>
                            </p:stCondLst>
                            <p:childTnLst>
                              <p:par>
                                <p:cTn id="51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25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250" fill="hold"/>
                                        <p:tgtEl>
                                          <p:spTgt spid="1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50" fill="hold"/>
                                        <p:tgtEl>
                                          <p:spTgt spid="1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2750"/>
                            </p:stCondLst>
                            <p:childTnLst>
                              <p:par>
                                <p:cTn id="57" presetID="22" presetClass="entr" presetSubtype="8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3500"/>
                            </p:stCondLst>
                            <p:childTnLst>
                              <p:par>
                                <p:cTn id="61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3" dur="250" fill="hold"/>
                                        <p:tgtEl>
                                          <p:spTgt spid="10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250" fill="hold"/>
                                        <p:tgtEl>
                                          <p:spTgt spid="10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5" dur="25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6" fill="hold">
                            <p:stCondLst>
                              <p:cond delay="3750"/>
                            </p:stCondLst>
                            <p:childTnLst>
                              <p:par>
                                <p:cTn id="67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9" dur="250" fill="hold"/>
                                        <p:tgtEl>
                                          <p:spTgt spid="1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250" fill="hold"/>
                                        <p:tgtEl>
                                          <p:spTgt spid="1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1" dur="25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4000"/>
                            </p:stCondLst>
                            <p:childTnLst>
                              <p:par>
                                <p:cTn id="73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25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250" fill="hold"/>
                                        <p:tgtEl>
                                          <p:spTgt spid="1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250" fill="hold"/>
                                        <p:tgtEl>
                                          <p:spTgt spid="1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8" fill="hold">
                            <p:stCondLst>
                              <p:cond delay="4250"/>
                            </p:stCondLst>
                            <p:childTnLst>
                              <p:par>
                                <p:cTn id="7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1" dur="2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2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3" dur="2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0" grpId="0"/>
      <p:bldP spid="114" grpId="0"/>
      <p:bldP spid="118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Group 49">
            <a:extLst>
              <a:ext uri="{FF2B5EF4-FFF2-40B4-BE49-F238E27FC236}">
                <a16:creationId xmlns:a16="http://schemas.microsoft.com/office/drawing/2014/main" id="{10781169-B7A4-446E-BD33-B9650367A7F9}"/>
              </a:ext>
            </a:extLst>
          </p:cNvPr>
          <p:cNvGrpSpPr/>
          <p:nvPr/>
        </p:nvGrpSpPr>
        <p:grpSpPr>
          <a:xfrm>
            <a:off x="-290920" y="0"/>
            <a:ext cx="12482920" cy="6858000"/>
            <a:chOff x="-290920" y="0"/>
            <a:chExt cx="12482920" cy="6858000"/>
          </a:xfrm>
        </p:grpSpPr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CED3AF08-30FC-4AFF-9C5C-99D0A7099514}"/>
                </a:ext>
              </a:extLst>
            </p:cNvPr>
            <p:cNvSpPr/>
            <p:nvPr/>
          </p:nvSpPr>
          <p:spPr>
            <a:xfrm>
              <a:off x="-290920" y="0"/>
              <a:ext cx="12482920" cy="6858000"/>
            </a:xfrm>
            <a:prstGeom prst="rect">
              <a:avLst/>
            </a:prstGeom>
            <a:solidFill>
              <a:srgbClr val="F0EEF0"/>
            </a:solidFill>
            <a:ln>
              <a:noFill/>
            </a:ln>
            <a:effectLst>
              <a:outerShdw blurRad="215900" dist="38100" sx="101000" sy="101000" algn="l" rotWithShape="0">
                <a:schemeClr val="tx1">
                  <a:lumMod val="65000"/>
                  <a:lumOff val="35000"/>
                  <a:alpha val="35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99AF1FBA-9557-484A-B305-EE590A192E96}"/>
                </a:ext>
              </a:extLst>
            </p:cNvPr>
            <p:cNvSpPr/>
            <p:nvPr/>
          </p:nvSpPr>
          <p:spPr>
            <a:xfrm>
              <a:off x="11023600" y="2337441"/>
              <a:ext cx="1168400" cy="2360918"/>
            </a:xfrm>
            <a:custGeom>
              <a:avLst/>
              <a:gdLst>
                <a:gd name="connsiteX0" fmla="*/ 1168400 w 1168400"/>
                <a:gd name="connsiteY0" fmla="*/ 0 h 2360918"/>
                <a:gd name="connsiteX1" fmla="*/ 1168400 w 1168400"/>
                <a:gd name="connsiteY1" fmla="*/ 2360918 h 2360918"/>
                <a:gd name="connsiteX2" fmla="*/ 1060340 w 1168400"/>
                <a:gd name="connsiteY2" fmla="*/ 2355461 h 2360918"/>
                <a:gd name="connsiteX3" fmla="*/ 0 w 1168400"/>
                <a:gd name="connsiteY3" fmla="*/ 1180459 h 2360918"/>
                <a:gd name="connsiteX4" fmla="*/ 1060340 w 1168400"/>
                <a:gd name="connsiteY4" fmla="*/ 5457 h 2360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68400" h="2360918">
                  <a:moveTo>
                    <a:pt x="1168400" y="0"/>
                  </a:moveTo>
                  <a:lnTo>
                    <a:pt x="1168400" y="2360918"/>
                  </a:lnTo>
                  <a:lnTo>
                    <a:pt x="1060340" y="2355461"/>
                  </a:lnTo>
                  <a:cubicBezTo>
                    <a:pt x="464762" y="2294977"/>
                    <a:pt x="0" y="1791994"/>
                    <a:pt x="0" y="1180459"/>
                  </a:cubicBezTo>
                  <a:cubicBezTo>
                    <a:pt x="0" y="568924"/>
                    <a:pt x="464762" y="65941"/>
                    <a:pt x="1060340" y="5457"/>
                  </a:cubicBezTo>
                  <a:close/>
                </a:path>
              </a:pathLst>
            </a:custGeom>
            <a:solidFill>
              <a:srgbClr val="FF596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407E3AA2-679E-4924-AC1B-FE6C3A02C251}"/>
                </a:ext>
              </a:extLst>
            </p:cNvPr>
            <p:cNvSpPr txBox="1"/>
            <p:nvPr/>
          </p:nvSpPr>
          <p:spPr>
            <a:xfrm rot="16200000">
              <a:off x="10872792" y="3194734"/>
              <a:ext cx="199208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 dirty="0">
                  <a:solidFill>
                    <a:srgbClr val="F0EEF0"/>
                  </a:solidFill>
                  <a:latin typeface="Tw Cen MT" panose="020B0602020104020603" pitchFamily="34" charset="0"/>
                </a:rPr>
                <a:t>about</a:t>
              </a:r>
            </a:p>
          </p:txBody>
        </p:sp>
        <p:pic>
          <p:nvPicPr>
            <p:cNvPr id="54" name="Picture 53">
              <a:extLst>
                <a:ext uri="{FF2B5EF4-FFF2-40B4-BE49-F238E27FC236}">
                  <a16:creationId xmlns:a16="http://schemas.microsoft.com/office/drawing/2014/main" id="{CD9846FC-755F-4A0E-BAD3-A5D51C0E1EB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11129999" y="3247473"/>
              <a:ext cx="530600" cy="530600"/>
            </a:xfrm>
            <a:prstGeom prst="rect">
              <a:avLst/>
            </a:prstGeom>
          </p:spPr>
        </p:pic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F00A67C9-4929-4EFF-9CB6-292640CD2738}"/>
              </a:ext>
            </a:extLst>
          </p:cNvPr>
          <p:cNvGrpSpPr/>
          <p:nvPr/>
        </p:nvGrpSpPr>
        <p:grpSpPr>
          <a:xfrm>
            <a:off x="226788" y="-2"/>
            <a:ext cx="11447503" cy="6858000"/>
            <a:chOff x="213096" y="0"/>
            <a:chExt cx="11447503" cy="6858000"/>
          </a:xfrm>
        </p:grpSpPr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3E8CDB02-4760-4298-BC44-93A18EB02F13}"/>
                </a:ext>
              </a:extLst>
            </p:cNvPr>
            <p:cNvSpPr/>
            <p:nvPr/>
          </p:nvSpPr>
          <p:spPr>
            <a:xfrm>
              <a:off x="213096" y="0"/>
              <a:ext cx="11447501" cy="6858000"/>
            </a:xfrm>
            <a:prstGeom prst="rect">
              <a:avLst/>
            </a:prstGeom>
            <a:solidFill>
              <a:srgbClr val="F0EEF0"/>
            </a:solidFill>
            <a:ln>
              <a:noFill/>
            </a:ln>
            <a:effectLst>
              <a:outerShdw blurRad="215900" dist="38100" sx="101000" sy="101000" algn="l" rotWithShape="0">
                <a:schemeClr val="tx1">
                  <a:lumMod val="65000"/>
                  <a:lumOff val="35000"/>
                  <a:alpha val="35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57C0FD50-5E69-463E-A01B-65E9D864A386}"/>
                </a:ext>
              </a:extLst>
            </p:cNvPr>
            <p:cNvSpPr/>
            <p:nvPr/>
          </p:nvSpPr>
          <p:spPr>
            <a:xfrm>
              <a:off x="10492197" y="2337441"/>
              <a:ext cx="1168400" cy="2360918"/>
            </a:xfrm>
            <a:custGeom>
              <a:avLst/>
              <a:gdLst>
                <a:gd name="connsiteX0" fmla="*/ 1168400 w 1168400"/>
                <a:gd name="connsiteY0" fmla="*/ 0 h 2360918"/>
                <a:gd name="connsiteX1" fmla="*/ 1168400 w 1168400"/>
                <a:gd name="connsiteY1" fmla="*/ 2360918 h 2360918"/>
                <a:gd name="connsiteX2" fmla="*/ 1060340 w 1168400"/>
                <a:gd name="connsiteY2" fmla="*/ 2355461 h 2360918"/>
                <a:gd name="connsiteX3" fmla="*/ 0 w 1168400"/>
                <a:gd name="connsiteY3" fmla="*/ 1180459 h 2360918"/>
                <a:gd name="connsiteX4" fmla="*/ 1060340 w 1168400"/>
                <a:gd name="connsiteY4" fmla="*/ 5457 h 2360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68400" h="2360918">
                  <a:moveTo>
                    <a:pt x="1168400" y="0"/>
                  </a:moveTo>
                  <a:lnTo>
                    <a:pt x="1168400" y="2360918"/>
                  </a:lnTo>
                  <a:lnTo>
                    <a:pt x="1060340" y="2355461"/>
                  </a:lnTo>
                  <a:cubicBezTo>
                    <a:pt x="464762" y="2294977"/>
                    <a:pt x="0" y="1791994"/>
                    <a:pt x="0" y="1180459"/>
                  </a:cubicBezTo>
                  <a:cubicBezTo>
                    <a:pt x="0" y="568924"/>
                    <a:pt x="464762" y="65941"/>
                    <a:pt x="1060340" y="5457"/>
                  </a:cubicBezTo>
                  <a:close/>
                </a:path>
              </a:pathLst>
            </a:custGeom>
            <a:solidFill>
              <a:srgbClr val="52CD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04CBFB1D-37FD-419F-B98C-860BF5217905}"/>
                </a:ext>
              </a:extLst>
            </p:cNvPr>
            <p:cNvSpPr txBox="1"/>
            <p:nvPr/>
          </p:nvSpPr>
          <p:spPr>
            <a:xfrm rot="16200000">
              <a:off x="10341391" y="3105834"/>
              <a:ext cx="199208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 dirty="0">
                  <a:solidFill>
                    <a:srgbClr val="F0EEF0"/>
                  </a:solidFill>
                  <a:latin typeface="Tw Cen MT" panose="020B0602020104020603" pitchFamily="34" charset="0"/>
                </a:rPr>
                <a:t>history</a:t>
              </a:r>
            </a:p>
          </p:txBody>
        </p:sp>
        <p:pic>
          <p:nvPicPr>
            <p:cNvPr id="59" name="Picture 58">
              <a:extLst>
                <a:ext uri="{FF2B5EF4-FFF2-40B4-BE49-F238E27FC236}">
                  <a16:creationId xmlns:a16="http://schemas.microsoft.com/office/drawing/2014/main" id="{60B383F7-52C5-4FB7-AEC3-35A48D7354A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10600933" y="3247473"/>
              <a:ext cx="530600" cy="530600"/>
            </a:xfrm>
            <a:prstGeom prst="rect">
              <a:avLst/>
            </a:prstGeom>
          </p:spPr>
        </p:pic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6F7667A6-1C16-4F0A-A162-61BD16E6BE6B}"/>
              </a:ext>
            </a:extLst>
          </p:cNvPr>
          <p:cNvGrpSpPr/>
          <p:nvPr/>
        </p:nvGrpSpPr>
        <p:grpSpPr>
          <a:xfrm>
            <a:off x="1184133" y="0"/>
            <a:ext cx="9961092" cy="6858000"/>
            <a:chOff x="491575" y="0"/>
            <a:chExt cx="9961092" cy="6858000"/>
          </a:xfrm>
        </p:grpSpPr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0E8C29A9-4AAB-442C-A7A4-40DCCE0A9694}"/>
                </a:ext>
              </a:extLst>
            </p:cNvPr>
            <p:cNvSpPr/>
            <p:nvPr/>
          </p:nvSpPr>
          <p:spPr>
            <a:xfrm>
              <a:off x="491575" y="0"/>
              <a:ext cx="9961092" cy="6858000"/>
            </a:xfrm>
            <a:prstGeom prst="rect">
              <a:avLst/>
            </a:prstGeom>
            <a:solidFill>
              <a:srgbClr val="F0EEF0"/>
            </a:solidFill>
            <a:ln>
              <a:noFill/>
            </a:ln>
            <a:effectLst>
              <a:outerShdw blurRad="215900" dist="38100" sx="101000" sy="101000" algn="l" rotWithShape="0">
                <a:schemeClr val="tx1">
                  <a:lumMod val="65000"/>
                  <a:lumOff val="35000"/>
                  <a:alpha val="35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81520FE7-5699-4290-9C3C-51E0C60ECC6B}"/>
                </a:ext>
              </a:extLst>
            </p:cNvPr>
            <p:cNvSpPr/>
            <p:nvPr/>
          </p:nvSpPr>
          <p:spPr>
            <a:xfrm>
              <a:off x="9284267" y="2337440"/>
              <a:ext cx="1168400" cy="2360918"/>
            </a:xfrm>
            <a:custGeom>
              <a:avLst/>
              <a:gdLst>
                <a:gd name="connsiteX0" fmla="*/ 1168400 w 1168400"/>
                <a:gd name="connsiteY0" fmla="*/ 0 h 2360918"/>
                <a:gd name="connsiteX1" fmla="*/ 1168400 w 1168400"/>
                <a:gd name="connsiteY1" fmla="*/ 2360918 h 2360918"/>
                <a:gd name="connsiteX2" fmla="*/ 1060340 w 1168400"/>
                <a:gd name="connsiteY2" fmla="*/ 2355461 h 2360918"/>
                <a:gd name="connsiteX3" fmla="*/ 0 w 1168400"/>
                <a:gd name="connsiteY3" fmla="*/ 1180459 h 2360918"/>
                <a:gd name="connsiteX4" fmla="*/ 1060340 w 1168400"/>
                <a:gd name="connsiteY4" fmla="*/ 5457 h 2360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68400" h="2360918">
                  <a:moveTo>
                    <a:pt x="1168400" y="0"/>
                  </a:moveTo>
                  <a:lnTo>
                    <a:pt x="1168400" y="2360918"/>
                  </a:lnTo>
                  <a:lnTo>
                    <a:pt x="1060340" y="2355461"/>
                  </a:lnTo>
                  <a:cubicBezTo>
                    <a:pt x="464762" y="2294977"/>
                    <a:pt x="0" y="1791994"/>
                    <a:pt x="0" y="1180459"/>
                  </a:cubicBezTo>
                  <a:cubicBezTo>
                    <a:pt x="0" y="568924"/>
                    <a:pt x="464762" y="65941"/>
                    <a:pt x="1060340" y="5457"/>
                  </a:cubicBezTo>
                  <a:close/>
                </a:path>
              </a:pathLst>
            </a:custGeom>
            <a:solidFill>
              <a:srgbClr val="FFC73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AFD50D6F-822B-4109-8B0C-BA004A0B7145}"/>
                </a:ext>
              </a:extLst>
            </p:cNvPr>
            <p:cNvSpPr txBox="1"/>
            <p:nvPr/>
          </p:nvSpPr>
          <p:spPr>
            <a:xfrm rot="16200000">
              <a:off x="9117129" y="3189611"/>
              <a:ext cx="199208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 dirty="0">
                  <a:solidFill>
                    <a:srgbClr val="F0EEF0"/>
                  </a:solidFill>
                  <a:latin typeface="Tw Cen MT" panose="020B0602020104020603" pitchFamily="34" charset="0"/>
                </a:rPr>
                <a:t>timeline</a:t>
              </a:r>
            </a:p>
          </p:txBody>
        </p:sp>
        <p:pic>
          <p:nvPicPr>
            <p:cNvPr id="64" name="Picture 63">
              <a:extLst>
                <a:ext uri="{FF2B5EF4-FFF2-40B4-BE49-F238E27FC236}">
                  <a16:creationId xmlns:a16="http://schemas.microsoft.com/office/drawing/2014/main" id="{0376C61F-147B-441E-B32E-45D5BC1B66B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9385467" y="3247473"/>
              <a:ext cx="530600" cy="530600"/>
            </a:xfrm>
            <a:prstGeom prst="rect">
              <a:avLst/>
            </a:prstGeom>
          </p:spPr>
        </p:pic>
      </p:grpSp>
      <p:sp>
        <p:nvSpPr>
          <p:cNvPr id="70" name="Rectangle 69">
            <a:extLst>
              <a:ext uri="{FF2B5EF4-FFF2-40B4-BE49-F238E27FC236}">
                <a16:creationId xmlns:a16="http://schemas.microsoft.com/office/drawing/2014/main" id="{990CE96C-B0E8-49CB-B717-EBFFECB66027}"/>
              </a:ext>
            </a:extLst>
          </p:cNvPr>
          <p:cNvSpPr/>
          <p:nvPr/>
        </p:nvSpPr>
        <p:spPr>
          <a:xfrm>
            <a:off x="-7962177" y="-1"/>
            <a:ext cx="5781368" cy="6858000"/>
          </a:xfrm>
          <a:prstGeom prst="rect">
            <a:avLst/>
          </a:prstGeom>
          <a:solidFill>
            <a:srgbClr val="F0EEF0"/>
          </a:solidFill>
          <a:ln>
            <a:noFill/>
          </a:ln>
          <a:effectLst>
            <a:outerShdw blurRad="215900" dist="38100" sx="101000" sy="101000" algn="l" rotWithShape="0">
              <a:schemeClr val="tx1">
                <a:lumMod val="65000"/>
                <a:lumOff val="35000"/>
                <a:alpha val="3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5" name="Group 94">
            <a:extLst>
              <a:ext uri="{FF2B5EF4-FFF2-40B4-BE49-F238E27FC236}">
                <a16:creationId xmlns:a16="http://schemas.microsoft.com/office/drawing/2014/main" id="{4E70D3F9-D583-4ACD-8480-0F4A65ED3C83}"/>
              </a:ext>
            </a:extLst>
          </p:cNvPr>
          <p:cNvGrpSpPr/>
          <p:nvPr/>
        </p:nvGrpSpPr>
        <p:grpSpPr>
          <a:xfrm>
            <a:off x="1049062" y="0"/>
            <a:ext cx="9574094" cy="6858000"/>
            <a:chOff x="491575" y="0"/>
            <a:chExt cx="9574094" cy="6858000"/>
          </a:xfrm>
        </p:grpSpPr>
        <p:sp>
          <p:nvSpPr>
            <p:cNvPr id="96" name="Rectangle 95">
              <a:extLst>
                <a:ext uri="{FF2B5EF4-FFF2-40B4-BE49-F238E27FC236}">
                  <a16:creationId xmlns:a16="http://schemas.microsoft.com/office/drawing/2014/main" id="{321108FC-08B5-45CC-AB47-1104119B25FD}"/>
                </a:ext>
              </a:extLst>
            </p:cNvPr>
            <p:cNvSpPr/>
            <p:nvPr/>
          </p:nvSpPr>
          <p:spPr>
            <a:xfrm>
              <a:off x="491575" y="0"/>
              <a:ext cx="9574094" cy="6858000"/>
            </a:xfrm>
            <a:prstGeom prst="rect">
              <a:avLst/>
            </a:prstGeom>
            <a:solidFill>
              <a:srgbClr val="F0EEF0"/>
            </a:solidFill>
            <a:ln>
              <a:noFill/>
            </a:ln>
            <a:effectLst>
              <a:outerShdw blurRad="215900" dist="38100" sx="101000" sy="101000" algn="l" rotWithShape="0">
                <a:schemeClr val="tx1">
                  <a:lumMod val="65000"/>
                  <a:lumOff val="35000"/>
                  <a:alpha val="35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96A47C8C-7F88-484E-817B-572BEDC2BC69}"/>
                </a:ext>
              </a:extLst>
            </p:cNvPr>
            <p:cNvSpPr/>
            <p:nvPr/>
          </p:nvSpPr>
          <p:spPr>
            <a:xfrm>
              <a:off x="8897260" y="2337440"/>
              <a:ext cx="1168400" cy="2360918"/>
            </a:xfrm>
            <a:custGeom>
              <a:avLst/>
              <a:gdLst>
                <a:gd name="connsiteX0" fmla="*/ 1168400 w 1168400"/>
                <a:gd name="connsiteY0" fmla="*/ 0 h 2360918"/>
                <a:gd name="connsiteX1" fmla="*/ 1168400 w 1168400"/>
                <a:gd name="connsiteY1" fmla="*/ 2360918 h 2360918"/>
                <a:gd name="connsiteX2" fmla="*/ 1060340 w 1168400"/>
                <a:gd name="connsiteY2" fmla="*/ 2355461 h 2360918"/>
                <a:gd name="connsiteX3" fmla="*/ 0 w 1168400"/>
                <a:gd name="connsiteY3" fmla="*/ 1180459 h 2360918"/>
                <a:gd name="connsiteX4" fmla="*/ 1060340 w 1168400"/>
                <a:gd name="connsiteY4" fmla="*/ 5457 h 2360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68400" h="2360918">
                  <a:moveTo>
                    <a:pt x="1168400" y="0"/>
                  </a:moveTo>
                  <a:lnTo>
                    <a:pt x="1168400" y="2360918"/>
                  </a:lnTo>
                  <a:lnTo>
                    <a:pt x="1060340" y="2355461"/>
                  </a:lnTo>
                  <a:cubicBezTo>
                    <a:pt x="464762" y="2294977"/>
                    <a:pt x="0" y="1791994"/>
                    <a:pt x="0" y="1180459"/>
                  </a:cubicBezTo>
                  <a:cubicBezTo>
                    <a:pt x="0" y="568924"/>
                    <a:pt x="464762" y="65941"/>
                    <a:pt x="1060340" y="5457"/>
                  </a:cubicBezTo>
                  <a:close/>
                </a:path>
              </a:pathLst>
            </a:custGeom>
            <a:solidFill>
              <a:srgbClr val="5D737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E3DB5570-AC77-4396-9748-4183DF7C8396}"/>
                </a:ext>
              </a:extLst>
            </p:cNvPr>
            <p:cNvSpPr txBox="1"/>
            <p:nvPr/>
          </p:nvSpPr>
          <p:spPr>
            <a:xfrm rot="16200000">
              <a:off x="8746453" y="3189610"/>
              <a:ext cx="199208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 dirty="0">
                  <a:solidFill>
                    <a:srgbClr val="F0EEF0"/>
                  </a:solidFill>
                  <a:latin typeface="Tw Cen MT" panose="020B0602020104020603" pitchFamily="34" charset="0"/>
                </a:rPr>
                <a:t>teams</a:t>
              </a:r>
            </a:p>
          </p:txBody>
        </p:sp>
        <p:pic>
          <p:nvPicPr>
            <p:cNvPr id="99" name="Picture 98">
              <a:extLst>
                <a:ext uri="{FF2B5EF4-FFF2-40B4-BE49-F238E27FC236}">
                  <a16:creationId xmlns:a16="http://schemas.microsoft.com/office/drawing/2014/main" id="{F6ED4041-CDD9-443D-802E-47D4387906F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8992269" y="3247473"/>
              <a:ext cx="530600" cy="530600"/>
            </a:xfrm>
            <a:prstGeom prst="rect">
              <a:avLst/>
            </a:prstGeom>
          </p:spPr>
        </p:pic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E7044FAB-DB4A-4E59-B111-8CA4168E7FA4}"/>
              </a:ext>
            </a:extLst>
          </p:cNvPr>
          <p:cNvGrpSpPr/>
          <p:nvPr/>
        </p:nvGrpSpPr>
        <p:grpSpPr>
          <a:xfrm>
            <a:off x="-7638543" y="-1"/>
            <a:ext cx="8692332" cy="6858000"/>
            <a:chOff x="718505" y="-1"/>
            <a:chExt cx="8692332" cy="6858000"/>
          </a:xfrm>
        </p:grpSpPr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824F072A-08CC-4CC6-B5EF-C1833A244FA3}"/>
                </a:ext>
              </a:extLst>
            </p:cNvPr>
            <p:cNvSpPr/>
            <p:nvPr/>
          </p:nvSpPr>
          <p:spPr>
            <a:xfrm>
              <a:off x="718505" y="-1"/>
              <a:ext cx="8692331" cy="6858000"/>
            </a:xfrm>
            <a:prstGeom prst="rect">
              <a:avLst/>
            </a:prstGeom>
            <a:solidFill>
              <a:srgbClr val="F0EEF0"/>
            </a:solidFill>
            <a:ln>
              <a:noFill/>
            </a:ln>
            <a:effectLst>
              <a:outerShdw blurRad="215900" dist="38100" sx="101000" sy="101000" algn="l" rotWithShape="0">
                <a:schemeClr val="tx1">
                  <a:lumMod val="65000"/>
                  <a:lumOff val="35000"/>
                  <a:alpha val="35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A3C6C4A9-8B6A-429B-980E-26CD0C3A573E}"/>
                </a:ext>
              </a:extLst>
            </p:cNvPr>
            <p:cNvSpPr/>
            <p:nvPr/>
          </p:nvSpPr>
          <p:spPr>
            <a:xfrm>
              <a:off x="8242436" y="2337439"/>
              <a:ext cx="1168400" cy="2360918"/>
            </a:xfrm>
            <a:custGeom>
              <a:avLst/>
              <a:gdLst>
                <a:gd name="connsiteX0" fmla="*/ 1168400 w 1168400"/>
                <a:gd name="connsiteY0" fmla="*/ 0 h 2360918"/>
                <a:gd name="connsiteX1" fmla="*/ 1168400 w 1168400"/>
                <a:gd name="connsiteY1" fmla="*/ 2360918 h 2360918"/>
                <a:gd name="connsiteX2" fmla="*/ 1060340 w 1168400"/>
                <a:gd name="connsiteY2" fmla="*/ 2355461 h 2360918"/>
                <a:gd name="connsiteX3" fmla="*/ 0 w 1168400"/>
                <a:gd name="connsiteY3" fmla="*/ 1180459 h 2360918"/>
                <a:gd name="connsiteX4" fmla="*/ 1060340 w 1168400"/>
                <a:gd name="connsiteY4" fmla="*/ 5457 h 2360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68400" h="2360918">
                  <a:moveTo>
                    <a:pt x="1168400" y="0"/>
                  </a:moveTo>
                  <a:lnTo>
                    <a:pt x="1168400" y="2360918"/>
                  </a:lnTo>
                  <a:lnTo>
                    <a:pt x="1060340" y="2355461"/>
                  </a:lnTo>
                  <a:cubicBezTo>
                    <a:pt x="464762" y="2294977"/>
                    <a:pt x="0" y="1791994"/>
                    <a:pt x="0" y="1180459"/>
                  </a:cubicBezTo>
                  <a:cubicBezTo>
                    <a:pt x="0" y="568924"/>
                    <a:pt x="464762" y="65941"/>
                    <a:pt x="1060340" y="5457"/>
                  </a:cubicBezTo>
                  <a:close/>
                </a:path>
              </a:pathLst>
            </a:cu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858AC381-BFD1-4A89-AE49-8ADC853A6849}"/>
                </a:ext>
              </a:extLst>
            </p:cNvPr>
            <p:cNvSpPr txBox="1"/>
            <p:nvPr/>
          </p:nvSpPr>
          <p:spPr>
            <a:xfrm rot="16200000">
              <a:off x="8091629" y="3189609"/>
              <a:ext cx="199208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 dirty="0">
                  <a:solidFill>
                    <a:srgbClr val="F0EEF0"/>
                  </a:solidFill>
                  <a:latin typeface="Tw Cen MT" panose="020B0602020104020603" pitchFamily="34" charset="0"/>
                </a:rPr>
                <a:t>services</a:t>
              </a:r>
            </a:p>
          </p:txBody>
        </p:sp>
        <p:pic>
          <p:nvPicPr>
            <p:cNvPr id="75" name="Picture 74">
              <a:extLst>
                <a:ext uri="{FF2B5EF4-FFF2-40B4-BE49-F238E27FC236}">
                  <a16:creationId xmlns:a16="http://schemas.microsoft.com/office/drawing/2014/main" id="{9DF2E944-82FA-495B-8A5C-9BDE2635538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8340472" y="3247473"/>
              <a:ext cx="530600" cy="530600"/>
            </a:xfrm>
            <a:prstGeom prst="rect">
              <a:avLst/>
            </a:prstGeom>
          </p:spPr>
        </p:pic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60E31D48-090A-4A9C-AF5C-4B0C49C47C7D}"/>
              </a:ext>
            </a:extLst>
          </p:cNvPr>
          <p:cNvGrpSpPr/>
          <p:nvPr/>
        </p:nvGrpSpPr>
        <p:grpSpPr>
          <a:xfrm>
            <a:off x="-9395082" y="-1"/>
            <a:ext cx="9927504" cy="6858000"/>
            <a:chOff x="-9337032" y="-1"/>
            <a:chExt cx="9927504" cy="6858000"/>
          </a:xfrm>
        </p:grpSpPr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3A79A714-CB74-4EFD-9BC1-A7F2F993842A}"/>
                </a:ext>
              </a:extLst>
            </p:cNvPr>
            <p:cNvSpPr/>
            <p:nvPr/>
          </p:nvSpPr>
          <p:spPr>
            <a:xfrm>
              <a:off x="-9337032" y="-1"/>
              <a:ext cx="9923504" cy="6858000"/>
            </a:xfrm>
            <a:prstGeom prst="rect">
              <a:avLst/>
            </a:prstGeom>
            <a:solidFill>
              <a:srgbClr val="F0EEF0"/>
            </a:solidFill>
            <a:ln>
              <a:noFill/>
            </a:ln>
            <a:effectLst>
              <a:outerShdw blurRad="215900" dist="38100" sx="101000" sy="101000" algn="l" rotWithShape="0">
                <a:schemeClr val="tx1">
                  <a:lumMod val="65000"/>
                  <a:lumOff val="35000"/>
                  <a:alpha val="35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B006C60A-833A-41C2-A553-8132E7B3A7DB}"/>
                </a:ext>
              </a:extLst>
            </p:cNvPr>
            <p:cNvSpPr/>
            <p:nvPr/>
          </p:nvSpPr>
          <p:spPr>
            <a:xfrm>
              <a:off x="-577928" y="2337438"/>
              <a:ext cx="1168400" cy="2360918"/>
            </a:xfrm>
            <a:custGeom>
              <a:avLst/>
              <a:gdLst>
                <a:gd name="connsiteX0" fmla="*/ 1168400 w 1168400"/>
                <a:gd name="connsiteY0" fmla="*/ 0 h 2360918"/>
                <a:gd name="connsiteX1" fmla="*/ 1168400 w 1168400"/>
                <a:gd name="connsiteY1" fmla="*/ 2360918 h 2360918"/>
                <a:gd name="connsiteX2" fmla="*/ 1060340 w 1168400"/>
                <a:gd name="connsiteY2" fmla="*/ 2355461 h 2360918"/>
                <a:gd name="connsiteX3" fmla="*/ 0 w 1168400"/>
                <a:gd name="connsiteY3" fmla="*/ 1180459 h 2360918"/>
                <a:gd name="connsiteX4" fmla="*/ 1060340 w 1168400"/>
                <a:gd name="connsiteY4" fmla="*/ 5457 h 2360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68400" h="2360918">
                  <a:moveTo>
                    <a:pt x="1168400" y="0"/>
                  </a:moveTo>
                  <a:lnTo>
                    <a:pt x="1168400" y="2360918"/>
                  </a:lnTo>
                  <a:lnTo>
                    <a:pt x="1060340" y="2355461"/>
                  </a:lnTo>
                  <a:cubicBezTo>
                    <a:pt x="464762" y="2294977"/>
                    <a:pt x="0" y="1791994"/>
                    <a:pt x="0" y="1180459"/>
                  </a:cubicBezTo>
                  <a:cubicBezTo>
                    <a:pt x="0" y="568924"/>
                    <a:pt x="464762" y="65941"/>
                    <a:pt x="1060340" y="5457"/>
                  </a:cubicBezTo>
                  <a:close/>
                </a:path>
              </a:pathLst>
            </a:custGeom>
            <a:solidFill>
              <a:srgbClr val="00A0A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95AECC6C-A520-4756-9163-08D14835D791}"/>
                </a:ext>
              </a:extLst>
            </p:cNvPr>
            <p:cNvSpPr txBox="1"/>
            <p:nvPr/>
          </p:nvSpPr>
          <p:spPr>
            <a:xfrm rot="16200000">
              <a:off x="-738260" y="3189608"/>
              <a:ext cx="199208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 dirty="0">
                  <a:solidFill>
                    <a:srgbClr val="F0EEF0"/>
                  </a:solidFill>
                  <a:latin typeface="Tw Cen MT" panose="020B0602020104020603" pitchFamily="34" charset="0"/>
                </a:rPr>
                <a:t>follow</a:t>
              </a:r>
            </a:p>
          </p:txBody>
        </p:sp>
        <p:pic>
          <p:nvPicPr>
            <p:cNvPr id="80" name="Picture 79">
              <a:extLst>
                <a:ext uri="{FF2B5EF4-FFF2-40B4-BE49-F238E27FC236}">
                  <a16:creationId xmlns:a16="http://schemas.microsoft.com/office/drawing/2014/main" id="{0F8A56B9-A504-4035-8439-53ED4617B8B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-491912" y="3247473"/>
              <a:ext cx="530600" cy="530600"/>
            </a:xfrm>
            <a:prstGeom prst="rect">
              <a:avLst/>
            </a:prstGeom>
          </p:spPr>
        </p:pic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CC89FF31-8612-4FD2-9987-7B2B659E4399}"/>
              </a:ext>
            </a:extLst>
          </p:cNvPr>
          <p:cNvGrpSpPr/>
          <p:nvPr/>
        </p:nvGrpSpPr>
        <p:grpSpPr>
          <a:xfrm>
            <a:off x="1590156" y="1623565"/>
            <a:ext cx="2017224" cy="2017224"/>
            <a:chOff x="1466851" y="1754971"/>
            <a:chExt cx="2362200" cy="2362200"/>
          </a:xfrm>
        </p:grpSpPr>
        <p:sp>
          <p:nvSpPr>
            <p:cNvPr id="101" name="Oval 100">
              <a:extLst>
                <a:ext uri="{FF2B5EF4-FFF2-40B4-BE49-F238E27FC236}">
                  <a16:creationId xmlns:a16="http://schemas.microsoft.com/office/drawing/2014/main" id="{8A4AD62D-BD7E-415D-B725-6AC37487928F}"/>
                </a:ext>
              </a:extLst>
            </p:cNvPr>
            <p:cNvSpPr/>
            <p:nvPr/>
          </p:nvSpPr>
          <p:spPr>
            <a:xfrm>
              <a:off x="1466851" y="1754971"/>
              <a:ext cx="2362200" cy="2362200"/>
            </a:xfrm>
            <a:prstGeom prst="ellipse">
              <a:avLst/>
            </a:prstGeom>
            <a:solidFill>
              <a:srgbClr val="FF596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AD995FC3-C541-42EF-8CAA-48FBA94B946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698" r="1156"/>
            <a:stretch/>
          </p:blipFill>
          <p:spPr>
            <a:xfrm>
              <a:off x="1619252" y="1907373"/>
              <a:ext cx="2057398" cy="2057396"/>
            </a:xfrm>
            <a:prstGeom prst="ellipse">
              <a:avLst/>
            </a:prstGeom>
          </p:spPr>
        </p:pic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558BBFA0-22AC-4630-95CF-DD11BBF46981}"/>
              </a:ext>
            </a:extLst>
          </p:cNvPr>
          <p:cNvGrpSpPr/>
          <p:nvPr/>
        </p:nvGrpSpPr>
        <p:grpSpPr>
          <a:xfrm>
            <a:off x="4287817" y="1594502"/>
            <a:ext cx="2075350" cy="2075350"/>
            <a:chOff x="4388156" y="1754971"/>
            <a:chExt cx="2362200" cy="2362200"/>
          </a:xfrm>
          <a:solidFill>
            <a:srgbClr val="03A1A4"/>
          </a:solidFill>
        </p:grpSpPr>
        <p:sp>
          <p:nvSpPr>
            <p:cNvPr id="104" name="Oval 103">
              <a:extLst>
                <a:ext uri="{FF2B5EF4-FFF2-40B4-BE49-F238E27FC236}">
                  <a16:creationId xmlns:a16="http://schemas.microsoft.com/office/drawing/2014/main" id="{8106C475-63FF-4B88-9037-7D4296DCF408}"/>
                </a:ext>
              </a:extLst>
            </p:cNvPr>
            <p:cNvSpPr/>
            <p:nvPr/>
          </p:nvSpPr>
          <p:spPr>
            <a:xfrm>
              <a:off x="4388156" y="1754971"/>
              <a:ext cx="2362200" cy="2362200"/>
            </a:xfrm>
            <a:prstGeom prst="ellipse">
              <a:avLst/>
            </a:prstGeom>
            <a:solidFill>
              <a:srgbClr val="00A0A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5A49D4CA-4AB4-4B81-87DF-16F4C749B5D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178" t="16519" r="9615" b="1982"/>
            <a:stretch/>
          </p:blipFill>
          <p:spPr>
            <a:xfrm>
              <a:off x="4540558" y="1907373"/>
              <a:ext cx="2057396" cy="2057396"/>
            </a:xfrm>
            <a:prstGeom prst="ellipse">
              <a:avLst/>
            </a:prstGeom>
            <a:grpFill/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4FA7696F-3A12-4749-96EF-506789697582}"/>
              </a:ext>
            </a:extLst>
          </p:cNvPr>
          <p:cNvGrpSpPr/>
          <p:nvPr/>
        </p:nvGrpSpPr>
        <p:grpSpPr>
          <a:xfrm>
            <a:off x="7057250" y="1589351"/>
            <a:ext cx="2085652" cy="2085652"/>
            <a:chOff x="7245656" y="1754971"/>
            <a:chExt cx="2362200" cy="2362200"/>
          </a:xfrm>
          <a:solidFill>
            <a:srgbClr val="EE9524"/>
          </a:solidFill>
        </p:grpSpPr>
        <p:sp>
          <p:nvSpPr>
            <p:cNvPr id="107" name="Oval 106">
              <a:extLst>
                <a:ext uri="{FF2B5EF4-FFF2-40B4-BE49-F238E27FC236}">
                  <a16:creationId xmlns:a16="http://schemas.microsoft.com/office/drawing/2014/main" id="{BEA41108-70F3-44FD-9476-BB5FCAD01852}"/>
                </a:ext>
              </a:extLst>
            </p:cNvPr>
            <p:cNvSpPr/>
            <p:nvPr/>
          </p:nvSpPr>
          <p:spPr>
            <a:xfrm>
              <a:off x="7245656" y="1754971"/>
              <a:ext cx="2362200" cy="2362200"/>
            </a:xfrm>
            <a:prstGeom prst="ellipse">
              <a:avLst/>
            </a:prstGeom>
            <a:solidFill>
              <a:srgbClr val="5D737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08" name="Picture 107">
              <a:extLst>
                <a:ext uri="{FF2B5EF4-FFF2-40B4-BE49-F238E27FC236}">
                  <a16:creationId xmlns:a16="http://schemas.microsoft.com/office/drawing/2014/main" id="{70692E7A-E8C1-4231-93B0-76CAA4775D0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6615" r="16615"/>
            <a:stretch/>
          </p:blipFill>
          <p:spPr>
            <a:xfrm>
              <a:off x="7395187" y="1904502"/>
              <a:ext cx="2063138" cy="2063138"/>
            </a:xfrm>
            <a:prstGeom prst="ellipse">
              <a:avLst/>
            </a:prstGeom>
            <a:grpFill/>
          </p:spPr>
        </p:pic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FFECBB9F-A6DA-4867-8BFF-1EB9CC0E78D3}"/>
              </a:ext>
            </a:extLst>
          </p:cNvPr>
          <p:cNvGrpSpPr/>
          <p:nvPr/>
        </p:nvGrpSpPr>
        <p:grpSpPr>
          <a:xfrm>
            <a:off x="1671243" y="1589351"/>
            <a:ext cx="662608" cy="523220"/>
            <a:chOff x="668600" y="2123782"/>
            <a:chExt cx="662608" cy="523220"/>
          </a:xfrm>
        </p:grpSpPr>
        <p:sp>
          <p:nvSpPr>
            <p:cNvPr id="110" name="Oval 109">
              <a:extLst>
                <a:ext uri="{FF2B5EF4-FFF2-40B4-BE49-F238E27FC236}">
                  <a16:creationId xmlns:a16="http://schemas.microsoft.com/office/drawing/2014/main" id="{758FFA05-60D3-49D7-AD33-70C14A462582}"/>
                </a:ext>
              </a:extLst>
            </p:cNvPr>
            <p:cNvSpPr/>
            <p:nvPr/>
          </p:nvSpPr>
          <p:spPr>
            <a:xfrm>
              <a:off x="732304" y="2123782"/>
              <a:ext cx="523220" cy="523220"/>
            </a:xfrm>
            <a:prstGeom prst="ellipse">
              <a:avLst/>
            </a:prstGeom>
            <a:solidFill>
              <a:srgbClr val="FF596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6F674720-AA72-463C-A9F5-CC05A31FD455}"/>
                </a:ext>
              </a:extLst>
            </p:cNvPr>
            <p:cNvSpPr txBox="1"/>
            <p:nvPr/>
          </p:nvSpPr>
          <p:spPr>
            <a:xfrm>
              <a:off x="668600" y="2154559"/>
              <a:ext cx="66260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rgbClr val="E6E7E9"/>
                  </a:solidFill>
                  <a:latin typeface="Tw Cen MT" panose="020B0602020104020603" pitchFamily="34" charset="0"/>
                </a:rPr>
                <a:t>01</a:t>
              </a:r>
            </a:p>
          </p:txBody>
        </p:sp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F148DB69-DF3E-4C33-B538-AF9F73BD860D}"/>
              </a:ext>
            </a:extLst>
          </p:cNvPr>
          <p:cNvGrpSpPr/>
          <p:nvPr/>
        </p:nvGrpSpPr>
        <p:grpSpPr>
          <a:xfrm>
            <a:off x="4359048" y="1589351"/>
            <a:ext cx="662608" cy="523220"/>
            <a:chOff x="662610" y="2123782"/>
            <a:chExt cx="662608" cy="523220"/>
          </a:xfrm>
        </p:grpSpPr>
        <p:sp>
          <p:nvSpPr>
            <p:cNvPr id="113" name="Oval 112">
              <a:extLst>
                <a:ext uri="{FF2B5EF4-FFF2-40B4-BE49-F238E27FC236}">
                  <a16:creationId xmlns:a16="http://schemas.microsoft.com/office/drawing/2014/main" id="{AECF5359-B27A-4EA4-9470-E15A636740F1}"/>
                </a:ext>
              </a:extLst>
            </p:cNvPr>
            <p:cNvSpPr/>
            <p:nvPr/>
          </p:nvSpPr>
          <p:spPr>
            <a:xfrm>
              <a:off x="732304" y="2123782"/>
              <a:ext cx="523220" cy="523220"/>
            </a:xfrm>
            <a:prstGeom prst="ellipse">
              <a:avLst/>
            </a:prstGeom>
            <a:solidFill>
              <a:srgbClr val="03A1A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45730238-5131-470C-B8FC-1D599D94B747}"/>
                </a:ext>
              </a:extLst>
            </p:cNvPr>
            <p:cNvSpPr txBox="1"/>
            <p:nvPr/>
          </p:nvSpPr>
          <p:spPr>
            <a:xfrm>
              <a:off x="662610" y="2154559"/>
              <a:ext cx="66260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rgbClr val="E6E7E9"/>
                  </a:solidFill>
                  <a:latin typeface="Tw Cen MT" panose="020B0602020104020603" pitchFamily="34" charset="0"/>
                </a:rPr>
                <a:t>02</a:t>
              </a:r>
            </a:p>
          </p:txBody>
        </p:sp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999227E9-EB21-4059-B513-140E8EB32283}"/>
              </a:ext>
            </a:extLst>
          </p:cNvPr>
          <p:cNvGrpSpPr/>
          <p:nvPr/>
        </p:nvGrpSpPr>
        <p:grpSpPr>
          <a:xfrm>
            <a:off x="7113378" y="1596925"/>
            <a:ext cx="662608" cy="508072"/>
            <a:chOff x="662610" y="2131356"/>
            <a:chExt cx="662608" cy="508072"/>
          </a:xfrm>
        </p:grpSpPr>
        <p:sp>
          <p:nvSpPr>
            <p:cNvPr id="116" name="Oval 115">
              <a:extLst>
                <a:ext uri="{FF2B5EF4-FFF2-40B4-BE49-F238E27FC236}">
                  <a16:creationId xmlns:a16="http://schemas.microsoft.com/office/drawing/2014/main" id="{16BFFE64-6C8E-4F76-92AF-FE854A15A057}"/>
                </a:ext>
              </a:extLst>
            </p:cNvPr>
            <p:cNvSpPr/>
            <p:nvPr/>
          </p:nvSpPr>
          <p:spPr>
            <a:xfrm>
              <a:off x="739878" y="2131356"/>
              <a:ext cx="508072" cy="508072"/>
            </a:xfrm>
            <a:prstGeom prst="ellipse">
              <a:avLst/>
            </a:prstGeom>
            <a:solidFill>
              <a:srgbClr val="5D737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A560E021-6D3E-44E0-9017-02F6FD846B8E}"/>
                </a:ext>
              </a:extLst>
            </p:cNvPr>
            <p:cNvSpPr txBox="1"/>
            <p:nvPr/>
          </p:nvSpPr>
          <p:spPr>
            <a:xfrm>
              <a:off x="662610" y="2154558"/>
              <a:ext cx="66260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rgbClr val="E6E7E9"/>
                  </a:solidFill>
                  <a:latin typeface="Tw Cen MT" panose="020B0602020104020603" pitchFamily="34" charset="0"/>
                </a:rPr>
                <a:t>03</a:t>
              </a:r>
            </a:p>
          </p:txBody>
        </p:sp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642619BF-D98C-42FE-8077-B8745D93F239}"/>
              </a:ext>
            </a:extLst>
          </p:cNvPr>
          <p:cNvGrpSpPr/>
          <p:nvPr/>
        </p:nvGrpSpPr>
        <p:grpSpPr>
          <a:xfrm>
            <a:off x="1089803" y="4112242"/>
            <a:ext cx="3048141" cy="1452554"/>
            <a:chOff x="264581" y="4416136"/>
            <a:chExt cx="3048141" cy="1452554"/>
          </a:xfrm>
        </p:grpSpPr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47D438D1-4A2C-457A-A675-A2FFD11F8FC1}"/>
                </a:ext>
              </a:extLst>
            </p:cNvPr>
            <p:cNvSpPr txBox="1"/>
            <p:nvPr/>
          </p:nvSpPr>
          <p:spPr>
            <a:xfrm>
              <a:off x="466266" y="4416136"/>
              <a:ext cx="264477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5969"/>
                  </a:solidFill>
                  <a:latin typeface="Tw Cen MT" panose="020B0602020104020603" pitchFamily="34" charset="0"/>
                </a:rPr>
                <a:t>ALAN MARTIN</a:t>
              </a:r>
            </a:p>
          </p:txBody>
        </p: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EFA98CF0-C7D5-4BB1-AE6B-892973EDC2B3}"/>
                </a:ext>
              </a:extLst>
            </p:cNvPr>
            <p:cNvSpPr txBox="1"/>
            <p:nvPr/>
          </p:nvSpPr>
          <p:spPr>
            <a:xfrm>
              <a:off x="466266" y="4853747"/>
              <a:ext cx="26447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>
                      <a:lumMod val="65000"/>
                    </a:schemeClr>
                  </a:solidFill>
                  <a:latin typeface="Tw Cen MT" panose="020B0602020104020603" pitchFamily="34" charset="0"/>
                </a:rPr>
                <a:t>CEO, COMPANY NAME</a:t>
              </a:r>
            </a:p>
          </p:txBody>
        </p:sp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ADB9B462-21BE-4A91-8264-768F8688631E}"/>
                </a:ext>
              </a:extLst>
            </p:cNvPr>
            <p:cNvSpPr txBox="1"/>
            <p:nvPr/>
          </p:nvSpPr>
          <p:spPr>
            <a:xfrm>
              <a:off x="264581" y="5222359"/>
              <a:ext cx="304814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>
                      <a:lumMod val="65000"/>
                    </a:schemeClr>
                  </a:solidFill>
                  <a:latin typeface="Tw Cen MT" panose="020B0602020104020603" pitchFamily="34" charset="0"/>
                </a:rPr>
                <a:t>Here Write Brief Message About Yourself</a:t>
              </a:r>
            </a:p>
          </p:txBody>
        </p:sp>
      </p:grpSp>
      <p:grpSp>
        <p:nvGrpSpPr>
          <p:cNvPr id="122" name="Group 121">
            <a:extLst>
              <a:ext uri="{FF2B5EF4-FFF2-40B4-BE49-F238E27FC236}">
                <a16:creationId xmlns:a16="http://schemas.microsoft.com/office/drawing/2014/main" id="{EC238A46-6DC2-415E-858B-EDB9C705F5D2}"/>
              </a:ext>
            </a:extLst>
          </p:cNvPr>
          <p:cNvGrpSpPr/>
          <p:nvPr/>
        </p:nvGrpSpPr>
        <p:grpSpPr>
          <a:xfrm>
            <a:off x="3806113" y="4112242"/>
            <a:ext cx="3048141" cy="1452554"/>
            <a:chOff x="3143051" y="4416136"/>
            <a:chExt cx="3048141" cy="1452554"/>
          </a:xfrm>
        </p:grpSpPr>
        <p:sp>
          <p:nvSpPr>
            <p:cNvPr id="123" name="TextBox 122">
              <a:extLst>
                <a:ext uri="{FF2B5EF4-FFF2-40B4-BE49-F238E27FC236}">
                  <a16:creationId xmlns:a16="http://schemas.microsoft.com/office/drawing/2014/main" id="{CCBD766E-1FDC-47EC-AFE3-250300F9E1D4}"/>
                </a:ext>
              </a:extLst>
            </p:cNvPr>
            <p:cNvSpPr txBox="1"/>
            <p:nvPr/>
          </p:nvSpPr>
          <p:spPr>
            <a:xfrm>
              <a:off x="3344736" y="4416136"/>
              <a:ext cx="264477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03A1A4"/>
                  </a:solidFill>
                  <a:latin typeface="Tw Cen MT" panose="020B0602020104020603" pitchFamily="34" charset="0"/>
                </a:rPr>
                <a:t>JHON DOE</a:t>
              </a:r>
            </a:p>
          </p:txBody>
        </p:sp>
        <p:sp>
          <p:nvSpPr>
            <p:cNvPr id="124" name="TextBox 123">
              <a:extLst>
                <a:ext uri="{FF2B5EF4-FFF2-40B4-BE49-F238E27FC236}">
                  <a16:creationId xmlns:a16="http://schemas.microsoft.com/office/drawing/2014/main" id="{9DD83A3E-FC84-4E9E-A039-E9CA92AC9309}"/>
                </a:ext>
              </a:extLst>
            </p:cNvPr>
            <p:cNvSpPr txBox="1"/>
            <p:nvPr/>
          </p:nvSpPr>
          <p:spPr>
            <a:xfrm>
              <a:off x="3344736" y="4853747"/>
              <a:ext cx="26447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>
                      <a:lumMod val="65000"/>
                    </a:schemeClr>
                  </a:solidFill>
                  <a:latin typeface="Tw Cen MT" panose="020B0602020104020603" pitchFamily="34" charset="0"/>
                </a:rPr>
                <a:t>CEO, COMPANY NAME</a:t>
              </a:r>
            </a:p>
          </p:txBody>
        </p:sp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D4656B8D-277C-459C-8AC5-1E3C9FBF12C4}"/>
                </a:ext>
              </a:extLst>
            </p:cNvPr>
            <p:cNvSpPr txBox="1"/>
            <p:nvPr/>
          </p:nvSpPr>
          <p:spPr>
            <a:xfrm>
              <a:off x="3143051" y="5222359"/>
              <a:ext cx="304814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>
                      <a:lumMod val="65000"/>
                    </a:schemeClr>
                  </a:solidFill>
                  <a:latin typeface="Tw Cen MT" panose="020B0602020104020603" pitchFamily="34" charset="0"/>
                </a:rPr>
                <a:t>Here Write Brief Message About Yourself</a:t>
              </a:r>
            </a:p>
          </p:txBody>
        </p:sp>
      </p:grpSp>
      <p:grpSp>
        <p:nvGrpSpPr>
          <p:cNvPr id="126" name="Group 125">
            <a:extLst>
              <a:ext uri="{FF2B5EF4-FFF2-40B4-BE49-F238E27FC236}">
                <a16:creationId xmlns:a16="http://schemas.microsoft.com/office/drawing/2014/main" id="{A5E2E5DE-DB63-4888-A16C-FBB53DF5105F}"/>
              </a:ext>
            </a:extLst>
          </p:cNvPr>
          <p:cNvGrpSpPr/>
          <p:nvPr/>
        </p:nvGrpSpPr>
        <p:grpSpPr>
          <a:xfrm>
            <a:off x="6578020" y="4112242"/>
            <a:ext cx="3048141" cy="1452554"/>
            <a:chOff x="6191192" y="4416136"/>
            <a:chExt cx="3048141" cy="1452554"/>
          </a:xfrm>
        </p:grpSpPr>
        <p:sp>
          <p:nvSpPr>
            <p:cNvPr id="127" name="TextBox 126">
              <a:extLst>
                <a:ext uri="{FF2B5EF4-FFF2-40B4-BE49-F238E27FC236}">
                  <a16:creationId xmlns:a16="http://schemas.microsoft.com/office/drawing/2014/main" id="{A72104E9-D31B-4FE5-8105-9C439D743046}"/>
                </a:ext>
              </a:extLst>
            </p:cNvPr>
            <p:cNvSpPr txBox="1"/>
            <p:nvPr/>
          </p:nvSpPr>
          <p:spPr>
            <a:xfrm>
              <a:off x="6392877" y="4416136"/>
              <a:ext cx="264477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5D7373"/>
                  </a:solidFill>
                  <a:latin typeface="Tw Cen MT" panose="020B0602020104020603" pitchFamily="34" charset="0"/>
                </a:rPr>
                <a:t>PABLO PICASO</a:t>
              </a:r>
            </a:p>
          </p:txBody>
        </p:sp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2C9848EF-A792-46BC-8A1A-95DC4C6A8499}"/>
                </a:ext>
              </a:extLst>
            </p:cNvPr>
            <p:cNvSpPr txBox="1"/>
            <p:nvPr/>
          </p:nvSpPr>
          <p:spPr>
            <a:xfrm>
              <a:off x="6392877" y="4853747"/>
              <a:ext cx="26447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>
                      <a:lumMod val="65000"/>
                    </a:schemeClr>
                  </a:solidFill>
                  <a:latin typeface="Tw Cen MT" panose="020B0602020104020603" pitchFamily="34" charset="0"/>
                </a:rPr>
                <a:t>CEO, COMPANY NAME</a:t>
              </a:r>
            </a:p>
          </p:txBody>
        </p:sp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EC21C292-71CC-48CF-BD5C-47D7BFAC5B36}"/>
                </a:ext>
              </a:extLst>
            </p:cNvPr>
            <p:cNvSpPr txBox="1"/>
            <p:nvPr/>
          </p:nvSpPr>
          <p:spPr>
            <a:xfrm>
              <a:off x="6191192" y="5222359"/>
              <a:ext cx="304814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>
                      <a:lumMod val="65000"/>
                    </a:schemeClr>
                  </a:solidFill>
                  <a:latin typeface="Tw Cen MT" panose="020B0602020104020603" pitchFamily="34" charset="0"/>
                </a:rPr>
                <a:t>Here Write Brief Message About Yourself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6167404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0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0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0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0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00"/>
                            </p:stCondLst>
                            <p:childTnLst>
                              <p:par>
                                <p:cTn id="17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1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0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0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000"/>
                            </p:stCondLst>
                            <p:childTnLst>
                              <p:par>
                                <p:cTn id="2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1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2500"/>
                            </p:stCondLst>
                            <p:childTnLst>
                              <p:par>
                                <p:cTn id="35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3000"/>
                            </p:stCondLst>
                            <p:childTnLst>
                              <p:par>
                                <p:cTn id="41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10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10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3500"/>
                            </p:stCondLst>
                            <p:childTnLst>
                              <p:par>
                                <p:cTn id="47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1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1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4000"/>
                            </p:stCondLst>
                            <p:childTnLst>
                              <p:par>
                                <p:cTn id="53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500" fill="hold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500" fill="hold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Group 49">
            <a:extLst>
              <a:ext uri="{FF2B5EF4-FFF2-40B4-BE49-F238E27FC236}">
                <a16:creationId xmlns:a16="http://schemas.microsoft.com/office/drawing/2014/main" id="{10781169-B7A4-446E-BD33-B9650367A7F9}"/>
              </a:ext>
            </a:extLst>
          </p:cNvPr>
          <p:cNvGrpSpPr/>
          <p:nvPr/>
        </p:nvGrpSpPr>
        <p:grpSpPr>
          <a:xfrm>
            <a:off x="-290920" y="0"/>
            <a:ext cx="12482920" cy="6858000"/>
            <a:chOff x="-290920" y="0"/>
            <a:chExt cx="12482920" cy="6858000"/>
          </a:xfrm>
        </p:grpSpPr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CED3AF08-30FC-4AFF-9C5C-99D0A7099514}"/>
                </a:ext>
              </a:extLst>
            </p:cNvPr>
            <p:cNvSpPr/>
            <p:nvPr/>
          </p:nvSpPr>
          <p:spPr>
            <a:xfrm>
              <a:off x="-290920" y="0"/>
              <a:ext cx="12482920" cy="6858000"/>
            </a:xfrm>
            <a:prstGeom prst="rect">
              <a:avLst/>
            </a:prstGeom>
            <a:solidFill>
              <a:srgbClr val="F0EEF0"/>
            </a:solidFill>
            <a:ln>
              <a:noFill/>
            </a:ln>
            <a:effectLst>
              <a:outerShdw blurRad="215900" dist="38100" sx="101000" sy="101000" algn="l" rotWithShape="0">
                <a:schemeClr val="tx1">
                  <a:lumMod val="65000"/>
                  <a:lumOff val="35000"/>
                  <a:alpha val="35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99AF1FBA-9557-484A-B305-EE590A192E96}"/>
                </a:ext>
              </a:extLst>
            </p:cNvPr>
            <p:cNvSpPr/>
            <p:nvPr/>
          </p:nvSpPr>
          <p:spPr>
            <a:xfrm>
              <a:off x="11023600" y="2337441"/>
              <a:ext cx="1168400" cy="2360918"/>
            </a:xfrm>
            <a:custGeom>
              <a:avLst/>
              <a:gdLst>
                <a:gd name="connsiteX0" fmla="*/ 1168400 w 1168400"/>
                <a:gd name="connsiteY0" fmla="*/ 0 h 2360918"/>
                <a:gd name="connsiteX1" fmla="*/ 1168400 w 1168400"/>
                <a:gd name="connsiteY1" fmla="*/ 2360918 h 2360918"/>
                <a:gd name="connsiteX2" fmla="*/ 1060340 w 1168400"/>
                <a:gd name="connsiteY2" fmla="*/ 2355461 h 2360918"/>
                <a:gd name="connsiteX3" fmla="*/ 0 w 1168400"/>
                <a:gd name="connsiteY3" fmla="*/ 1180459 h 2360918"/>
                <a:gd name="connsiteX4" fmla="*/ 1060340 w 1168400"/>
                <a:gd name="connsiteY4" fmla="*/ 5457 h 2360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68400" h="2360918">
                  <a:moveTo>
                    <a:pt x="1168400" y="0"/>
                  </a:moveTo>
                  <a:lnTo>
                    <a:pt x="1168400" y="2360918"/>
                  </a:lnTo>
                  <a:lnTo>
                    <a:pt x="1060340" y="2355461"/>
                  </a:lnTo>
                  <a:cubicBezTo>
                    <a:pt x="464762" y="2294977"/>
                    <a:pt x="0" y="1791994"/>
                    <a:pt x="0" y="1180459"/>
                  </a:cubicBezTo>
                  <a:cubicBezTo>
                    <a:pt x="0" y="568924"/>
                    <a:pt x="464762" y="65941"/>
                    <a:pt x="1060340" y="5457"/>
                  </a:cubicBezTo>
                  <a:close/>
                </a:path>
              </a:pathLst>
            </a:custGeom>
            <a:solidFill>
              <a:srgbClr val="FF596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407E3AA2-679E-4924-AC1B-FE6C3A02C251}"/>
                </a:ext>
              </a:extLst>
            </p:cNvPr>
            <p:cNvSpPr txBox="1"/>
            <p:nvPr/>
          </p:nvSpPr>
          <p:spPr>
            <a:xfrm rot="16200000">
              <a:off x="10872792" y="3194734"/>
              <a:ext cx="199208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 dirty="0">
                  <a:solidFill>
                    <a:srgbClr val="F0EEF0"/>
                  </a:solidFill>
                  <a:latin typeface="Tw Cen MT" panose="020B0602020104020603" pitchFamily="34" charset="0"/>
                </a:rPr>
                <a:t>about</a:t>
              </a:r>
            </a:p>
          </p:txBody>
        </p:sp>
        <p:pic>
          <p:nvPicPr>
            <p:cNvPr id="54" name="Picture 53">
              <a:extLst>
                <a:ext uri="{FF2B5EF4-FFF2-40B4-BE49-F238E27FC236}">
                  <a16:creationId xmlns:a16="http://schemas.microsoft.com/office/drawing/2014/main" id="{CD9846FC-755F-4A0E-BAD3-A5D51C0E1EB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11129999" y="3247473"/>
              <a:ext cx="530600" cy="530600"/>
            </a:xfrm>
            <a:prstGeom prst="rect">
              <a:avLst/>
            </a:prstGeom>
          </p:spPr>
        </p:pic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F00A67C9-4929-4EFF-9CB6-292640CD2738}"/>
              </a:ext>
            </a:extLst>
          </p:cNvPr>
          <p:cNvGrpSpPr/>
          <p:nvPr/>
        </p:nvGrpSpPr>
        <p:grpSpPr>
          <a:xfrm>
            <a:off x="226788" y="-2"/>
            <a:ext cx="11447503" cy="6858000"/>
            <a:chOff x="213096" y="0"/>
            <a:chExt cx="11447503" cy="6858000"/>
          </a:xfrm>
        </p:grpSpPr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3E8CDB02-4760-4298-BC44-93A18EB02F13}"/>
                </a:ext>
              </a:extLst>
            </p:cNvPr>
            <p:cNvSpPr/>
            <p:nvPr/>
          </p:nvSpPr>
          <p:spPr>
            <a:xfrm>
              <a:off x="213096" y="0"/>
              <a:ext cx="11447501" cy="6858000"/>
            </a:xfrm>
            <a:prstGeom prst="rect">
              <a:avLst/>
            </a:prstGeom>
            <a:solidFill>
              <a:srgbClr val="F0EEF0"/>
            </a:solidFill>
            <a:ln>
              <a:noFill/>
            </a:ln>
            <a:effectLst>
              <a:outerShdw blurRad="215900" dist="38100" sx="101000" sy="101000" algn="l" rotWithShape="0">
                <a:schemeClr val="tx1">
                  <a:lumMod val="65000"/>
                  <a:lumOff val="35000"/>
                  <a:alpha val="35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57C0FD50-5E69-463E-A01B-65E9D864A386}"/>
                </a:ext>
              </a:extLst>
            </p:cNvPr>
            <p:cNvSpPr/>
            <p:nvPr/>
          </p:nvSpPr>
          <p:spPr>
            <a:xfrm>
              <a:off x="10492197" y="2337441"/>
              <a:ext cx="1168400" cy="2360918"/>
            </a:xfrm>
            <a:custGeom>
              <a:avLst/>
              <a:gdLst>
                <a:gd name="connsiteX0" fmla="*/ 1168400 w 1168400"/>
                <a:gd name="connsiteY0" fmla="*/ 0 h 2360918"/>
                <a:gd name="connsiteX1" fmla="*/ 1168400 w 1168400"/>
                <a:gd name="connsiteY1" fmla="*/ 2360918 h 2360918"/>
                <a:gd name="connsiteX2" fmla="*/ 1060340 w 1168400"/>
                <a:gd name="connsiteY2" fmla="*/ 2355461 h 2360918"/>
                <a:gd name="connsiteX3" fmla="*/ 0 w 1168400"/>
                <a:gd name="connsiteY3" fmla="*/ 1180459 h 2360918"/>
                <a:gd name="connsiteX4" fmla="*/ 1060340 w 1168400"/>
                <a:gd name="connsiteY4" fmla="*/ 5457 h 2360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68400" h="2360918">
                  <a:moveTo>
                    <a:pt x="1168400" y="0"/>
                  </a:moveTo>
                  <a:lnTo>
                    <a:pt x="1168400" y="2360918"/>
                  </a:lnTo>
                  <a:lnTo>
                    <a:pt x="1060340" y="2355461"/>
                  </a:lnTo>
                  <a:cubicBezTo>
                    <a:pt x="464762" y="2294977"/>
                    <a:pt x="0" y="1791994"/>
                    <a:pt x="0" y="1180459"/>
                  </a:cubicBezTo>
                  <a:cubicBezTo>
                    <a:pt x="0" y="568924"/>
                    <a:pt x="464762" y="65941"/>
                    <a:pt x="1060340" y="5457"/>
                  </a:cubicBezTo>
                  <a:close/>
                </a:path>
              </a:pathLst>
            </a:custGeom>
            <a:solidFill>
              <a:srgbClr val="52CD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04CBFB1D-37FD-419F-B98C-860BF5217905}"/>
                </a:ext>
              </a:extLst>
            </p:cNvPr>
            <p:cNvSpPr txBox="1"/>
            <p:nvPr/>
          </p:nvSpPr>
          <p:spPr>
            <a:xfrm rot="16200000">
              <a:off x="10341391" y="3105834"/>
              <a:ext cx="199208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 dirty="0">
                  <a:solidFill>
                    <a:srgbClr val="F0EEF0"/>
                  </a:solidFill>
                  <a:latin typeface="Tw Cen MT" panose="020B0602020104020603" pitchFamily="34" charset="0"/>
                </a:rPr>
                <a:t>history</a:t>
              </a:r>
            </a:p>
          </p:txBody>
        </p:sp>
        <p:pic>
          <p:nvPicPr>
            <p:cNvPr id="59" name="Picture 58">
              <a:extLst>
                <a:ext uri="{FF2B5EF4-FFF2-40B4-BE49-F238E27FC236}">
                  <a16:creationId xmlns:a16="http://schemas.microsoft.com/office/drawing/2014/main" id="{60B383F7-52C5-4FB7-AEC3-35A48D7354A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10600933" y="3247473"/>
              <a:ext cx="530600" cy="530600"/>
            </a:xfrm>
            <a:prstGeom prst="rect">
              <a:avLst/>
            </a:prstGeom>
          </p:spPr>
        </p:pic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6F7667A6-1C16-4F0A-A162-61BD16E6BE6B}"/>
              </a:ext>
            </a:extLst>
          </p:cNvPr>
          <p:cNvGrpSpPr/>
          <p:nvPr/>
        </p:nvGrpSpPr>
        <p:grpSpPr>
          <a:xfrm>
            <a:off x="1184133" y="0"/>
            <a:ext cx="9961092" cy="6858000"/>
            <a:chOff x="491575" y="0"/>
            <a:chExt cx="9961092" cy="6858000"/>
          </a:xfrm>
        </p:grpSpPr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0E8C29A9-4AAB-442C-A7A4-40DCCE0A9694}"/>
                </a:ext>
              </a:extLst>
            </p:cNvPr>
            <p:cNvSpPr/>
            <p:nvPr/>
          </p:nvSpPr>
          <p:spPr>
            <a:xfrm>
              <a:off x="491575" y="0"/>
              <a:ext cx="9961092" cy="6858000"/>
            </a:xfrm>
            <a:prstGeom prst="rect">
              <a:avLst/>
            </a:prstGeom>
            <a:solidFill>
              <a:srgbClr val="F0EEF0"/>
            </a:solidFill>
            <a:ln>
              <a:noFill/>
            </a:ln>
            <a:effectLst>
              <a:outerShdw blurRad="215900" dist="38100" sx="101000" sy="101000" algn="l" rotWithShape="0">
                <a:schemeClr val="tx1">
                  <a:lumMod val="65000"/>
                  <a:lumOff val="35000"/>
                  <a:alpha val="35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81520FE7-5699-4290-9C3C-51E0C60ECC6B}"/>
                </a:ext>
              </a:extLst>
            </p:cNvPr>
            <p:cNvSpPr/>
            <p:nvPr/>
          </p:nvSpPr>
          <p:spPr>
            <a:xfrm>
              <a:off x="9284267" y="2337440"/>
              <a:ext cx="1168400" cy="2360918"/>
            </a:xfrm>
            <a:custGeom>
              <a:avLst/>
              <a:gdLst>
                <a:gd name="connsiteX0" fmla="*/ 1168400 w 1168400"/>
                <a:gd name="connsiteY0" fmla="*/ 0 h 2360918"/>
                <a:gd name="connsiteX1" fmla="*/ 1168400 w 1168400"/>
                <a:gd name="connsiteY1" fmla="*/ 2360918 h 2360918"/>
                <a:gd name="connsiteX2" fmla="*/ 1060340 w 1168400"/>
                <a:gd name="connsiteY2" fmla="*/ 2355461 h 2360918"/>
                <a:gd name="connsiteX3" fmla="*/ 0 w 1168400"/>
                <a:gd name="connsiteY3" fmla="*/ 1180459 h 2360918"/>
                <a:gd name="connsiteX4" fmla="*/ 1060340 w 1168400"/>
                <a:gd name="connsiteY4" fmla="*/ 5457 h 2360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68400" h="2360918">
                  <a:moveTo>
                    <a:pt x="1168400" y="0"/>
                  </a:moveTo>
                  <a:lnTo>
                    <a:pt x="1168400" y="2360918"/>
                  </a:lnTo>
                  <a:lnTo>
                    <a:pt x="1060340" y="2355461"/>
                  </a:lnTo>
                  <a:cubicBezTo>
                    <a:pt x="464762" y="2294977"/>
                    <a:pt x="0" y="1791994"/>
                    <a:pt x="0" y="1180459"/>
                  </a:cubicBezTo>
                  <a:cubicBezTo>
                    <a:pt x="0" y="568924"/>
                    <a:pt x="464762" y="65941"/>
                    <a:pt x="1060340" y="5457"/>
                  </a:cubicBezTo>
                  <a:close/>
                </a:path>
              </a:pathLst>
            </a:custGeom>
            <a:solidFill>
              <a:srgbClr val="FFC73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AFD50D6F-822B-4109-8B0C-BA004A0B7145}"/>
                </a:ext>
              </a:extLst>
            </p:cNvPr>
            <p:cNvSpPr txBox="1"/>
            <p:nvPr/>
          </p:nvSpPr>
          <p:spPr>
            <a:xfrm rot="16200000">
              <a:off x="9117129" y="3189611"/>
              <a:ext cx="199208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 dirty="0">
                  <a:solidFill>
                    <a:srgbClr val="F0EEF0"/>
                  </a:solidFill>
                  <a:latin typeface="Tw Cen MT" panose="020B0602020104020603" pitchFamily="34" charset="0"/>
                </a:rPr>
                <a:t>timeline</a:t>
              </a:r>
            </a:p>
          </p:txBody>
        </p:sp>
        <p:pic>
          <p:nvPicPr>
            <p:cNvPr id="64" name="Picture 63">
              <a:extLst>
                <a:ext uri="{FF2B5EF4-FFF2-40B4-BE49-F238E27FC236}">
                  <a16:creationId xmlns:a16="http://schemas.microsoft.com/office/drawing/2014/main" id="{0376C61F-147B-441E-B32E-45D5BC1B66B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9385467" y="3247473"/>
              <a:ext cx="530600" cy="530600"/>
            </a:xfrm>
            <a:prstGeom prst="rect">
              <a:avLst/>
            </a:prstGeom>
          </p:spPr>
        </p:pic>
      </p:grpSp>
      <p:sp>
        <p:nvSpPr>
          <p:cNvPr id="70" name="Rectangle 69">
            <a:extLst>
              <a:ext uri="{FF2B5EF4-FFF2-40B4-BE49-F238E27FC236}">
                <a16:creationId xmlns:a16="http://schemas.microsoft.com/office/drawing/2014/main" id="{990CE96C-B0E8-49CB-B717-EBFFECB66027}"/>
              </a:ext>
            </a:extLst>
          </p:cNvPr>
          <p:cNvSpPr/>
          <p:nvPr/>
        </p:nvSpPr>
        <p:spPr>
          <a:xfrm>
            <a:off x="-7962177" y="-1"/>
            <a:ext cx="5781368" cy="6858000"/>
          </a:xfrm>
          <a:prstGeom prst="rect">
            <a:avLst/>
          </a:prstGeom>
          <a:solidFill>
            <a:srgbClr val="F0EEF0"/>
          </a:solidFill>
          <a:ln>
            <a:noFill/>
          </a:ln>
          <a:effectLst>
            <a:outerShdw blurRad="215900" dist="38100" sx="101000" sy="101000" algn="l" rotWithShape="0">
              <a:schemeClr val="tx1">
                <a:lumMod val="65000"/>
                <a:lumOff val="35000"/>
                <a:alpha val="3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5" name="Group 94">
            <a:extLst>
              <a:ext uri="{FF2B5EF4-FFF2-40B4-BE49-F238E27FC236}">
                <a16:creationId xmlns:a16="http://schemas.microsoft.com/office/drawing/2014/main" id="{4E70D3F9-D583-4ACD-8480-0F4A65ED3C83}"/>
              </a:ext>
            </a:extLst>
          </p:cNvPr>
          <p:cNvGrpSpPr/>
          <p:nvPr/>
        </p:nvGrpSpPr>
        <p:grpSpPr>
          <a:xfrm>
            <a:off x="1049062" y="0"/>
            <a:ext cx="9574094" cy="6858000"/>
            <a:chOff x="491575" y="0"/>
            <a:chExt cx="9574094" cy="6858000"/>
          </a:xfrm>
        </p:grpSpPr>
        <p:sp>
          <p:nvSpPr>
            <p:cNvPr id="96" name="Rectangle 95">
              <a:extLst>
                <a:ext uri="{FF2B5EF4-FFF2-40B4-BE49-F238E27FC236}">
                  <a16:creationId xmlns:a16="http://schemas.microsoft.com/office/drawing/2014/main" id="{321108FC-08B5-45CC-AB47-1104119B25FD}"/>
                </a:ext>
              </a:extLst>
            </p:cNvPr>
            <p:cNvSpPr/>
            <p:nvPr/>
          </p:nvSpPr>
          <p:spPr>
            <a:xfrm>
              <a:off x="491575" y="0"/>
              <a:ext cx="9574094" cy="6858000"/>
            </a:xfrm>
            <a:prstGeom prst="rect">
              <a:avLst/>
            </a:prstGeom>
            <a:solidFill>
              <a:srgbClr val="F0EEF0"/>
            </a:solidFill>
            <a:ln>
              <a:noFill/>
            </a:ln>
            <a:effectLst>
              <a:outerShdw blurRad="215900" dist="38100" sx="101000" sy="101000" algn="l" rotWithShape="0">
                <a:schemeClr val="tx1">
                  <a:lumMod val="65000"/>
                  <a:lumOff val="35000"/>
                  <a:alpha val="35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96A47C8C-7F88-484E-817B-572BEDC2BC69}"/>
                </a:ext>
              </a:extLst>
            </p:cNvPr>
            <p:cNvSpPr/>
            <p:nvPr/>
          </p:nvSpPr>
          <p:spPr>
            <a:xfrm>
              <a:off x="8897260" y="2337440"/>
              <a:ext cx="1168400" cy="2360918"/>
            </a:xfrm>
            <a:custGeom>
              <a:avLst/>
              <a:gdLst>
                <a:gd name="connsiteX0" fmla="*/ 1168400 w 1168400"/>
                <a:gd name="connsiteY0" fmla="*/ 0 h 2360918"/>
                <a:gd name="connsiteX1" fmla="*/ 1168400 w 1168400"/>
                <a:gd name="connsiteY1" fmla="*/ 2360918 h 2360918"/>
                <a:gd name="connsiteX2" fmla="*/ 1060340 w 1168400"/>
                <a:gd name="connsiteY2" fmla="*/ 2355461 h 2360918"/>
                <a:gd name="connsiteX3" fmla="*/ 0 w 1168400"/>
                <a:gd name="connsiteY3" fmla="*/ 1180459 h 2360918"/>
                <a:gd name="connsiteX4" fmla="*/ 1060340 w 1168400"/>
                <a:gd name="connsiteY4" fmla="*/ 5457 h 2360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68400" h="2360918">
                  <a:moveTo>
                    <a:pt x="1168400" y="0"/>
                  </a:moveTo>
                  <a:lnTo>
                    <a:pt x="1168400" y="2360918"/>
                  </a:lnTo>
                  <a:lnTo>
                    <a:pt x="1060340" y="2355461"/>
                  </a:lnTo>
                  <a:cubicBezTo>
                    <a:pt x="464762" y="2294977"/>
                    <a:pt x="0" y="1791994"/>
                    <a:pt x="0" y="1180459"/>
                  </a:cubicBezTo>
                  <a:cubicBezTo>
                    <a:pt x="0" y="568924"/>
                    <a:pt x="464762" y="65941"/>
                    <a:pt x="1060340" y="5457"/>
                  </a:cubicBezTo>
                  <a:close/>
                </a:path>
              </a:pathLst>
            </a:custGeom>
            <a:solidFill>
              <a:srgbClr val="5D737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E3DB5570-AC77-4396-9748-4183DF7C8396}"/>
                </a:ext>
              </a:extLst>
            </p:cNvPr>
            <p:cNvSpPr txBox="1"/>
            <p:nvPr/>
          </p:nvSpPr>
          <p:spPr>
            <a:xfrm rot="16200000">
              <a:off x="8746453" y="3189610"/>
              <a:ext cx="199208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 dirty="0">
                  <a:solidFill>
                    <a:srgbClr val="F0EEF0"/>
                  </a:solidFill>
                  <a:latin typeface="Tw Cen MT" panose="020B0602020104020603" pitchFamily="34" charset="0"/>
                </a:rPr>
                <a:t>teams</a:t>
              </a:r>
            </a:p>
          </p:txBody>
        </p:sp>
        <p:pic>
          <p:nvPicPr>
            <p:cNvPr id="99" name="Picture 98">
              <a:extLst>
                <a:ext uri="{FF2B5EF4-FFF2-40B4-BE49-F238E27FC236}">
                  <a16:creationId xmlns:a16="http://schemas.microsoft.com/office/drawing/2014/main" id="{F6ED4041-CDD9-443D-802E-47D4387906F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8992269" y="3247473"/>
              <a:ext cx="530600" cy="530600"/>
            </a:xfrm>
            <a:prstGeom prst="rect">
              <a:avLst/>
            </a:prstGeom>
          </p:spPr>
        </p:pic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E7044FAB-DB4A-4E59-B111-8CA4168E7FA4}"/>
              </a:ext>
            </a:extLst>
          </p:cNvPr>
          <p:cNvGrpSpPr/>
          <p:nvPr/>
        </p:nvGrpSpPr>
        <p:grpSpPr>
          <a:xfrm>
            <a:off x="-1780364" y="-1"/>
            <a:ext cx="11860720" cy="6858000"/>
            <a:chOff x="-2449883" y="-1"/>
            <a:chExt cx="11860720" cy="6858000"/>
          </a:xfrm>
        </p:grpSpPr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824F072A-08CC-4CC6-B5EF-C1833A244FA3}"/>
                </a:ext>
              </a:extLst>
            </p:cNvPr>
            <p:cNvSpPr/>
            <p:nvPr/>
          </p:nvSpPr>
          <p:spPr>
            <a:xfrm>
              <a:off x="-2449883" y="-1"/>
              <a:ext cx="11860720" cy="6858000"/>
            </a:xfrm>
            <a:prstGeom prst="rect">
              <a:avLst/>
            </a:prstGeom>
            <a:solidFill>
              <a:srgbClr val="F0EEF0"/>
            </a:solidFill>
            <a:ln>
              <a:noFill/>
            </a:ln>
            <a:effectLst>
              <a:outerShdw blurRad="215900" dist="38100" sx="101000" sy="101000" algn="l" rotWithShape="0">
                <a:schemeClr val="tx1">
                  <a:lumMod val="65000"/>
                  <a:lumOff val="35000"/>
                  <a:alpha val="35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A3C6C4A9-8B6A-429B-980E-26CD0C3A573E}"/>
                </a:ext>
              </a:extLst>
            </p:cNvPr>
            <p:cNvSpPr/>
            <p:nvPr/>
          </p:nvSpPr>
          <p:spPr>
            <a:xfrm>
              <a:off x="8242436" y="2337439"/>
              <a:ext cx="1168400" cy="2360918"/>
            </a:xfrm>
            <a:custGeom>
              <a:avLst/>
              <a:gdLst>
                <a:gd name="connsiteX0" fmla="*/ 1168400 w 1168400"/>
                <a:gd name="connsiteY0" fmla="*/ 0 h 2360918"/>
                <a:gd name="connsiteX1" fmla="*/ 1168400 w 1168400"/>
                <a:gd name="connsiteY1" fmla="*/ 2360918 h 2360918"/>
                <a:gd name="connsiteX2" fmla="*/ 1060340 w 1168400"/>
                <a:gd name="connsiteY2" fmla="*/ 2355461 h 2360918"/>
                <a:gd name="connsiteX3" fmla="*/ 0 w 1168400"/>
                <a:gd name="connsiteY3" fmla="*/ 1180459 h 2360918"/>
                <a:gd name="connsiteX4" fmla="*/ 1060340 w 1168400"/>
                <a:gd name="connsiteY4" fmla="*/ 5457 h 2360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68400" h="2360918">
                  <a:moveTo>
                    <a:pt x="1168400" y="0"/>
                  </a:moveTo>
                  <a:lnTo>
                    <a:pt x="1168400" y="2360918"/>
                  </a:lnTo>
                  <a:lnTo>
                    <a:pt x="1060340" y="2355461"/>
                  </a:lnTo>
                  <a:cubicBezTo>
                    <a:pt x="464762" y="2294977"/>
                    <a:pt x="0" y="1791994"/>
                    <a:pt x="0" y="1180459"/>
                  </a:cubicBezTo>
                  <a:cubicBezTo>
                    <a:pt x="0" y="568924"/>
                    <a:pt x="464762" y="65941"/>
                    <a:pt x="1060340" y="5457"/>
                  </a:cubicBezTo>
                  <a:close/>
                </a:path>
              </a:pathLst>
            </a:cu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858AC381-BFD1-4A89-AE49-8ADC853A6849}"/>
                </a:ext>
              </a:extLst>
            </p:cNvPr>
            <p:cNvSpPr txBox="1"/>
            <p:nvPr/>
          </p:nvSpPr>
          <p:spPr>
            <a:xfrm rot="16200000">
              <a:off x="8091629" y="3189609"/>
              <a:ext cx="199208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 dirty="0">
                  <a:solidFill>
                    <a:srgbClr val="F0EEF0"/>
                  </a:solidFill>
                  <a:latin typeface="Tw Cen MT" panose="020B0602020104020603" pitchFamily="34" charset="0"/>
                </a:rPr>
                <a:t>services</a:t>
              </a:r>
            </a:p>
          </p:txBody>
        </p:sp>
        <p:pic>
          <p:nvPicPr>
            <p:cNvPr id="75" name="Picture 74">
              <a:extLst>
                <a:ext uri="{FF2B5EF4-FFF2-40B4-BE49-F238E27FC236}">
                  <a16:creationId xmlns:a16="http://schemas.microsoft.com/office/drawing/2014/main" id="{9DF2E944-82FA-495B-8A5C-9BDE2635538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8340472" y="3247473"/>
              <a:ext cx="530600" cy="530600"/>
            </a:xfrm>
            <a:prstGeom prst="rect">
              <a:avLst/>
            </a:prstGeom>
          </p:spPr>
        </p:pic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60E31D48-090A-4A9C-AF5C-4B0C49C47C7D}"/>
              </a:ext>
            </a:extLst>
          </p:cNvPr>
          <p:cNvGrpSpPr/>
          <p:nvPr/>
        </p:nvGrpSpPr>
        <p:grpSpPr>
          <a:xfrm>
            <a:off x="-9395082" y="-1"/>
            <a:ext cx="9927504" cy="6858000"/>
            <a:chOff x="-9337032" y="-1"/>
            <a:chExt cx="9927504" cy="6858000"/>
          </a:xfrm>
        </p:grpSpPr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3A79A714-CB74-4EFD-9BC1-A7F2F993842A}"/>
                </a:ext>
              </a:extLst>
            </p:cNvPr>
            <p:cNvSpPr/>
            <p:nvPr/>
          </p:nvSpPr>
          <p:spPr>
            <a:xfrm>
              <a:off x="-9337032" y="-1"/>
              <a:ext cx="9923504" cy="6858000"/>
            </a:xfrm>
            <a:prstGeom prst="rect">
              <a:avLst/>
            </a:prstGeom>
            <a:solidFill>
              <a:srgbClr val="F0EEF0"/>
            </a:solidFill>
            <a:ln>
              <a:noFill/>
            </a:ln>
            <a:effectLst>
              <a:outerShdw blurRad="215900" dist="38100" sx="101000" sy="101000" algn="l" rotWithShape="0">
                <a:schemeClr val="tx1">
                  <a:lumMod val="65000"/>
                  <a:lumOff val="35000"/>
                  <a:alpha val="35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B006C60A-833A-41C2-A553-8132E7B3A7DB}"/>
                </a:ext>
              </a:extLst>
            </p:cNvPr>
            <p:cNvSpPr/>
            <p:nvPr/>
          </p:nvSpPr>
          <p:spPr>
            <a:xfrm>
              <a:off x="-577928" y="2337438"/>
              <a:ext cx="1168400" cy="2360918"/>
            </a:xfrm>
            <a:custGeom>
              <a:avLst/>
              <a:gdLst>
                <a:gd name="connsiteX0" fmla="*/ 1168400 w 1168400"/>
                <a:gd name="connsiteY0" fmla="*/ 0 h 2360918"/>
                <a:gd name="connsiteX1" fmla="*/ 1168400 w 1168400"/>
                <a:gd name="connsiteY1" fmla="*/ 2360918 h 2360918"/>
                <a:gd name="connsiteX2" fmla="*/ 1060340 w 1168400"/>
                <a:gd name="connsiteY2" fmla="*/ 2355461 h 2360918"/>
                <a:gd name="connsiteX3" fmla="*/ 0 w 1168400"/>
                <a:gd name="connsiteY3" fmla="*/ 1180459 h 2360918"/>
                <a:gd name="connsiteX4" fmla="*/ 1060340 w 1168400"/>
                <a:gd name="connsiteY4" fmla="*/ 5457 h 2360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68400" h="2360918">
                  <a:moveTo>
                    <a:pt x="1168400" y="0"/>
                  </a:moveTo>
                  <a:lnTo>
                    <a:pt x="1168400" y="2360918"/>
                  </a:lnTo>
                  <a:lnTo>
                    <a:pt x="1060340" y="2355461"/>
                  </a:lnTo>
                  <a:cubicBezTo>
                    <a:pt x="464762" y="2294977"/>
                    <a:pt x="0" y="1791994"/>
                    <a:pt x="0" y="1180459"/>
                  </a:cubicBezTo>
                  <a:cubicBezTo>
                    <a:pt x="0" y="568924"/>
                    <a:pt x="464762" y="65941"/>
                    <a:pt x="1060340" y="5457"/>
                  </a:cubicBezTo>
                  <a:close/>
                </a:path>
              </a:pathLst>
            </a:custGeom>
            <a:solidFill>
              <a:srgbClr val="00A0A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95AECC6C-A520-4756-9163-08D14835D791}"/>
                </a:ext>
              </a:extLst>
            </p:cNvPr>
            <p:cNvSpPr txBox="1"/>
            <p:nvPr/>
          </p:nvSpPr>
          <p:spPr>
            <a:xfrm rot="16200000">
              <a:off x="-738260" y="3189608"/>
              <a:ext cx="199208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 dirty="0">
                  <a:solidFill>
                    <a:srgbClr val="F0EEF0"/>
                  </a:solidFill>
                  <a:latin typeface="Tw Cen MT" panose="020B0602020104020603" pitchFamily="34" charset="0"/>
                </a:rPr>
                <a:t>follow</a:t>
              </a:r>
            </a:p>
          </p:txBody>
        </p:sp>
        <p:pic>
          <p:nvPicPr>
            <p:cNvPr id="80" name="Picture 79">
              <a:extLst>
                <a:ext uri="{FF2B5EF4-FFF2-40B4-BE49-F238E27FC236}">
                  <a16:creationId xmlns:a16="http://schemas.microsoft.com/office/drawing/2014/main" id="{0F8A56B9-A504-4035-8439-53ED4617B8B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-491912" y="3247473"/>
              <a:ext cx="530600" cy="530600"/>
            </a:xfrm>
            <a:prstGeom prst="rect">
              <a:avLst/>
            </a:prstGeom>
          </p:spPr>
        </p:pic>
      </p:grpSp>
      <p:grpSp>
        <p:nvGrpSpPr>
          <p:cNvPr id="113" name="Group 112">
            <a:extLst>
              <a:ext uri="{FF2B5EF4-FFF2-40B4-BE49-F238E27FC236}">
                <a16:creationId xmlns:a16="http://schemas.microsoft.com/office/drawing/2014/main" id="{11FBA8A3-D6EF-42EC-AEC1-86283EED452E}"/>
              </a:ext>
            </a:extLst>
          </p:cNvPr>
          <p:cNvGrpSpPr/>
          <p:nvPr/>
        </p:nvGrpSpPr>
        <p:grpSpPr>
          <a:xfrm>
            <a:off x="1390386" y="1717392"/>
            <a:ext cx="3197225" cy="929085"/>
            <a:chOff x="764723" y="2142394"/>
            <a:chExt cx="3197225" cy="929085"/>
          </a:xfrm>
        </p:grpSpPr>
        <p:sp>
          <p:nvSpPr>
            <p:cNvPr id="114" name="Oval 113">
              <a:extLst>
                <a:ext uri="{FF2B5EF4-FFF2-40B4-BE49-F238E27FC236}">
                  <a16:creationId xmlns:a16="http://schemas.microsoft.com/office/drawing/2014/main" id="{40F3CBE7-0B7F-4BBC-932B-F8A1336F5066}"/>
                </a:ext>
              </a:extLst>
            </p:cNvPr>
            <p:cNvSpPr/>
            <p:nvPr/>
          </p:nvSpPr>
          <p:spPr>
            <a:xfrm>
              <a:off x="764723" y="2277144"/>
              <a:ext cx="662056" cy="662056"/>
            </a:xfrm>
            <a:prstGeom prst="ellipse">
              <a:avLst/>
            </a:prstGeom>
            <a:solidFill>
              <a:srgbClr val="FF596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15" name="Picture 114">
              <a:extLst>
                <a:ext uri="{FF2B5EF4-FFF2-40B4-BE49-F238E27FC236}">
                  <a16:creationId xmlns:a16="http://schemas.microsoft.com/office/drawing/2014/main" id="{1F468DAE-4AE6-45BB-86E9-605BB3D413B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6554" y="2408975"/>
              <a:ext cx="398394" cy="398394"/>
            </a:xfrm>
            <a:prstGeom prst="rect">
              <a:avLst/>
            </a:prstGeom>
          </p:spPr>
        </p:pic>
        <p:sp>
          <p:nvSpPr>
            <p:cNvPr id="116" name="TextBox 115">
              <a:extLst>
                <a:ext uri="{FF2B5EF4-FFF2-40B4-BE49-F238E27FC236}">
                  <a16:creationId xmlns:a16="http://schemas.microsoft.com/office/drawing/2014/main" id="{A5766AE2-8191-4DD7-9F8B-FB3901844BFC}"/>
                </a:ext>
              </a:extLst>
            </p:cNvPr>
            <p:cNvSpPr txBox="1"/>
            <p:nvPr/>
          </p:nvSpPr>
          <p:spPr>
            <a:xfrm>
              <a:off x="1435200" y="2142394"/>
              <a:ext cx="15557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Tw Cen MT" panose="020B0602020104020603" pitchFamily="34" charset="0"/>
                </a:rPr>
                <a:t>Web Design</a:t>
              </a:r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ED76257E-DD5D-4C31-B2AC-F76DC9199544}"/>
                </a:ext>
              </a:extLst>
            </p:cNvPr>
            <p:cNvSpPr txBox="1"/>
            <p:nvPr/>
          </p:nvSpPr>
          <p:spPr>
            <a:xfrm>
              <a:off x="1435200" y="2425148"/>
              <a:ext cx="252674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Tw Cen MT" panose="020B0602020104020603" pitchFamily="34" charset="0"/>
                </a:rPr>
                <a:t>Here you need to add some brief about the service that your company is providing currently</a:t>
              </a:r>
            </a:p>
          </p:txBody>
        </p:sp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9C5CB2E8-B3A7-4DE0-B2CC-736365263446}"/>
              </a:ext>
            </a:extLst>
          </p:cNvPr>
          <p:cNvGrpSpPr/>
          <p:nvPr/>
        </p:nvGrpSpPr>
        <p:grpSpPr>
          <a:xfrm>
            <a:off x="1390386" y="2995413"/>
            <a:ext cx="3197225" cy="929085"/>
            <a:chOff x="764723" y="3420415"/>
            <a:chExt cx="3197225" cy="929085"/>
          </a:xfrm>
        </p:grpSpPr>
        <p:sp>
          <p:nvSpPr>
            <p:cNvPr id="119" name="Oval 118">
              <a:extLst>
                <a:ext uri="{FF2B5EF4-FFF2-40B4-BE49-F238E27FC236}">
                  <a16:creationId xmlns:a16="http://schemas.microsoft.com/office/drawing/2014/main" id="{4CD8841C-D453-44E7-9CE2-70317BC917D2}"/>
                </a:ext>
              </a:extLst>
            </p:cNvPr>
            <p:cNvSpPr/>
            <p:nvPr/>
          </p:nvSpPr>
          <p:spPr>
            <a:xfrm>
              <a:off x="764723" y="3555165"/>
              <a:ext cx="662056" cy="662056"/>
            </a:xfrm>
            <a:prstGeom prst="ellipse">
              <a:avLst/>
            </a:prstGeom>
            <a:solidFill>
              <a:srgbClr val="03A1A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FF4D948F-8670-4F67-B5BD-4AC06968C522}"/>
                </a:ext>
              </a:extLst>
            </p:cNvPr>
            <p:cNvSpPr txBox="1"/>
            <p:nvPr/>
          </p:nvSpPr>
          <p:spPr>
            <a:xfrm>
              <a:off x="1435200" y="3420415"/>
              <a:ext cx="15557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Tw Cen MT" panose="020B0602020104020603" pitchFamily="34" charset="0"/>
                </a:rPr>
                <a:t>Web Design</a:t>
              </a:r>
            </a:p>
          </p:txBody>
        </p:sp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A120E0D6-EFA2-4A08-BFE2-DD70F47E6C48}"/>
                </a:ext>
              </a:extLst>
            </p:cNvPr>
            <p:cNvSpPr txBox="1"/>
            <p:nvPr/>
          </p:nvSpPr>
          <p:spPr>
            <a:xfrm>
              <a:off x="1435200" y="3703169"/>
              <a:ext cx="252674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Tw Cen MT" panose="020B0602020104020603" pitchFamily="34" charset="0"/>
                </a:rPr>
                <a:t>Here you need to add some brief about the service that your company is providing currently</a:t>
              </a:r>
            </a:p>
          </p:txBody>
        </p:sp>
        <p:pic>
          <p:nvPicPr>
            <p:cNvPr id="122" name="Picture 121">
              <a:extLst>
                <a:ext uri="{FF2B5EF4-FFF2-40B4-BE49-F238E27FC236}">
                  <a16:creationId xmlns:a16="http://schemas.microsoft.com/office/drawing/2014/main" id="{CC4EB96D-DFD9-40AE-890E-7DA16AF1670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2748" y="3713190"/>
              <a:ext cx="346006" cy="346006"/>
            </a:xfrm>
            <a:prstGeom prst="rect">
              <a:avLst/>
            </a:prstGeom>
          </p:spPr>
        </p:pic>
      </p:grpSp>
      <p:grpSp>
        <p:nvGrpSpPr>
          <p:cNvPr id="123" name="Group 122">
            <a:extLst>
              <a:ext uri="{FF2B5EF4-FFF2-40B4-BE49-F238E27FC236}">
                <a16:creationId xmlns:a16="http://schemas.microsoft.com/office/drawing/2014/main" id="{FAF9A856-B862-439D-AB2D-28527B3BC76B}"/>
              </a:ext>
            </a:extLst>
          </p:cNvPr>
          <p:cNvGrpSpPr/>
          <p:nvPr/>
        </p:nvGrpSpPr>
        <p:grpSpPr>
          <a:xfrm>
            <a:off x="1390386" y="4273434"/>
            <a:ext cx="3197225" cy="929085"/>
            <a:chOff x="764723" y="4698436"/>
            <a:chExt cx="3197225" cy="929085"/>
          </a:xfrm>
        </p:grpSpPr>
        <p:sp>
          <p:nvSpPr>
            <p:cNvPr id="124" name="Oval 123">
              <a:extLst>
                <a:ext uri="{FF2B5EF4-FFF2-40B4-BE49-F238E27FC236}">
                  <a16:creationId xmlns:a16="http://schemas.microsoft.com/office/drawing/2014/main" id="{6B8AFB94-C2E3-487E-AE72-2D519C605F72}"/>
                </a:ext>
              </a:extLst>
            </p:cNvPr>
            <p:cNvSpPr/>
            <p:nvPr/>
          </p:nvSpPr>
          <p:spPr>
            <a:xfrm>
              <a:off x="764723" y="4833186"/>
              <a:ext cx="662056" cy="662056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04E1E449-1505-4788-9575-E71478300712}"/>
                </a:ext>
              </a:extLst>
            </p:cNvPr>
            <p:cNvSpPr txBox="1"/>
            <p:nvPr/>
          </p:nvSpPr>
          <p:spPr>
            <a:xfrm>
              <a:off x="1435200" y="4698436"/>
              <a:ext cx="15557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Tw Cen MT" panose="020B0602020104020603" pitchFamily="34" charset="0"/>
                </a:rPr>
                <a:t>Web Design</a:t>
              </a:r>
            </a:p>
          </p:txBody>
        </p:sp>
        <p:sp>
          <p:nvSpPr>
            <p:cNvPr id="126" name="TextBox 125">
              <a:extLst>
                <a:ext uri="{FF2B5EF4-FFF2-40B4-BE49-F238E27FC236}">
                  <a16:creationId xmlns:a16="http://schemas.microsoft.com/office/drawing/2014/main" id="{7EAC8E37-8B3C-4F8F-AC92-FAC65925ACC6}"/>
                </a:ext>
              </a:extLst>
            </p:cNvPr>
            <p:cNvSpPr txBox="1"/>
            <p:nvPr/>
          </p:nvSpPr>
          <p:spPr>
            <a:xfrm>
              <a:off x="1435200" y="4981190"/>
              <a:ext cx="252674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Tw Cen MT" panose="020B0602020104020603" pitchFamily="34" charset="0"/>
                </a:rPr>
                <a:t>Here you need to add some brief about the service that your company is providing currently</a:t>
              </a:r>
            </a:p>
          </p:txBody>
        </p:sp>
        <p:pic>
          <p:nvPicPr>
            <p:cNvPr id="127" name="Picture 126">
              <a:extLst>
                <a:ext uri="{FF2B5EF4-FFF2-40B4-BE49-F238E27FC236}">
                  <a16:creationId xmlns:a16="http://schemas.microsoft.com/office/drawing/2014/main" id="{8A5A61FB-CA64-4580-801C-AD3884078BF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6553" y="4977083"/>
              <a:ext cx="398396" cy="398396"/>
            </a:xfrm>
            <a:prstGeom prst="rect">
              <a:avLst/>
            </a:prstGeom>
          </p:spPr>
        </p:pic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743BC266-D040-419D-B713-FBC99952FADF}"/>
              </a:ext>
            </a:extLst>
          </p:cNvPr>
          <p:cNvGrpSpPr/>
          <p:nvPr/>
        </p:nvGrpSpPr>
        <p:grpSpPr>
          <a:xfrm>
            <a:off x="5130290" y="2995413"/>
            <a:ext cx="3197225" cy="929085"/>
            <a:chOff x="4504627" y="3420415"/>
            <a:chExt cx="3197225" cy="929085"/>
          </a:xfrm>
        </p:grpSpPr>
        <p:sp>
          <p:nvSpPr>
            <p:cNvPr id="129" name="Oval 128">
              <a:extLst>
                <a:ext uri="{FF2B5EF4-FFF2-40B4-BE49-F238E27FC236}">
                  <a16:creationId xmlns:a16="http://schemas.microsoft.com/office/drawing/2014/main" id="{1F70E9A6-B0EA-49B3-9490-7C7B09ACEE67}"/>
                </a:ext>
              </a:extLst>
            </p:cNvPr>
            <p:cNvSpPr/>
            <p:nvPr/>
          </p:nvSpPr>
          <p:spPr>
            <a:xfrm>
              <a:off x="4504627" y="3555165"/>
              <a:ext cx="662056" cy="662056"/>
            </a:xfrm>
            <a:prstGeom prst="ellipse">
              <a:avLst/>
            </a:prstGeom>
            <a:solidFill>
              <a:srgbClr val="03A1A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C1C9AE74-6ECE-4642-85A1-879B902A0C00}"/>
                </a:ext>
              </a:extLst>
            </p:cNvPr>
            <p:cNvSpPr txBox="1"/>
            <p:nvPr/>
          </p:nvSpPr>
          <p:spPr>
            <a:xfrm>
              <a:off x="5175104" y="3420415"/>
              <a:ext cx="15557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Tw Cen MT" panose="020B0602020104020603" pitchFamily="34" charset="0"/>
                </a:rPr>
                <a:t>Web Design</a:t>
              </a:r>
            </a:p>
          </p:txBody>
        </p:sp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F00EE840-57C5-45A8-AB89-BA57CE453AA8}"/>
                </a:ext>
              </a:extLst>
            </p:cNvPr>
            <p:cNvSpPr txBox="1"/>
            <p:nvPr/>
          </p:nvSpPr>
          <p:spPr>
            <a:xfrm>
              <a:off x="5175104" y="3703169"/>
              <a:ext cx="252674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Tw Cen MT" panose="020B0602020104020603" pitchFamily="34" charset="0"/>
                </a:rPr>
                <a:t>Here you need to add some brief about the service that your company is providing currently</a:t>
              </a:r>
            </a:p>
          </p:txBody>
        </p:sp>
        <p:pic>
          <p:nvPicPr>
            <p:cNvPr id="132" name="Picture 131">
              <a:extLst>
                <a:ext uri="{FF2B5EF4-FFF2-40B4-BE49-F238E27FC236}">
                  <a16:creationId xmlns:a16="http://schemas.microsoft.com/office/drawing/2014/main" id="{28C55931-7730-4132-AB43-DEC40108466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28037" y="3678575"/>
              <a:ext cx="415236" cy="415236"/>
            </a:xfrm>
            <a:prstGeom prst="rect">
              <a:avLst/>
            </a:prstGeom>
          </p:spPr>
        </p:pic>
      </p:grpSp>
      <p:grpSp>
        <p:nvGrpSpPr>
          <p:cNvPr id="133" name="Group 132">
            <a:extLst>
              <a:ext uri="{FF2B5EF4-FFF2-40B4-BE49-F238E27FC236}">
                <a16:creationId xmlns:a16="http://schemas.microsoft.com/office/drawing/2014/main" id="{F0E3BF0A-B04D-4316-B447-549B31994A65}"/>
              </a:ext>
            </a:extLst>
          </p:cNvPr>
          <p:cNvGrpSpPr/>
          <p:nvPr/>
        </p:nvGrpSpPr>
        <p:grpSpPr>
          <a:xfrm>
            <a:off x="5130290" y="4273434"/>
            <a:ext cx="3197225" cy="929085"/>
            <a:chOff x="4504627" y="4698436"/>
            <a:chExt cx="3197225" cy="929085"/>
          </a:xfrm>
        </p:grpSpPr>
        <p:sp>
          <p:nvSpPr>
            <p:cNvPr id="134" name="Oval 133">
              <a:extLst>
                <a:ext uri="{FF2B5EF4-FFF2-40B4-BE49-F238E27FC236}">
                  <a16:creationId xmlns:a16="http://schemas.microsoft.com/office/drawing/2014/main" id="{21B892CB-2087-4B4E-9D9A-135A090D8BBA}"/>
                </a:ext>
              </a:extLst>
            </p:cNvPr>
            <p:cNvSpPr/>
            <p:nvPr/>
          </p:nvSpPr>
          <p:spPr>
            <a:xfrm>
              <a:off x="4504627" y="4833186"/>
              <a:ext cx="662056" cy="662056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5" name="TextBox 134">
              <a:extLst>
                <a:ext uri="{FF2B5EF4-FFF2-40B4-BE49-F238E27FC236}">
                  <a16:creationId xmlns:a16="http://schemas.microsoft.com/office/drawing/2014/main" id="{2F1E812C-21E1-4AE8-8492-7C26987E24F5}"/>
                </a:ext>
              </a:extLst>
            </p:cNvPr>
            <p:cNvSpPr txBox="1"/>
            <p:nvPr/>
          </p:nvSpPr>
          <p:spPr>
            <a:xfrm>
              <a:off x="5175104" y="4698436"/>
              <a:ext cx="15557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Tw Cen MT" panose="020B0602020104020603" pitchFamily="34" charset="0"/>
                </a:rPr>
                <a:t>Web Design</a:t>
              </a:r>
            </a:p>
          </p:txBody>
        </p:sp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39E48791-F83A-43C2-91A4-5459684E27A3}"/>
                </a:ext>
              </a:extLst>
            </p:cNvPr>
            <p:cNvSpPr txBox="1"/>
            <p:nvPr/>
          </p:nvSpPr>
          <p:spPr>
            <a:xfrm>
              <a:off x="5175104" y="4981190"/>
              <a:ext cx="252674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Tw Cen MT" panose="020B0602020104020603" pitchFamily="34" charset="0"/>
                </a:rPr>
                <a:t>Here you need to add some brief about the service that your company is providing currently</a:t>
              </a:r>
            </a:p>
          </p:txBody>
        </p:sp>
        <p:pic>
          <p:nvPicPr>
            <p:cNvPr id="137" name="Picture 136">
              <a:extLst>
                <a:ext uri="{FF2B5EF4-FFF2-40B4-BE49-F238E27FC236}">
                  <a16:creationId xmlns:a16="http://schemas.microsoft.com/office/drawing/2014/main" id="{3998D37B-EE23-4400-B3FB-AE622C2B469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67162" y="4967369"/>
              <a:ext cx="336986" cy="336986"/>
            </a:xfrm>
            <a:prstGeom prst="rect">
              <a:avLst/>
            </a:prstGeom>
          </p:spPr>
        </p:pic>
      </p:grp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6A922994-56F7-4E3F-BBC4-41F24AED21E0}"/>
              </a:ext>
            </a:extLst>
          </p:cNvPr>
          <p:cNvGrpSpPr/>
          <p:nvPr/>
        </p:nvGrpSpPr>
        <p:grpSpPr>
          <a:xfrm>
            <a:off x="5130290" y="1717392"/>
            <a:ext cx="3197225" cy="929085"/>
            <a:chOff x="4504627" y="2142394"/>
            <a:chExt cx="3197225" cy="929085"/>
          </a:xfrm>
        </p:grpSpPr>
        <p:sp>
          <p:nvSpPr>
            <p:cNvPr id="139" name="Oval 138">
              <a:extLst>
                <a:ext uri="{FF2B5EF4-FFF2-40B4-BE49-F238E27FC236}">
                  <a16:creationId xmlns:a16="http://schemas.microsoft.com/office/drawing/2014/main" id="{4B44027A-8946-45E7-8F11-28B2EA7E8E3E}"/>
                </a:ext>
              </a:extLst>
            </p:cNvPr>
            <p:cNvSpPr/>
            <p:nvPr/>
          </p:nvSpPr>
          <p:spPr>
            <a:xfrm>
              <a:off x="4504627" y="2277144"/>
              <a:ext cx="662056" cy="662056"/>
            </a:xfrm>
            <a:prstGeom prst="ellipse">
              <a:avLst/>
            </a:prstGeom>
            <a:solidFill>
              <a:srgbClr val="FF596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0" name="TextBox 139">
              <a:extLst>
                <a:ext uri="{FF2B5EF4-FFF2-40B4-BE49-F238E27FC236}">
                  <a16:creationId xmlns:a16="http://schemas.microsoft.com/office/drawing/2014/main" id="{64EED872-529B-476D-A042-AF8799EED2BA}"/>
                </a:ext>
              </a:extLst>
            </p:cNvPr>
            <p:cNvSpPr txBox="1"/>
            <p:nvPr/>
          </p:nvSpPr>
          <p:spPr>
            <a:xfrm>
              <a:off x="5175104" y="2142394"/>
              <a:ext cx="15557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Tw Cen MT" panose="020B0602020104020603" pitchFamily="34" charset="0"/>
                </a:rPr>
                <a:t>Web Design</a:t>
              </a:r>
            </a:p>
          </p:txBody>
        </p:sp>
        <p:sp>
          <p:nvSpPr>
            <p:cNvPr id="141" name="TextBox 140">
              <a:extLst>
                <a:ext uri="{FF2B5EF4-FFF2-40B4-BE49-F238E27FC236}">
                  <a16:creationId xmlns:a16="http://schemas.microsoft.com/office/drawing/2014/main" id="{46E35B1E-3A73-441C-8AB0-F2D52796F64F}"/>
                </a:ext>
              </a:extLst>
            </p:cNvPr>
            <p:cNvSpPr txBox="1"/>
            <p:nvPr/>
          </p:nvSpPr>
          <p:spPr>
            <a:xfrm>
              <a:off x="5175104" y="2425148"/>
              <a:ext cx="252674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Tw Cen MT" panose="020B0602020104020603" pitchFamily="34" charset="0"/>
                </a:rPr>
                <a:t>Here you need to add some brief about the service that your company is providing currently</a:t>
              </a:r>
            </a:p>
          </p:txBody>
        </p:sp>
        <p:pic>
          <p:nvPicPr>
            <p:cNvPr id="142" name="Picture 141">
              <a:extLst>
                <a:ext uri="{FF2B5EF4-FFF2-40B4-BE49-F238E27FC236}">
                  <a16:creationId xmlns:a16="http://schemas.microsoft.com/office/drawing/2014/main" id="{F7189829-FB67-42A0-ADC4-78F2C37FDF2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67162" y="2447925"/>
              <a:ext cx="320494" cy="32049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3436061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3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1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3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1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1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3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3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1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1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2500"/>
                            </p:stCondLst>
                            <p:childTnLst>
                              <p:par>
                                <p:cTn id="40" presetID="3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1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1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Group 49">
            <a:extLst>
              <a:ext uri="{FF2B5EF4-FFF2-40B4-BE49-F238E27FC236}">
                <a16:creationId xmlns:a16="http://schemas.microsoft.com/office/drawing/2014/main" id="{10781169-B7A4-446E-BD33-B9650367A7F9}"/>
              </a:ext>
            </a:extLst>
          </p:cNvPr>
          <p:cNvGrpSpPr/>
          <p:nvPr/>
        </p:nvGrpSpPr>
        <p:grpSpPr>
          <a:xfrm>
            <a:off x="-290920" y="0"/>
            <a:ext cx="12482920" cy="6858000"/>
            <a:chOff x="-290920" y="0"/>
            <a:chExt cx="12482920" cy="6858000"/>
          </a:xfrm>
        </p:grpSpPr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CED3AF08-30FC-4AFF-9C5C-99D0A7099514}"/>
                </a:ext>
              </a:extLst>
            </p:cNvPr>
            <p:cNvSpPr/>
            <p:nvPr/>
          </p:nvSpPr>
          <p:spPr>
            <a:xfrm>
              <a:off x="-290920" y="0"/>
              <a:ext cx="12482920" cy="6858000"/>
            </a:xfrm>
            <a:prstGeom prst="rect">
              <a:avLst/>
            </a:prstGeom>
            <a:solidFill>
              <a:srgbClr val="F0EEF0"/>
            </a:solidFill>
            <a:ln>
              <a:noFill/>
            </a:ln>
            <a:effectLst>
              <a:outerShdw blurRad="215900" dist="38100" sx="101000" sy="101000" algn="l" rotWithShape="0">
                <a:schemeClr val="tx1">
                  <a:lumMod val="65000"/>
                  <a:lumOff val="35000"/>
                  <a:alpha val="35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99AF1FBA-9557-484A-B305-EE590A192E96}"/>
                </a:ext>
              </a:extLst>
            </p:cNvPr>
            <p:cNvSpPr/>
            <p:nvPr/>
          </p:nvSpPr>
          <p:spPr>
            <a:xfrm>
              <a:off x="11023600" y="2337441"/>
              <a:ext cx="1168400" cy="2360918"/>
            </a:xfrm>
            <a:custGeom>
              <a:avLst/>
              <a:gdLst>
                <a:gd name="connsiteX0" fmla="*/ 1168400 w 1168400"/>
                <a:gd name="connsiteY0" fmla="*/ 0 h 2360918"/>
                <a:gd name="connsiteX1" fmla="*/ 1168400 w 1168400"/>
                <a:gd name="connsiteY1" fmla="*/ 2360918 h 2360918"/>
                <a:gd name="connsiteX2" fmla="*/ 1060340 w 1168400"/>
                <a:gd name="connsiteY2" fmla="*/ 2355461 h 2360918"/>
                <a:gd name="connsiteX3" fmla="*/ 0 w 1168400"/>
                <a:gd name="connsiteY3" fmla="*/ 1180459 h 2360918"/>
                <a:gd name="connsiteX4" fmla="*/ 1060340 w 1168400"/>
                <a:gd name="connsiteY4" fmla="*/ 5457 h 2360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68400" h="2360918">
                  <a:moveTo>
                    <a:pt x="1168400" y="0"/>
                  </a:moveTo>
                  <a:lnTo>
                    <a:pt x="1168400" y="2360918"/>
                  </a:lnTo>
                  <a:lnTo>
                    <a:pt x="1060340" y="2355461"/>
                  </a:lnTo>
                  <a:cubicBezTo>
                    <a:pt x="464762" y="2294977"/>
                    <a:pt x="0" y="1791994"/>
                    <a:pt x="0" y="1180459"/>
                  </a:cubicBezTo>
                  <a:cubicBezTo>
                    <a:pt x="0" y="568924"/>
                    <a:pt x="464762" y="65941"/>
                    <a:pt x="1060340" y="5457"/>
                  </a:cubicBezTo>
                  <a:close/>
                </a:path>
              </a:pathLst>
            </a:custGeom>
            <a:solidFill>
              <a:srgbClr val="FF596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407E3AA2-679E-4924-AC1B-FE6C3A02C251}"/>
                </a:ext>
              </a:extLst>
            </p:cNvPr>
            <p:cNvSpPr txBox="1"/>
            <p:nvPr/>
          </p:nvSpPr>
          <p:spPr>
            <a:xfrm rot="16200000">
              <a:off x="10872792" y="3194734"/>
              <a:ext cx="199208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 dirty="0">
                  <a:solidFill>
                    <a:srgbClr val="F0EEF0"/>
                  </a:solidFill>
                  <a:latin typeface="Tw Cen MT" panose="020B0602020104020603" pitchFamily="34" charset="0"/>
                </a:rPr>
                <a:t>about</a:t>
              </a:r>
            </a:p>
          </p:txBody>
        </p:sp>
        <p:pic>
          <p:nvPicPr>
            <p:cNvPr id="54" name="Picture 53">
              <a:extLst>
                <a:ext uri="{FF2B5EF4-FFF2-40B4-BE49-F238E27FC236}">
                  <a16:creationId xmlns:a16="http://schemas.microsoft.com/office/drawing/2014/main" id="{CD9846FC-755F-4A0E-BAD3-A5D51C0E1EB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11129999" y="3247473"/>
              <a:ext cx="530600" cy="530600"/>
            </a:xfrm>
            <a:prstGeom prst="rect">
              <a:avLst/>
            </a:prstGeom>
          </p:spPr>
        </p:pic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F00A67C9-4929-4EFF-9CB6-292640CD2738}"/>
              </a:ext>
            </a:extLst>
          </p:cNvPr>
          <p:cNvGrpSpPr/>
          <p:nvPr/>
        </p:nvGrpSpPr>
        <p:grpSpPr>
          <a:xfrm>
            <a:off x="226788" y="-2"/>
            <a:ext cx="11447503" cy="6858000"/>
            <a:chOff x="213096" y="0"/>
            <a:chExt cx="11447503" cy="6858000"/>
          </a:xfrm>
        </p:grpSpPr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3E8CDB02-4760-4298-BC44-93A18EB02F13}"/>
                </a:ext>
              </a:extLst>
            </p:cNvPr>
            <p:cNvSpPr/>
            <p:nvPr/>
          </p:nvSpPr>
          <p:spPr>
            <a:xfrm>
              <a:off x="213096" y="0"/>
              <a:ext cx="11447501" cy="6858000"/>
            </a:xfrm>
            <a:prstGeom prst="rect">
              <a:avLst/>
            </a:prstGeom>
            <a:solidFill>
              <a:srgbClr val="F0EEF0"/>
            </a:solidFill>
            <a:ln>
              <a:noFill/>
            </a:ln>
            <a:effectLst>
              <a:outerShdw blurRad="215900" dist="38100" sx="101000" sy="101000" algn="l" rotWithShape="0">
                <a:schemeClr val="tx1">
                  <a:lumMod val="65000"/>
                  <a:lumOff val="35000"/>
                  <a:alpha val="35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57C0FD50-5E69-463E-A01B-65E9D864A386}"/>
                </a:ext>
              </a:extLst>
            </p:cNvPr>
            <p:cNvSpPr/>
            <p:nvPr/>
          </p:nvSpPr>
          <p:spPr>
            <a:xfrm>
              <a:off x="10492197" y="2337441"/>
              <a:ext cx="1168400" cy="2360918"/>
            </a:xfrm>
            <a:custGeom>
              <a:avLst/>
              <a:gdLst>
                <a:gd name="connsiteX0" fmla="*/ 1168400 w 1168400"/>
                <a:gd name="connsiteY0" fmla="*/ 0 h 2360918"/>
                <a:gd name="connsiteX1" fmla="*/ 1168400 w 1168400"/>
                <a:gd name="connsiteY1" fmla="*/ 2360918 h 2360918"/>
                <a:gd name="connsiteX2" fmla="*/ 1060340 w 1168400"/>
                <a:gd name="connsiteY2" fmla="*/ 2355461 h 2360918"/>
                <a:gd name="connsiteX3" fmla="*/ 0 w 1168400"/>
                <a:gd name="connsiteY3" fmla="*/ 1180459 h 2360918"/>
                <a:gd name="connsiteX4" fmla="*/ 1060340 w 1168400"/>
                <a:gd name="connsiteY4" fmla="*/ 5457 h 2360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68400" h="2360918">
                  <a:moveTo>
                    <a:pt x="1168400" y="0"/>
                  </a:moveTo>
                  <a:lnTo>
                    <a:pt x="1168400" y="2360918"/>
                  </a:lnTo>
                  <a:lnTo>
                    <a:pt x="1060340" y="2355461"/>
                  </a:lnTo>
                  <a:cubicBezTo>
                    <a:pt x="464762" y="2294977"/>
                    <a:pt x="0" y="1791994"/>
                    <a:pt x="0" y="1180459"/>
                  </a:cubicBezTo>
                  <a:cubicBezTo>
                    <a:pt x="0" y="568924"/>
                    <a:pt x="464762" y="65941"/>
                    <a:pt x="1060340" y="5457"/>
                  </a:cubicBezTo>
                  <a:close/>
                </a:path>
              </a:pathLst>
            </a:custGeom>
            <a:solidFill>
              <a:srgbClr val="52CD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04CBFB1D-37FD-419F-B98C-860BF5217905}"/>
                </a:ext>
              </a:extLst>
            </p:cNvPr>
            <p:cNvSpPr txBox="1"/>
            <p:nvPr/>
          </p:nvSpPr>
          <p:spPr>
            <a:xfrm rot="16200000">
              <a:off x="10341391" y="3105834"/>
              <a:ext cx="199208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 dirty="0">
                  <a:solidFill>
                    <a:srgbClr val="F0EEF0"/>
                  </a:solidFill>
                  <a:latin typeface="Tw Cen MT" panose="020B0602020104020603" pitchFamily="34" charset="0"/>
                </a:rPr>
                <a:t>history</a:t>
              </a:r>
            </a:p>
          </p:txBody>
        </p:sp>
        <p:pic>
          <p:nvPicPr>
            <p:cNvPr id="59" name="Picture 58">
              <a:extLst>
                <a:ext uri="{FF2B5EF4-FFF2-40B4-BE49-F238E27FC236}">
                  <a16:creationId xmlns:a16="http://schemas.microsoft.com/office/drawing/2014/main" id="{60B383F7-52C5-4FB7-AEC3-35A48D7354A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10600933" y="3247473"/>
              <a:ext cx="530600" cy="530600"/>
            </a:xfrm>
            <a:prstGeom prst="rect">
              <a:avLst/>
            </a:prstGeom>
          </p:spPr>
        </p:pic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6F7667A6-1C16-4F0A-A162-61BD16E6BE6B}"/>
              </a:ext>
            </a:extLst>
          </p:cNvPr>
          <p:cNvGrpSpPr/>
          <p:nvPr/>
        </p:nvGrpSpPr>
        <p:grpSpPr>
          <a:xfrm>
            <a:off x="1184133" y="0"/>
            <a:ext cx="9961092" cy="6858000"/>
            <a:chOff x="491575" y="0"/>
            <a:chExt cx="9961092" cy="6858000"/>
          </a:xfrm>
        </p:grpSpPr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0E8C29A9-4AAB-442C-A7A4-40DCCE0A9694}"/>
                </a:ext>
              </a:extLst>
            </p:cNvPr>
            <p:cNvSpPr/>
            <p:nvPr/>
          </p:nvSpPr>
          <p:spPr>
            <a:xfrm>
              <a:off x="491575" y="0"/>
              <a:ext cx="9961092" cy="6858000"/>
            </a:xfrm>
            <a:prstGeom prst="rect">
              <a:avLst/>
            </a:prstGeom>
            <a:solidFill>
              <a:srgbClr val="F0EEF0"/>
            </a:solidFill>
            <a:ln>
              <a:noFill/>
            </a:ln>
            <a:effectLst>
              <a:outerShdw blurRad="215900" dist="38100" sx="101000" sy="101000" algn="l" rotWithShape="0">
                <a:schemeClr val="tx1">
                  <a:lumMod val="65000"/>
                  <a:lumOff val="35000"/>
                  <a:alpha val="35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81520FE7-5699-4290-9C3C-51E0C60ECC6B}"/>
                </a:ext>
              </a:extLst>
            </p:cNvPr>
            <p:cNvSpPr/>
            <p:nvPr/>
          </p:nvSpPr>
          <p:spPr>
            <a:xfrm>
              <a:off x="9284267" y="2337440"/>
              <a:ext cx="1168400" cy="2360918"/>
            </a:xfrm>
            <a:custGeom>
              <a:avLst/>
              <a:gdLst>
                <a:gd name="connsiteX0" fmla="*/ 1168400 w 1168400"/>
                <a:gd name="connsiteY0" fmla="*/ 0 h 2360918"/>
                <a:gd name="connsiteX1" fmla="*/ 1168400 w 1168400"/>
                <a:gd name="connsiteY1" fmla="*/ 2360918 h 2360918"/>
                <a:gd name="connsiteX2" fmla="*/ 1060340 w 1168400"/>
                <a:gd name="connsiteY2" fmla="*/ 2355461 h 2360918"/>
                <a:gd name="connsiteX3" fmla="*/ 0 w 1168400"/>
                <a:gd name="connsiteY3" fmla="*/ 1180459 h 2360918"/>
                <a:gd name="connsiteX4" fmla="*/ 1060340 w 1168400"/>
                <a:gd name="connsiteY4" fmla="*/ 5457 h 2360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68400" h="2360918">
                  <a:moveTo>
                    <a:pt x="1168400" y="0"/>
                  </a:moveTo>
                  <a:lnTo>
                    <a:pt x="1168400" y="2360918"/>
                  </a:lnTo>
                  <a:lnTo>
                    <a:pt x="1060340" y="2355461"/>
                  </a:lnTo>
                  <a:cubicBezTo>
                    <a:pt x="464762" y="2294977"/>
                    <a:pt x="0" y="1791994"/>
                    <a:pt x="0" y="1180459"/>
                  </a:cubicBezTo>
                  <a:cubicBezTo>
                    <a:pt x="0" y="568924"/>
                    <a:pt x="464762" y="65941"/>
                    <a:pt x="1060340" y="5457"/>
                  </a:cubicBezTo>
                  <a:close/>
                </a:path>
              </a:pathLst>
            </a:custGeom>
            <a:solidFill>
              <a:srgbClr val="FFC73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AFD50D6F-822B-4109-8B0C-BA004A0B7145}"/>
                </a:ext>
              </a:extLst>
            </p:cNvPr>
            <p:cNvSpPr txBox="1"/>
            <p:nvPr/>
          </p:nvSpPr>
          <p:spPr>
            <a:xfrm rot="16200000">
              <a:off x="9117129" y="3189611"/>
              <a:ext cx="199208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 dirty="0">
                  <a:solidFill>
                    <a:srgbClr val="F0EEF0"/>
                  </a:solidFill>
                  <a:latin typeface="Tw Cen MT" panose="020B0602020104020603" pitchFamily="34" charset="0"/>
                </a:rPr>
                <a:t>timeline</a:t>
              </a:r>
            </a:p>
          </p:txBody>
        </p:sp>
        <p:pic>
          <p:nvPicPr>
            <p:cNvPr id="64" name="Picture 63">
              <a:extLst>
                <a:ext uri="{FF2B5EF4-FFF2-40B4-BE49-F238E27FC236}">
                  <a16:creationId xmlns:a16="http://schemas.microsoft.com/office/drawing/2014/main" id="{0376C61F-147B-441E-B32E-45D5BC1B66B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9385467" y="3247473"/>
              <a:ext cx="530600" cy="530600"/>
            </a:xfrm>
            <a:prstGeom prst="rect">
              <a:avLst/>
            </a:prstGeom>
          </p:spPr>
        </p:pic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4E70D3F9-D583-4ACD-8480-0F4A65ED3C83}"/>
              </a:ext>
            </a:extLst>
          </p:cNvPr>
          <p:cNvGrpSpPr/>
          <p:nvPr/>
        </p:nvGrpSpPr>
        <p:grpSpPr>
          <a:xfrm>
            <a:off x="1049062" y="0"/>
            <a:ext cx="9574094" cy="6858000"/>
            <a:chOff x="491575" y="0"/>
            <a:chExt cx="9574094" cy="6858000"/>
          </a:xfrm>
        </p:grpSpPr>
        <p:sp>
          <p:nvSpPr>
            <p:cNvPr id="96" name="Rectangle 95">
              <a:extLst>
                <a:ext uri="{FF2B5EF4-FFF2-40B4-BE49-F238E27FC236}">
                  <a16:creationId xmlns:a16="http://schemas.microsoft.com/office/drawing/2014/main" id="{321108FC-08B5-45CC-AB47-1104119B25FD}"/>
                </a:ext>
              </a:extLst>
            </p:cNvPr>
            <p:cNvSpPr/>
            <p:nvPr/>
          </p:nvSpPr>
          <p:spPr>
            <a:xfrm>
              <a:off x="491575" y="0"/>
              <a:ext cx="9574094" cy="6858000"/>
            </a:xfrm>
            <a:prstGeom prst="rect">
              <a:avLst/>
            </a:prstGeom>
            <a:solidFill>
              <a:srgbClr val="F0EEF0"/>
            </a:solidFill>
            <a:ln>
              <a:noFill/>
            </a:ln>
            <a:effectLst>
              <a:outerShdw blurRad="215900" dist="38100" sx="101000" sy="101000" algn="l" rotWithShape="0">
                <a:schemeClr val="tx1">
                  <a:lumMod val="65000"/>
                  <a:lumOff val="35000"/>
                  <a:alpha val="35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96A47C8C-7F88-484E-817B-572BEDC2BC69}"/>
                </a:ext>
              </a:extLst>
            </p:cNvPr>
            <p:cNvSpPr/>
            <p:nvPr/>
          </p:nvSpPr>
          <p:spPr>
            <a:xfrm>
              <a:off x="8897260" y="2337440"/>
              <a:ext cx="1168400" cy="2360918"/>
            </a:xfrm>
            <a:custGeom>
              <a:avLst/>
              <a:gdLst>
                <a:gd name="connsiteX0" fmla="*/ 1168400 w 1168400"/>
                <a:gd name="connsiteY0" fmla="*/ 0 h 2360918"/>
                <a:gd name="connsiteX1" fmla="*/ 1168400 w 1168400"/>
                <a:gd name="connsiteY1" fmla="*/ 2360918 h 2360918"/>
                <a:gd name="connsiteX2" fmla="*/ 1060340 w 1168400"/>
                <a:gd name="connsiteY2" fmla="*/ 2355461 h 2360918"/>
                <a:gd name="connsiteX3" fmla="*/ 0 w 1168400"/>
                <a:gd name="connsiteY3" fmla="*/ 1180459 h 2360918"/>
                <a:gd name="connsiteX4" fmla="*/ 1060340 w 1168400"/>
                <a:gd name="connsiteY4" fmla="*/ 5457 h 2360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68400" h="2360918">
                  <a:moveTo>
                    <a:pt x="1168400" y="0"/>
                  </a:moveTo>
                  <a:lnTo>
                    <a:pt x="1168400" y="2360918"/>
                  </a:lnTo>
                  <a:lnTo>
                    <a:pt x="1060340" y="2355461"/>
                  </a:lnTo>
                  <a:cubicBezTo>
                    <a:pt x="464762" y="2294977"/>
                    <a:pt x="0" y="1791994"/>
                    <a:pt x="0" y="1180459"/>
                  </a:cubicBezTo>
                  <a:cubicBezTo>
                    <a:pt x="0" y="568924"/>
                    <a:pt x="464762" y="65941"/>
                    <a:pt x="1060340" y="5457"/>
                  </a:cubicBezTo>
                  <a:close/>
                </a:path>
              </a:pathLst>
            </a:custGeom>
            <a:solidFill>
              <a:srgbClr val="5D737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E3DB5570-AC77-4396-9748-4183DF7C8396}"/>
                </a:ext>
              </a:extLst>
            </p:cNvPr>
            <p:cNvSpPr txBox="1"/>
            <p:nvPr/>
          </p:nvSpPr>
          <p:spPr>
            <a:xfrm rot="16200000">
              <a:off x="8746453" y="3189610"/>
              <a:ext cx="199208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 dirty="0">
                  <a:solidFill>
                    <a:srgbClr val="F0EEF0"/>
                  </a:solidFill>
                  <a:latin typeface="Tw Cen MT" panose="020B0602020104020603" pitchFamily="34" charset="0"/>
                </a:rPr>
                <a:t>teams</a:t>
              </a:r>
            </a:p>
          </p:txBody>
        </p:sp>
        <p:pic>
          <p:nvPicPr>
            <p:cNvPr id="99" name="Picture 98">
              <a:extLst>
                <a:ext uri="{FF2B5EF4-FFF2-40B4-BE49-F238E27FC236}">
                  <a16:creationId xmlns:a16="http://schemas.microsoft.com/office/drawing/2014/main" id="{F6ED4041-CDD9-443D-802E-47D4387906F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8992269" y="3247473"/>
              <a:ext cx="530600" cy="530600"/>
            </a:xfrm>
            <a:prstGeom prst="rect">
              <a:avLst/>
            </a:prstGeom>
          </p:spPr>
        </p:pic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E7044FAB-DB4A-4E59-B111-8CA4168E7FA4}"/>
              </a:ext>
            </a:extLst>
          </p:cNvPr>
          <p:cNvGrpSpPr/>
          <p:nvPr/>
        </p:nvGrpSpPr>
        <p:grpSpPr>
          <a:xfrm>
            <a:off x="-1780364" y="-1"/>
            <a:ext cx="11860720" cy="6858000"/>
            <a:chOff x="-2449883" y="-1"/>
            <a:chExt cx="11860720" cy="6858000"/>
          </a:xfrm>
        </p:grpSpPr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824F072A-08CC-4CC6-B5EF-C1833A244FA3}"/>
                </a:ext>
              </a:extLst>
            </p:cNvPr>
            <p:cNvSpPr/>
            <p:nvPr/>
          </p:nvSpPr>
          <p:spPr>
            <a:xfrm>
              <a:off x="-2449883" y="-1"/>
              <a:ext cx="11860720" cy="6858000"/>
            </a:xfrm>
            <a:prstGeom prst="rect">
              <a:avLst/>
            </a:prstGeom>
            <a:solidFill>
              <a:srgbClr val="F0EEF0"/>
            </a:solidFill>
            <a:ln>
              <a:noFill/>
            </a:ln>
            <a:effectLst>
              <a:outerShdw blurRad="215900" dist="38100" sx="101000" sy="101000" algn="l" rotWithShape="0">
                <a:schemeClr val="tx1">
                  <a:lumMod val="65000"/>
                  <a:lumOff val="35000"/>
                  <a:alpha val="35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A3C6C4A9-8B6A-429B-980E-26CD0C3A573E}"/>
                </a:ext>
              </a:extLst>
            </p:cNvPr>
            <p:cNvSpPr/>
            <p:nvPr/>
          </p:nvSpPr>
          <p:spPr>
            <a:xfrm>
              <a:off x="8242436" y="2337439"/>
              <a:ext cx="1168400" cy="2360918"/>
            </a:xfrm>
            <a:custGeom>
              <a:avLst/>
              <a:gdLst>
                <a:gd name="connsiteX0" fmla="*/ 1168400 w 1168400"/>
                <a:gd name="connsiteY0" fmla="*/ 0 h 2360918"/>
                <a:gd name="connsiteX1" fmla="*/ 1168400 w 1168400"/>
                <a:gd name="connsiteY1" fmla="*/ 2360918 h 2360918"/>
                <a:gd name="connsiteX2" fmla="*/ 1060340 w 1168400"/>
                <a:gd name="connsiteY2" fmla="*/ 2355461 h 2360918"/>
                <a:gd name="connsiteX3" fmla="*/ 0 w 1168400"/>
                <a:gd name="connsiteY3" fmla="*/ 1180459 h 2360918"/>
                <a:gd name="connsiteX4" fmla="*/ 1060340 w 1168400"/>
                <a:gd name="connsiteY4" fmla="*/ 5457 h 2360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68400" h="2360918">
                  <a:moveTo>
                    <a:pt x="1168400" y="0"/>
                  </a:moveTo>
                  <a:lnTo>
                    <a:pt x="1168400" y="2360918"/>
                  </a:lnTo>
                  <a:lnTo>
                    <a:pt x="1060340" y="2355461"/>
                  </a:lnTo>
                  <a:cubicBezTo>
                    <a:pt x="464762" y="2294977"/>
                    <a:pt x="0" y="1791994"/>
                    <a:pt x="0" y="1180459"/>
                  </a:cubicBezTo>
                  <a:cubicBezTo>
                    <a:pt x="0" y="568924"/>
                    <a:pt x="464762" y="65941"/>
                    <a:pt x="1060340" y="5457"/>
                  </a:cubicBezTo>
                  <a:close/>
                </a:path>
              </a:pathLst>
            </a:cu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858AC381-BFD1-4A89-AE49-8ADC853A6849}"/>
                </a:ext>
              </a:extLst>
            </p:cNvPr>
            <p:cNvSpPr txBox="1"/>
            <p:nvPr/>
          </p:nvSpPr>
          <p:spPr>
            <a:xfrm rot="16200000">
              <a:off x="8091629" y="3189609"/>
              <a:ext cx="199208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 dirty="0">
                  <a:solidFill>
                    <a:srgbClr val="F0EEF0"/>
                  </a:solidFill>
                  <a:latin typeface="Tw Cen MT" panose="020B0602020104020603" pitchFamily="34" charset="0"/>
                </a:rPr>
                <a:t>services</a:t>
              </a:r>
            </a:p>
          </p:txBody>
        </p:sp>
        <p:pic>
          <p:nvPicPr>
            <p:cNvPr id="75" name="Picture 74">
              <a:extLst>
                <a:ext uri="{FF2B5EF4-FFF2-40B4-BE49-F238E27FC236}">
                  <a16:creationId xmlns:a16="http://schemas.microsoft.com/office/drawing/2014/main" id="{9DF2E944-82FA-495B-8A5C-9BDE2635538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8340472" y="3247473"/>
              <a:ext cx="530600" cy="530600"/>
            </a:xfrm>
            <a:prstGeom prst="rect">
              <a:avLst/>
            </a:prstGeom>
          </p:spPr>
        </p:pic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60E31D48-090A-4A9C-AF5C-4B0C49C47C7D}"/>
              </a:ext>
            </a:extLst>
          </p:cNvPr>
          <p:cNvGrpSpPr/>
          <p:nvPr/>
        </p:nvGrpSpPr>
        <p:grpSpPr>
          <a:xfrm>
            <a:off x="-1786364" y="0"/>
            <a:ext cx="11335017" cy="6858000"/>
            <a:chOff x="-10744545" y="-1"/>
            <a:chExt cx="11335017" cy="6858000"/>
          </a:xfrm>
        </p:grpSpPr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3A79A714-CB74-4EFD-9BC1-A7F2F993842A}"/>
                </a:ext>
              </a:extLst>
            </p:cNvPr>
            <p:cNvSpPr/>
            <p:nvPr/>
          </p:nvSpPr>
          <p:spPr>
            <a:xfrm>
              <a:off x="-10744545" y="-1"/>
              <a:ext cx="11331017" cy="6858000"/>
            </a:xfrm>
            <a:prstGeom prst="rect">
              <a:avLst/>
            </a:prstGeom>
            <a:solidFill>
              <a:srgbClr val="F0EEF0"/>
            </a:solidFill>
            <a:ln>
              <a:noFill/>
            </a:ln>
            <a:effectLst>
              <a:outerShdw blurRad="215900" dist="38100" sx="101000" sy="101000" algn="l" rotWithShape="0">
                <a:schemeClr val="tx1">
                  <a:lumMod val="65000"/>
                  <a:lumOff val="35000"/>
                  <a:alpha val="35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B006C60A-833A-41C2-A553-8132E7B3A7DB}"/>
                </a:ext>
              </a:extLst>
            </p:cNvPr>
            <p:cNvSpPr/>
            <p:nvPr/>
          </p:nvSpPr>
          <p:spPr>
            <a:xfrm>
              <a:off x="-577928" y="2337438"/>
              <a:ext cx="1168400" cy="2360918"/>
            </a:xfrm>
            <a:custGeom>
              <a:avLst/>
              <a:gdLst>
                <a:gd name="connsiteX0" fmla="*/ 1168400 w 1168400"/>
                <a:gd name="connsiteY0" fmla="*/ 0 h 2360918"/>
                <a:gd name="connsiteX1" fmla="*/ 1168400 w 1168400"/>
                <a:gd name="connsiteY1" fmla="*/ 2360918 h 2360918"/>
                <a:gd name="connsiteX2" fmla="*/ 1060340 w 1168400"/>
                <a:gd name="connsiteY2" fmla="*/ 2355461 h 2360918"/>
                <a:gd name="connsiteX3" fmla="*/ 0 w 1168400"/>
                <a:gd name="connsiteY3" fmla="*/ 1180459 h 2360918"/>
                <a:gd name="connsiteX4" fmla="*/ 1060340 w 1168400"/>
                <a:gd name="connsiteY4" fmla="*/ 5457 h 2360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68400" h="2360918">
                  <a:moveTo>
                    <a:pt x="1168400" y="0"/>
                  </a:moveTo>
                  <a:lnTo>
                    <a:pt x="1168400" y="2360918"/>
                  </a:lnTo>
                  <a:lnTo>
                    <a:pt x="1060340" y="2355461"/>
                  </a:lnTo>
                  <a:cubicBezTo>
                    <a:pt x="464762" y="2294977"/>
                    <a:pt x="0" y="1791994"/>
                    <a:pt x="0" y="1180459"/>
                  </a:cubicBezTo>
                  <a:cubicBezTo>
                    <a:pt x="0" y="568924"/>
                    <a:pt x="464762" y="65941"/>
                    <a:pt x="1060340" y="5457"/>
                  </a:cubicBezTo>
                  <a:close/>
                </a:path>
              </a:pathLst>
            </a:custGeom>
            <a:solidFill>
              <a:srgbClr val="00A0A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95AECC6C-A520-4756-9163-08D14835D791}"/>
                </a:ext>
              </a:extLst>
            </p:cNvPr>
            <p:cNvSpPr txBox="1"/>
            <p:nvPr/>
          </p:nvSpPr>
          <p:spPr>
            <a:xfrm rot="16200000">
              <a:off x="-738260" y="3189608"/>
              <a:ext cx="199208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 dirty="0">
                  <a:solidFill>
                    <a:srgbClr val="F0EEF0"/>
                  </a:solidFill>
                  <a:latin typeface="Tw Cen MT" panose="020B0602020104020603" pitchFamily="34" charset="0"/>
                </a:rPr>
                <a:t>follow</a:t>
              </a:r>
            </a:p>
          </p:txBody>
        </p:sp>
        <p:pic>
          <p:nvPicPr>
            <p:cNvPr id="80" name="Picture 79">
              <a:extLst>
                <a:ext uri="{FF2B5EF4-FFF2-40B4-BE49-F238E27FC236}">
                  <a16:creationId xmlns:a16="http://schemas.microsoft.com/office/drawing/2014/main" id="{0F8A56B9-A504-4035-8439-53ED4617B8B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-491912" y="3247473"/>
              <a:ext cx="530600" cy="530600"/>
            </a:xfrm>
            <a:prstGeom prst="rect">
              <a:avLst/>
            </a:prstGeom>
          </p:spPr>
        </p:pic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BE8FADE7-5D32-410A-A514-EBA4D18E520D}"/>
              </a:ext>
            </a:extLst>
          </p:cNvPr>
          <p:cNvGrpSpPr/>
          <p:nvPr/>
        </p:nvGrpSpPr>
        <p:grpSpPr>
          <a:xfrm>
            <a:off x="522514" y="3966907"/>
            <a:ext cx="2336800" cy="1390243"/>
            <a:chOff x="979714" y="4445001"/>
            <a:chExt cx="2336800" cy="1390243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78855102-5892-4791-81C6-1D3099286A62}"/>
                </a:ext>
              </a:extLst>
            </p:cNvPr>
            <p:cNvSpPr txBox="1"/>
            <p:nvPr/>
          </p:nvSpPr>
          <p:spPr>
            <a:xfrm>
              <a:off x="979714" y="4445001"/>
              <a:ext cx="2336800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400" b="1" dirty="0">
                  <a:solidFill>
                    <a:srgbClr val="03A1A4"/>
                  </a:solidFill>
                  <a:latin typeface="Tw Cen MT" panose="020B0602020104020603" pitchFamily="34" charset="0"/>
                </a:rPr>
                <a:t>8M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2001AFB-5833-4302-85EB-700F4F764C00}"/>
                </a:ext>
              </a:extLst>
            </p:cNvPr>
            <p:cNvSpPr txBox="1"/>
            <p:nvPr/>
          </p:nvSpPr>
          <p:spPr>
            <a:xfrm>
              <a:off x="979714" y="5127358"/>
              <a:ext cx="2336800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solidFill>
                    <a:srgbClr val="A6A6A6"/>
                  </a:solidFill>
                  <a:latin typeface="Tw Cen MT" panose="020B0602020104020603" pitchFamily="34" charset="0"/>
                </a:rPr>
                <a:t>Add Some Brief Text Here to Explain</a:t>
              </a: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FD82C6EF-E9DE-4923-8019-398DA581487A}"/>
              </a:ext>
            </a:extLst>
          </p:cNvPr>
          <p:cNvGrpSpPr/>
          <p:nvPr/>
        </p:nvGrpSpPr>
        <p:grpSpPr>
          <a:xfrm>
            <a:off x="3172584" y="3966907"/>
            <a:ext cx="2336800" cy="1390243"/>
            <a:chOff x="3629784" y="4445001"/>
            <a:chExt cx="2336800" cy="1390243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DAC3DF4E-CC11-4211-B94C-CFD06DD21505}"/>
                </a:ext>
              </a:extLst>
            </p:cNvPr>
            <p:cNvSpPr txBox="1"/>
            <p:nvPr/>
          </p:nvSpPr>
          <p:spPr>
            <a:xfrm>
              <a:off x="3629784" y="4445001"/>
              <a:ext cx="2336800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400" b="1" dirty="0">
                  <a:solidFill>
                    <a:srgbClr val="EF3078"/>
                  </a:solidFill>
                  <a:latin typeface="Tw Cen MT" panose="020B0602020104020603" pitchFamily="34" charset="0"/>
                </a:rPr>
                <a:t>6M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547D5A51-0B28-44B2-9458-2EC47846B480}"/>
                </a:ext>
              </a:extLst>
            </p:cNvPr>
            <p:cNvSpPr txBox="1"/>
            <p:nvPr/>
          </p:nvSpPr>
          <p:spPr>
            <a:xfrm>
              <a:off x="3629784" y="5127358"/>
              <a:ext cx="2336800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solidFill>
                    <a:srgbClr val="A6A6A6"/>
                  </a:solidFill>
                  <a:latin typeface="Tw Cen MT" panose="020B0602020104020603" pitchFamily="34" charset="0"/>
                </a:rPr>
                <a:t>Add Some Brief Text Here to Explain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5EEA83BA-280C-4216-B80C-C3082D2456C8}"/>
              </a:ext>
            </a:extLst>
          </p:cNvPr>
          <p:cNvGrpSpPr/>
          <p:nvPr/>
        </p:nvGrpSpPr>
        <p:grpSpPr>
          <a:xfrm>
            <a:off x="5822654" y="3966907"/>
            <a:ext cx="2336800" cy="1390243"/>
            <a:chOff x="6279854" y="4445001"/>
            <a:chExt cx="2336800" cy="1390243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76D3A4AD-1059-4193-95F4-99D7FB3C3390}"/>
                </a:ext>
              </a:extLst>
            </p:cNvPr>
            <p:cNvSpPr txBox="1"/>
            <p:nvPr/>
          </p:nvSpPr>
          <p:spPr>
            <a:xfrm>
              <a:off x="6279854" y="4445001"/>
              <a:ext cx="2336800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400" b="1" dirty="0">
                  <a:solidFill>
                    <a:srgbClr val="92D050"/>
                  </a:solidFill>
                  <a:latin typeface="Tw Cen MT" panose="020B0602020104020603" pitchFamily="34" charset="0"/>
                </a:rPr>
                <a:t>7M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1D2CAFD3-83DC-4745-BD2C-AA8DD0D735B7}"/>
                </a:ext>
              </a:extLst>
            </p:cNvPr>
            <p:cNvSpPr txBox="1"/>
            <p:nvPr/>
          </p:nvSpPr>
          <p:spPr>
            <a:xfrm>
              <a:off x="6279854" y="5127358"/>
              <a:ext cx="2336800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solidFill>
                    <a:srgbClr val="A6A6A6"/>
                  </a:solidFill>
                  <a:latin typeface="Tw Cen MT" panose="020B0602020104020603" pitchFamily="34" charset="0"/>
                </a:rPr>
                <a:t>Add Some Brief Text Here to Explain</a:t>
              </a: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6C36A51F-32BC-47D1-9A81-487036B42B97}"/>
              </a:ext>
            </a:extLst>
          </p:cNvPr>
          <p:cNvGrpSpPr/>
          <p:nvPr/>
        </p:nvGrpSpPr>
        <p:grpSpPr>
          <a:xfrm>
            <a:off x="3439718" y="1875469"/>
            <a:ext cx="1802532" cy="1802532"/>
            <a:chOff x="3753155" y="2209800"/>
            <a:chExt cx="2090058" cy="2090058"/>
          </a:xfrm>
        </p:grpSpPr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4759DD56-9161-4A22-8660-0AAFD5155B24}"/>
                </a:ext>
              </a:extLst>
            </p:cNvPr>
            <p:cNvSpPr/>
            <p:nvPr/>
          </p:nvSpPr>
          <p:spPr>
            <a:xfrm>
              <a:off x="3753155" y="2209800"/>
              <a:ext cx="2090058" cy="2090058"/>
            </a:xfrm>
            <a:prstGeom prst="ellipse">
              <a:avLst/>
            </a:prstGeom>
            <a:solidFill>
              <a:srgbClr val="EF307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44" name="Picture 43">
              <a:extLst>
                <a:ext uri="{FF2B5EF4-FFF2-40B4-BE49-F238E27FC236}">
                  <a16:creationId xmlns:a16="http://schemas.microsoft.com/office/drawing/2014/main" id="{9B542F8B-7358-4AD5-9F27-D4CDC72363C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154418" y="2611063"/>
              <a:ext cx="1287532" cy="1287532"/>
            </a:xfrm>
            <a:prstGeom prst="rect">
              <a:avLst/>
            </a:prstGeom>
          </p:spPr>
        </p:pic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37A792EE-2433-4D86-A7D5-1FB0D3F9E4D8}"/>
              </a:ext>
            </a:extLst>
          </p:cNvPr>
          <p:cNvGrpSpPr/>
          <p:nvPr/>
        </p:nvGrpSpPr>
        <p:grpSpPr>
          <a:xfrm>
            <a:off x="6038027" y="1869840"/>
            <a:ext cx="1813790" cy="1813790"/>
            <a:chOff x="6403225" y="2209800"/>
            <a:chExt cx="2090058" cy="2090058"/>
          </a:xfrm>
        </p:grpSpPr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5A516301-84E4-4DC6-A056-8024955CA570}"/>
                </a:ext>
              </a:extLst>
            </p:cNvPr>
            <p:cNvSpPr/>
            <p:nvPr/>
          </p:nvSpPr>
          <p:spPr>
            <a:xfrm>
              <a:off x="6403225" y="2209800"/>
              <a:ext cx="2090058" cy="2090058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C90A6E8F-8715-4A45-8091-41BC89D6203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13245" y="2611063"/>
              <a:ext cx="1287532" cy="1287532"/>
            </a:xfrm>
            <a:prstGeom prst="rect">
              <a:avLst/>
            </a:prstGeom>
          </p:spPr>
        </p:pic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081CAD7B-D8C7-4ACB-BAAD-C11ECF75DF45}"/>
              </a:ext>
            </a:extLst>
          </p:cNvPr>
          <p:cNvGrpSpPr/>
          <p:nvPr/>
        </p:nvGrpSpPr>
        <p:grpSpPr>
          <a:xfrm>
            <a:off x="789648" y="1875469"/>
            <a:ext cx="1802532" cy="1802532"/>
            <a:chOff x="1103085" y="2209800"/>
            <a:chExt cx="2090058" cy="2090058"/>
          </a:xfrm>
        </p:grpSpPr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F64BCF60-284B-4512-A374-E284A563EFB1}"/>
                </a:ext>
              </a:extLst>
            </p:cNvPr>
            <p:cNvSpPr/>
            <p:nvPr/>
          </p:nvSpPr>
          <p:spPr>
            <a:xfrm>
              <a:off x="1103085" y="2209800"/>
              <a:ext cx="2090058" cy="2090058"/>
            </a:xfrm>
            <a:prstGeom prst="ellipse">
              <a:avLst/>
            </a:prstGeom>
            <a:solidFill>
              <a:srgbClr val="03A1A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65" name="Picture 64">
              <a:extLst>
                <a:ext uri="{FF2B5EF4-FFF2-40B4-BE49-F238E27FC236}">
                  <a16:creationId xmlns:a16="http://schemas.microsoft.com/office/drawing/2014/main" id="{D88307B7-2C0C-4003-9659-402583C1B43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04348" y="2611063"/>
              <a:ext cx="1287532" cy="128753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497460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00"/>
                            </p:stCondLst>
                            <p:childTnLst>
                              <p:par>
                                <p:cTn id="17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000"/>
                            </p:stCondLst>
                            <p:childTnLst>
                              <p:par>
                                <p:cTn id="2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2500"/>
                            </p:stCondLst>
                            <p:childTnLst>
                              <p:par>
                                <p:cTn id="35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814</TotalTime>
  <Words>786</Words>
  <Application>Microsoft Office PowerPoint</Application>
  <PresentationFormat>Widescreen</PresentationFormat>
  <Paragraphs>274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7" baseType="lpstr">
      <vt:lpstr>Arial</vt:lpstr>
      <vt:lpstr>Calibri</vt:lpstr>
      <vt:lpstr>Calibri Light</vt:lpstr>
      <vt:lpstr>Times New Roman</vt:lpstr>
      <vt:lpstr>Tw Cen MT</vt:lpstr>
      <vt:lpstr>Office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Zähringer</dc:creator>
  <cp:lastModifiedBy>triad moko</cp:lastModifiedBy>
  <cp:revision>118</cp:revision>
  <dcterms:created xsi:type="dcterms:W3CDTF">2017-01-05T13:17:27Z</dcterms:created>
  <dcterms:modified xsi:type="dcterms:W3CDTF">2021-02-10T07:14:53Z</dcterms:modified>
</cp:coreProperties>
</file>